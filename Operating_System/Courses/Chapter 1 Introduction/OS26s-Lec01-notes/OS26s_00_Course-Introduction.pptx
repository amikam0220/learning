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handoutMasterIdLst>
    <p:handoutMasterId r:id="rId17"/>
  </p:handoutMasterIdLst>
  <p:sldIdLst>
    <p:sldId id="557" r:id="rId3"/>
    <p:sldId id="567" r:id="rId5"/>
    <p:sldId id="566" r:id="rId6"/>
    <p:sldId id="569" r:id="rId7"/>
    <p:sldId id="568" r:id="rId8"/>
    <p:sldId id="559" r:id="rId9"/>
    <p:sldId id="560" r:id="rId10"/>
    <p:sldId id="561" r:id="rId11"/>
    <p:sldId id="562" r:id="rId12"/>
    <p:sldId id="563" r:id="rId13"/>
    <p:sldId id="564" r:id="rId14"/>
    <p:sldId id="565" r:id="rId15"/>
    <p:sldId id="331" r:id="rId16"/>
  </p:sldIdLst>
  <p:sldSz cx="9144000" cy="6858000" type="screen4x3"/>
  <p:notesSz cx="6881495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77" userDrawn="1">
          <p15:clr>
            <a:srgbClr val="A4A3A4"/>
          </p15:clr>
        </p15:guide>
        <p15:guide id="2" pos="43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ilberschatz, Avi" initials="S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3300"/>
    <a:srgbClr val="800000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33" autoAdjust="0"/>
    <p:restoredTop sz="94667"/>
  </p:normalViewPr>
  <p:slideViewPr>
    <p:cSldViewPr snapToGrid="0" showGuides="1">
      <p:cViewPr varScale="1">
        <p:scale>
          <a:sx n="71" d="100"/>
          <a:sy n="71" d="100"/>
        </p:scale>
        <p:origin x="787" y="58"/>
      </p:cViewPr>
      <p:guideLst>
        <p:guide orient="horz" pos="777"/>
        <p:guide pos="43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-9668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handoutMaster" Target="handoutMasters/handoutMaster1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16250" cy="4429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87575" tIns="43788" rIns="87575" bIns="43788" numCol="1" anchor="ctr" anchorCtr="0" compatLnSpc="1"/>
          <a:lstStyle>
            <a:lvl1pPr defTabSz="876300">
              <a:defRPr sz="1100">
                <a:latin typeface="Helvetica" pitchFamily="2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78263" y="0"/>
            <a:ext cx="3016250" cy="4429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87575" tIns="43788" rIns="87575" bIns="43788" numCol="1" anchor="ctr" anchorCtr="0" compatLnSpc="1"/>
          <a:lstStyle>
            <a:lvl1pPr algn="r" defTabSz="876300">
              <a:defRPr sz="1100">
                <a:latin typeface="Helvetica" pitchFamily="2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66188"/>
            <a:ext cx="3016250" cy="4429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87575" tIns="43788" rIns="87575" bIns="43788" numCol="1" anchor="b" anchorCtr="0" compatLnSpc="1"/>
          <a:lstStyle>
            <a:lvl1pPr defTabSz="876300">
              <a:defRPr sz="1100">
                <a:latin typeface="Helvetica" pitchFamily="2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78263" y="8866188"/>
            <a:ext cx="3016250" cy="4429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87575" tIns="43788" rIns="87575" bIns="43788" numCol="1" anchor="b" anchorCtr="0" compatLnSpc="1"/>
          <a:lstStyle>
            <a:lvl1pPr algn="r" defTabSz="876300">
              <a:defRPr sz="1100">
                <a:latin typeface="Helvetica" pitchFamily="2" charset="0"/>
              </a:defRPr>
            </a:lvl1pPr>
          </a:lstStyle>
          <a:p>
            <a:pPr>
              <a:defRPr/>
            </a:pPr>
            <a:fld id="{C746EC8E-B597-402D-9662-ABD14BABEEF8}" type="slidenum">
              <a:rPr lang="en-US" altLang="en-US"/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81325" cy="4635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2436" tIns="46217" rIns="92436" bIns="46217" numCol="1" anchor="ctr" anchorCtr="0" compatLnSpc="1"/>
          <a:lstStyle>
            <a:lvl1pPr defTabSz="923925">
              <a:defRPr sz="1200">
                <a:latin typeface="Times New Roman" panose="02020603050405020304" pitchFamily="18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00488" y="0"/>
            <a:ext cx="2981325" cy="4635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2436" tIns="46217" rIns="92436" bIns="46217" numCol="1" anchor="ctr" anchorCtr="0" compatLnSpc="1"/>
          <a:lstStyle>
            <a:lvl1pPr algn="r" defTabSz="923925">
              <a:defRPr sz="1200">
                <a:latin typeface="Times New Roman" panose="02020603050405020304" pitchFamily="18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17600" y="698500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7575" y="4416425"/>
            <a:ext cx="5046663" cy="41814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2436" tIns="46217" rIns="92436" bIns="46217" numCol="1" anchor="ctr" anchorCtr="0" compatLnSpc="1"/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2850"/>
            <a:ext cx="2981325" cy="4635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2436" tIns="46217" rIns="92436" bIns="46217" numCol="1" anchor="b" anchorCtr="0" compatLnSpc="1"/>
          <a:lstStyle>
            <a:lvl1pPr defTabSz="923925">
              <a:defRPr sz="1200">
                <a:latin typeface="Times New Roman" panose="02020603050405020304" pitchFamily="18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00488" y="8832850"/>
            <a:ext cx="2981325" cy="4635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2436" tIns="46217" rIns="92436" bIns="46217" numCol="1" anchor="b" anchorCtr="0" compatLnSpc="1"/>
          <a:lstStyle>
            <a:lvl1pPr algn="r" defTabSz="923925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F8DDF7C7-3008-4DC4-9F8B-1490BCFC99E7}" type="slidenum">
              <a:rPr lang="en-US" altLang="en-US"/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MS PGothic" panose="020B0600070205080204" pitchFamily="34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7651" name="备注占位符 2"/>
          <p:cNvSpPr>
            <a:spLocks noGrp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</p:spPr>
        <p:txBody>
          <a:bodyPr wrap="square" lIns="96661" tIns="48331" rIns="96661" bIns="48331" anchor="t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2765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 eaLnBrk="1" hangingPunct="1"/>
            <a:fld id="{9A0DB2DC-4C9A-4742-B13C-FB6460FD3503}" type="slidenum">
              <a:rPr lang="en-US" altLang="zh-CN" sz="1300" b="0" dirty="0">
                <a:solidFill>
                  <a:schemeClr val="bg1"/>
                </a:solidFill>
              </a:rPr>
            </a:fld>
            <a:endParaRPr lang="en-US" altLang="zh-CN" sz="1300" b="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defTabSz="963930" eaLnBrk="0" hangingPunct="0">
              <a:defRPr sz="2400">
                <a:solidFill>
                  <a:srgbClr val="FF3300"/>
                </a:solidFill>
                <a:latin typeface="Tahoma" panose="020B0604030504040204" pitchFamily="34" charset="0"/>
              </a:defRPr>
            </a:lvl1pPr>
            <a:lvl2pPr marL="742950" indent="-285750" defTabSz="963930" eaLnBrk="0" hangingPunct="0">
              <a:defRPr sz="2400">
                <a:solidFill>
                  <a:srgbClr val="FF3300"/>
                </a:solidFill>
                <a:latin typeface="Tahoma" panose="020B0604030504040204" pitchFamily="34" charset="0"/>
              </a:defRPr>
            </a:lvl2pPr>
            <a:lvl3pPr marL="1143000" indent="-228600" defTabSz="963930" eaLnBrk="0" hangingPunct="0">
              <a:defRPr sz="2400">
                <a:solidFill>
                  <a:srgbClr val="FF3300"/>
                </a:solidFill>
                <a:latin typeface="Tahoma" panose="020B0604030504040204" pitchFamily="34" charset="0"/>
              </a:defRPr>
            </a:lvl3pPr>
            <a:lvl4pPr marL="1600200" indent="-228600" defTabSz="963930" eaLnBrk="0" hangingPunct="0">
              <a:defRPr sz="2400">
                <a:solidFill>
                  <a:srgbClr val="FF3300"/>
                </a:solidFill>
                <a:latin typeface="Tahoma" panose="020B0604030504040204" pitchFamily="34" charset="0"/>
              </a:defRPr>
            </a:lvl4pPr>
            <a:lvl5pPr marL="2057400" indent="-228600" defTabSz="963930" eaLnBrk="0" hangingPunct="0">
              <a:defRPr sz="2400">
                <a:solidFill>
                  <a:srgbClr val="FF3300"/>
                </a:solidFill>
                <a:latin typeface="Tahoma" panose="020B0604030504040204" pitchFamily="34" charset="0"/>
              </a:defRPr>
            </a:lvl5pPr>
            <a:lvl6pPr marL="2514600" indent="-228600" algn="r" defTabSz="96393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3300"/>
                </a:solidFill>
                <a:latin typeface="Tahoma" panose="020B0604030504040204" pitchFamily="34" charset="0"/>
              </a:defRPr>
            </a:lvl6pPr>
            <a:lvl7pPr marL="2971800" indent="-228600" algn="r" defTabSz="96393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3300"/>
                </a:solidFill>
                <a:latin typeface="Tahoma" panose="020B0604030504040204" pitchFamily="34" charset="0"/>
              </a:defRPr>
            </a:lvl7pPr>
            <a:lvl8pPr marL="3429000" indent="-228600" algn="r" defTabSz="96393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3300"/>
                </a:solidFill>
                <a:latin typeface="Tahoma" panose="020B0604030504040204" pitchFamily="34" charset="0"/>
              </a:defRPr>
            </a:lvl8pPr>
            <a:lvl9pPr marL="3886200" indent="-228600" algn="r" defTabSz="96393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3300"/>
                </a:solidFill>
                <a:latin typeface="Tahoma" panose="020B0604030504040204" pitchFamily="34" charset="0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665B261C-6700-407C-9C16-13A3F0B6AF2E}" type="slidenum">
              <a:rPr lang="en-US" altLang="en-US" sz="1300">
                <a:solidFill>
                  <a:srgbClr val="4F81BD"/>
                </a:solidFill>
                <a:ea typeface="+mn-ea"/>
                <a:cs typeface="+mn-cs"/>
              </a:rPr>
            </a:fld>
            <a:endParaRPr lang="en-US" altLang="en-US" sz="1300" dirty="0">
              <a:solidFill>
                <a:srgbClr val="4F81BD"/>
              </a:solidFill>
              <a:ea typeface="+mn-ea"/>
              <a:cs typeface="+mn-cs"/>
            </a:endParaRPr>
          </a:p>
        </p:txBody>
      </p:sp>
      <p:sp>
        <p:nvSpPr>
          <p:cNvPr id="14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4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3795" name="Notes Placeholder 2"/>
          <p:cNvSpPr>
            <a:spLocks noGrp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</p:spPr>
        <p:txBody>
          <a:bodyPr wrap="square" lIns="96661" tIns="48331" rIns="96661" bIns="48331" anchor="t" anchorCtr="0"/>
          <a:p>
            <a:pPr lvl="0"/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33796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 eaLnBrk="1" hangingPunct="1"/>
            <a:fld id="{9A0DB2DC-4C9A-4742-B13C-FB6460FD3503}" type="slidenum">
              <a:rPr lang="en-US" altLang="zh-CN" sz="1300" b="0" dirty="0">
                <a:solidFill>
                  <a:schemeClr val="bg1"/>
                </a:solidFill>
              </a:rPr>
            </a:fld>
            <a:endParaRPr lang="en-US" altLang="zh-CN" sz="1300" b="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70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2771" name="Notes Placeholder 2"/>
          <p:cNvSpPr>
            <a:spLocks noGrp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</p:spPr>
        <p:txBody>
          <a:bodyPr wrap="square" lIns="96661" tIns="48331" rIns="96661" bIns="48331" anchor="t" anchorCtr="0"/>
          <a:p>
            <a:pPr lvl="0"/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32772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 eaLnBrk="1" hangingPunct="1"/>
            <a:fld id="{9A0DB2DC-4C9A-4742-B13C-FB6460FD3503}" type="slidenum">
              <a:rPr lang="en-US" altLang="zh-CN" sz="1300" b="0" dirty="0">
                <a:solidFill>
                  <a:schemeClr val="bg1"/>
                </a:solidFill>
              </a:rPr>
            </a:fld>
            <a:endParaRPr lang="en-US" altLang="zh-CN" sz="1300" b="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defTabSz="963930" eaLnBrk="0" hangingPunct="0">
              <a:defRPr sz="2400">
                <a:solidFill>
                  <a:srgbClr val="FF3300"/>
                </a:solidFill>
                <a:latin typeface="Tahoma" panose="020B0604030504040204" pitchFamily="34" charset="0"/>
              </a:defRPr>
            </a:lvl1pPr>
            <a:lvl2pPr marL="742950" indent="-285750" defTabSz="963930" eaLnBrk="0" hangingPunct="0">
              <a:defRPr sz="2400">
                <a:solidFill>
                  <a:srgbClr val="FF3300"/>
                </a:solidFill>
                <a:latin typeface="Tahoma" panose="020B0604030504040204" pitchFamily="34" charset="0"/>
              </a:defRPr>
            </a:lvl2pPr>
            <a:lvl3pPr marL="1143000" indent="-228600" defTabSz="963930" eaLnBrk="0" hangingPunct="0">
              <a:defRPr sz="2400">
                <a:solidFill>
                  <a:srgbClr val="FF3300"/>
                </a:solidFill>
                <a:latin typeface="Tahoma" panose="020B0604030504040204" pitchFamily="34" charset="0"/>
              </a:defRPr>
            </a:lvl3pPr>
            <a:lvl4pPr marL="1600200" indent="-228600" defTabSz="963930" eaLnBrk="0" hangingPunct="0">
              <a:defRPr sz="2400">
                <a:solidFill>
                  <a:srgbClr val="FF3300"/>
                </a:solidFill>
                <a:latin typeface="Tahoma" panose="020B0604030504040204" pitchFamily="34" charset="0"/>
              </a:defRPr>
            </a:lvl4pPr>
            <a:lvl5pPr marL="2057400" indent="-228600" defTabSz="963930" eaLnBrk="0" hangingPunct="0">
              <a:defRPr sz="2400">
                <a:solidFill>
                  <a:srgbClr val="FF3300"/>
                </a:solidFill>
                <a:latin typeface="Tahoma" panose="020B0604030504040204" pitchFamily="34" charset="0"/>
              </a:defRPr>
            </a:lvl5pPr>
            <a:lvl6pPr marL="2514600" indent="-228600" algn="r" defTabSz="96393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3300"/>
                </a:solidFill>
                <a:latin typeface="Tahoma" panose="020B0604030504040204" pitchFamily="34" charset="0"/>
              </a:defRPr>
            </a:lvl6pPr>
            <a:lvl7pPr marL="2971800" indent="-228600" algn="r" defTabSz="96393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3300"/>
                </a:solidFill>
                <a:latin typeface="Tahoma" panose="020B0604030504040204" pitchFamily="34" charset="0"/>
              </a:defRPr>
            </a:lvl7pPr>
            <a:lvl8pPr marL="3429000" indent="-228600" algn="r" defTabSz="96393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3300"/>
                </a:solidFill>
                <a:latin typeface="Tahoma" panose="020B0604030504040204" pitchFamily="34" charset="0"/>
              </a:defRPr>
            </a:lvl8pPr>
            <a:lvl9pPr marL="3886200" indent="-228600" algn="r" defTabSz="96393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3300"/>
                </a:solidFill>
                <a:latin typeface="Tahoma" panose="020B0604030504040204" pitchFamily="34" charset="0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8F570DA4-0D2A-47C8-963A-CA7A676C49A0}" type="slidenum">
              <a:rPr lang="en-US" altLang="en-US" sz="1300">
                <a:solidFill>
                  <a:srgbClr val="4F81BD"/>
                </a:solidFill>
                <a:ea typeface="+mn-ea"/>
                <a:cs typeface="+mn-cs"/>
              </a:rPr>
            </a:fld>
            <a:endParaRPr lang="en-US" altLang="en-US" sz="1300" dirty="0">
              <a:solidFill>
                <a:srgbClr val="4F81BD"/>
              </a:solidFill>
              <a:ea typeface="+mn-ea"/>
              <a:cs typeface="+mn-cs"/>
            </a:endParaRPr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28600" indent="-228600">
              <a:buFontTx/>
              <a:buAutoNum type="arabicPeriod"/>
            </a:pPr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0483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  <p:sp>
        <p:nvSpPr>
          <p:cNvPr id="86020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defTabSz="963930" eaLnBrk="0" hangingPunct="0">
              <a:defRPr sz="2400">
                <a:solidFill>
                  <a:srgbClr val="FF3300"/>
                </a:solidFill>
                <a:latin typeface="Tahoma" panose="020B0604030504040204" pitchFamily="34" charset="0"/>
              </a:defRPr>
            </a:lvl1pPr>
            <a:lvl2pPr marL="742950" indent="-285750" defTabSz="963930" eaLnBrk="0" hangingPunct="0">
              <a:defRPr sz="2400">
                <a:solidFill>
                  <a:srgbClr val="FF3300"/>
                </a:solidFill>
                <a:latin typeface="Tahoma" panose="020B0604030504040204" pitchFamily="34" charset="0"/>
              </a:defRPr>
            </a:lvl2pPr>
            <a:lvl3pPr marL="1143000" indent="-228600" defTabSz="963930" eaLnBrk="0" hangingPunct="0">
              <a:defRPr sz="2400">
                <a:solidFill>
                  <a:srgbClr val="FF3300"/>
                </a:solidFill>
                <a:latin typeface="Tahoma" panose="020B0604030504040204" pitchFamily="34" charset="0"/>
              </a:defRPr>
            </a:lvl3pPr>
            <a:lvl4pPr marL="1600200" indent="-228600" defTabSz="963930" eaLnBrk="0" hangingPunct="0">
              <a:defRPr sz="2400">
                <a:solidFill>
                  <a:srgbClr val="FF3300"/>
                </a:solidFill>
                <a:latin typeface="Tahoma" panose="020B0604030504040204" pitchFamily="34" charset="0"/>
              </a:defRPr>
            </a:lvl4pPr>
            <a:lvl5pPr marL="2057400" indent="-228600" defTabSz="963930" eaLnBrk="0" hangingPunct="0">
              <a:defRPr sz="2400">
                <a:solidFill>
                  <a:srgbClr val="FF3300"/>
                </a:solidFill>
                <a:latin typeface="Tahoma" panose="020B0604030504040204" pitchFamily="34" charset="0"/>
              </a:defRPr>
            </a:lvl5pPr>
            <a:lvl6pPr marL="2514600" indent="-228600" algn="r" defTabSz="96393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3300"/>
                </a:solidFill>
                <a:latin typeface="Tahoma" panose="020B0604030504040204" pitchFamily="34" charset="0"/>
              </a:defRPr>
            </a:lvl6pPr>
            <a:lvl7pPr marL="2971800" indent="-228600" algn="r" defTabSz="96393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3300"/>
                </a:solidFill>
                <a:latin typeface="Tahoma" panose="020B0604030504040204" pitchFamily="34" charset="0"/>
              </a:defRPr>
            </a:lvl7pPr>
            <a:lvl8pPr marL="3429000" indent="-228600" algn="r" defTabSz="96393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3300"/>
                </a:solidFill>
                <a:latin typeface="Tahoma" panose="020B0604030504040204" pitchFamily="34" charset="0"/>
              </a:defRPr>
            </a:lvl8pPr>
            <a:lvl9pPr marL="3886200" indent="-228600" algn="r" defTabSz="96393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3300"/>
                </a:solidFill>
                <a:latin typeface="Tahoma" panose="020B0604030504040204" pitchFamily="34" charset="0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EAC44E4E-7D6E-4229-9298-37D0C9474374}" type="slidenum">
              <a:rPr lang="en-US" altLang="en-US" sz="1300">
                <a:solidFill>
                  <a:srgbClr val="4F81BD"/>
                </a:solidFill>
                <a:ea typeface="+mn-ea"/>
                <a:cs typeface="+mn-cs"/>
              </a:rPr>
            </a:fld>
            <a:endParaRPr lang="en-US" altLang="en-US" sz="1300" dirty="0">
              <a:solidFill>
                <a:srgbClr val="4F81BD"/>
              </a:solidFill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2531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  <p:sp>
        <p:nvSpPr>
          <p:cNvPr id="22532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393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6393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6393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6393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6393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6393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6393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6393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6393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3D9CBDB-2A03-45CC-9D56-D6CE58978F4A}" type="slidenum">
              <a:rPr lang="en-US" altLang="en-US" sz="1300" smtClean="0">
                <a:solidFill>
                  <a:srgbClr val="4F81BD"/>
                </a:solidFill>
                <a:latin typeface="Tahoma" panose="020B0604030504040204" pitchFamily="34" charset="0"/>
              </a:rPr>
            </a:fld>
            <a:endParaRPr lang="en-US" altLang="en-US" sz="1300" dirty="0">
              <a:solidFill>
                <a:srgbClr val="4F81BD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4579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  <p:sp>
        <p:nvSpPr>
          <p:cNvPr id="90116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defTabSz="963930" eaLnBrk="0" hangingPunct="0">
              <a:defRPr sz="2400">
                <a:solidFill>
                  <a:srgbClr val="FF3300"/>
                </a:solidFill>
                <a:latin typeface="Tahoma" panose="020B0604030504040204" pitchFamily="34" charset="0"/>
              </a:defRPr>
            </a:lvl1pPr>
            <a:lvl2pPr marL="742950" indent="-285750" defTabSz="963930" eaLnBrk="0" hangingPunct="0">
              <a:defRPr sz="2400">
                <a:solidFill>
                  <a:srgbClr val="FF3300"/>
                </a:solidFill>
                <a:latin typeface="Tahoma" panose="020B0604030504040204" pitchFamily="34" charset="0"/>
              </a:defRPr>
            </a:lvl2pPr>
            <a:lvl3pPr marL="1143000" indent="-228600" defTabSz="963930" eaLnBrk="0" hangingPunct="0">
              <a:defRPr sz="2400">
                <a:solidFill>
                  <a:srgbClr val="FF3300"/>
                </a:solidFill>
                <a:latin typeface="Tahoma" panose="020B0604030504040204" pitchFamily="34" charset="0"/>
              </a:defRPr>
            </a:lvl3pPr>
            <a:lvl4pPr marL="1600200" indent="-228600" defTabSz="963930" eaLnBrk="0" hangingPunct="0">
              <a:defRPr sz="2400">
                <a:solidFill>
                  <a:srgbClr val="FF3300"/>
                </a:solidFill>
                <a:latin typeface="Tahoma" panose="020B0604030504040204" pitchFamily="34" charset="0"/>
              </a:defRPr>
            </a:lvl4pPr>
            <a:lvl5pPr marL="2057400" indent="-228600" defTabSz="963930" eaLnBrk="0" hangingPunct="0">
              <a:defRPr sz="2400">
                <a:solidFill>
                  <a:srgbClr val="FF3300"/>
                </a:solidFill>
                <a:latin typeface="Tahoma" panose="020B0604030504040204" pitchFamily="34" charset="0"/>
              </a:defRPr>
            </a:lvl5pPr>
            <a:lvl6pPr marL="2514600" indent="-228600" algn="r" defTabSz="96393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3300"/>
                </a:solidFill>
                <a:latin typeface="Tahoma" panose="020B0604030504040204" pitchFamily="34" charset="0"/>
              </a:defRPr>
            </a:lvl6pPr>
            <a:lvl7pPr marL="2971800" indent="-228600" algn="r" defTabSz="96393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3300"/>
                </a:solidFill>
                <a:latin typeface="Tahoma" panose="020B0604030504040204" pitchFamily="34" charset="0"/>
              </a:defRPr>
            </a:lvl7pPr>
            <a:lvl8pPr marL="3429000" indent="-228600" algn="r" defTabSz="96393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3300"/>
                </a:solidFill>
                <a:latin typeface="Tahoma" panose="020B0604030504040204" pitchFamily="34" charset="0"/>
              </a:defRPr>
            </a:lvl8pPr>
            <a:lvl9pPr marL="3886200" indent="-228600" algn="r" defTabSz="96393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3300"/>
                </a:solidFill>
                <a:latin typeface="Tahoma" panose="020B0604030504040204" pitchFamily="34" charset="0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8198FE41-9D3B-45D2-833F-105471F4A4E2}" type="slidenum">
              <a:rPr lang="en-US" altLang="en-US" sz="1300">
                <a:solidFill>
                  <a:srgbClr val="4F81BD"/>
                </a:solidFill>
                <a:ea typeface="+mn-ea"/>
                <a:cs typeface="+mn-cs"/>
              </a:rPr>
            </a:fld>
            <a:endParaRPr lang="en-US" altLang="en-US" sz="1300" dirty="0">
              <a:solidFill>
                <a:srgbClr val="4F81BD"/>
              </a:solidFill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39939" name="Notes Placeholder 2"/>
          <p:cNvSpPr>
            <a:spLocks noGrp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</p:spPr>
        <p:txBody>
          <a:bodyPr wrap="square" lIns="96661" tIns="48331" rIns="96661" bIns="48331" anchor="t" anchorCtr="0"/>
          <a:p>
            <a:pPr marL="589280" lvl="0" indent="-589280">
              <a:spcBef>
                <a:spcPct val="0"/>
              </a:spcBef>
            </a:pP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39940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 eaLnBrk="1" hangingPunct="1">
              <a:buNone/>
            </a:pPr>
            <a:fld id="{9A0DB2DC-4C9A-4742-B13C-FB6460FD3503}" type="slidenum">
              <a:rPr lang="en-US" altLang="zh-CN" sz="1300" b="0" dirty="0">
                <a:solidFill>
                  <a:schemeClr val="bg1"/>
                </a:solidFill>
              </a:rPr>
            </a:fld>
            <a:endParaRPr lang="en-US" altLang="zh-CN" sz="1300" b="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CACA46D-0338-463B-AD68-EE5177F9CE61}" type="slidenum">
              <a:rPr lang="en-US" altLang="en-US" smtClean="0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67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674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 bwMode="auto">
          <a:xfrm>
            <a:off x="198438" y="2960688"/>
            <a:ext cx="8610600" cy="201612"/>
            <a:chOff x="125" y="1865"/>
            <a:chExt cx="5424" cy="127"/>
          </a:xfrm>
        </p:grpSpPr>
        <p:sp>
          <p:nvSpPr>
            <p:cNvPr id="4" name="Rectangle 4"/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5" name="Rectangle 5"/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6" name="Rectangle 6"/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>
                <a:solidFill>
                  <a:srgbClr val="336699"/>
                </a:solidFill>
                <a:latin typeface="Helvetica" pitchFamily="2" charset="0"/>
              </a:rPr>
              <a:t>Silberschatz, Galvin and Gagne ©2018</a:t>
            </a:r>
            <a:endParaRPr lang="en-US" altLang="en-US" sz="1000" b="1">
              <a:solidFill>
                <a:srgbClr val="336699"/>
              </a:solidFill>
              <a:latin typeface="Helvetica" pitchFamily="2" charset="0"/>
            </a:endParaRPr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26988" y="6613525"/>
            <a:ext cx="2701925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>
                <a:solidFill>
                  <a:srgbClr val="336699"/>
                </a:solidFill>
                <a:latin typeface="Helvetica" pitchFamily="2" charset="0"/>
              </a:rPr>
              <a:t>Operating System Concepts – 10</a:t>
            </a:r>
            <a:r>
              <a:rPr lang="en-US" altLang="en-US" sz="1000" b="1" baseline="30000">
                <a:solidFill>
                  <a:srgbClr val="336699"/>
                </a:solidFill>
                <a:latin typeface="Helvetica" pitchFamily="2" charset="0"/>
              </a:rPr>
              <a:t>h</a:t>
            </a:r>
            <a:r>
              <a:rPr lang="en-US" altLang="en-US" sz="1000" b="1">
                <a:solidFill>
                  <a:srgbClr val="336699"/>
                </a:solidFill>
                <a:latin typeface="Helvetica" pitchFamily="2" charset="0"/>
              </a:rPr>
              <a:t> Edition</a:t>
            </a:r>
            <a:endParaRPr lang="en-US" altLang="en-US" sz="1000" b="1">
              <a:solidFill>
                <a:srgbClr val="336699"/>
              </a:solidFill>
              <a:latin typeface="Helvetica" pitchFamily="2" charset="0"/>
            </a:endParaRPr>
          </a:p>
        </p:txBody>
      </p:sp>
      <p:pic>
        <p:nvPicPr>
          <p:cNvPr id="9" name="Picture 9" descr="dino_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738" y="4157663"/>
            <a:ext cx="2062162" cy="1593850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3224213" y="4006850"/>
            <a:ext cx="2336800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6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7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 marL="742950" indent="-285750">
              <a:buFont typeface="Wingdings" panose="05000000000000000000" pitchFamily="2" charset="2"/>
              <a:buChar char="§"/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1338" y="277813"/>
            <a:ext cx="2144712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281738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3.jpeg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no_3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0"/>
            <a:ext cx="1195388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en-US" altLang="en-US"/>
              <a:t>Click to edit Master title style</a:t>
            </a:r>
            <a:endParaRPr lang="en-US" altLang="en-US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806450" y="1233488"/>
            <a:ext cx="82296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  <a:endParaRPr lang="en-US" altLang="en-US"/>
          </a:p>
          <a:p>
            <a:pPr lvl="1"/>
            <a:r>
              <a:rPr lang="en-US" altLang="en-US"/>
              <a:t>Second level</a:t>
            </a:r>
            <a:endParaRPr lang="en-US" altLang="en-US"/>
          </a:p>
          <a:p>
            <a:pPr lvl="2"/>
            <a:r>
              <a:rPr lang="en-US" altLang="en-US"/>
              <a:t>Third level</a:t>
            </a:r>
            <a:endParaRPr lang="en-US" altLang="en-US"/>
          </a:p>
          <a:p>
            <a:pPr lvl="3"/>
            <a:r>
              <a:rPr lang="en-US" altLang="en-US"/>
              <a:t>Fourth level</a:t>
            </a:r>
            <a:endParaRPr lang="en-US" altLang="en-US"/>
          </a:p>
          <a:p>
            <a:pPr lvl="4"/>
            <a:r>
              <a:rPr lang="en-US" altLang="en-US"/>
              <a:t>Fifth level</a:t>
            </a:r>
            <a:endParaRPr lang="en-US" altLang="en-US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0" name="Line 6"/>
          <p:cNvSpPr>
            <a:spLocks noChangeShapeType="1"/>
          </p:cNvSpPr>
          <p:nvPr/>
        </p:nvSpPr>
        <p:spPr bwMode="auto">
          <a:xfrm>
            <a:off x="457200" y="860425"/>
            <a:ext cx="80772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51561" name="Text Box 9"/>
          <p:cNvSpPr txBox="1">
            <a:spLocks noChangeArrowheads="1"/>
          </p:cNvSpPr>
          <p:nvPr/>
        </p:nvSpPr>
        <p:spPr bwMode="auto">
          <a:xfrm>
            <a:off x="4257675" y="6613525"/>
            <a:ext cx="444500" cy="2444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>
                <a:solidFill>
                  <a:srgbClr val="006699"/>
                </a:solidFill>
                <a:latin typeface="Helvetica" pitchFamily="2" charset="0"/>
              </a:rPr>
              <a:t>1.</a:t>
            </a:r>
            <a:fld id="{47DE681D-3D41-4CB0-83AA-B406652BB5CF}" type="slidenum">
              <a:rPr lang="en-US" altLang="en-US" sz="1000" b="1" smtClean="0">
                <a:solidFill>
                  <a:srgbClr val="006699"/>
                </a:solidFill>
                <a:latin typeface="Helvetica" pitchFamily="2" charset="0"/>
              </a:rPr>
            </a:fld>
            <a:endParaRPr lang="en-US" altLang="en-US" sz="1000" b="1">
              <a:solidFill>
                <a:srgbClr val="006699"/>
              </a:solidFill>
              <a:latin typeface="Helvetica" pitchFamily="2" charset="0"/>
            </a:endParaRPr>
          </a:p>
        </p:txBody>
      </p:sp>
      <p:sp>
        <p:nvSpPr>
          <p:cNvPr id="1034" name="Text Box 10"/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>
                <a:solidFill>
                  <a:srgbClr val="006699"/>
                </a:solidFill>
                <a:latin typeface="Helvetica" pitchFamily="2" charset="0"/>
              </a:rPr>
              <a:t>Silberschatz, Galvin and Gagne ©2018</a:t>
            </a:r>
            <a:endParaRPr lang="en-US" altLang="en-US" sz="1000" b="1">
              <a:solidFill>
                <a:srgbClr val="006699"/>
              </a:solidFill>
              <a:latin typeface="Helvetica" pitchFamily="2" charset="0"/>
            </a:endParaRPr>
          </a:p>
        </p:txBody>
      </p:sp>
      <p:sp>
        <p:nvSpPr>
          <p:cNvPr id="1035" name="Text Box 11"/>
          <p:cNvSpPr txBox="1">
            <a:spLocks noChangeArrowheads="1"/>
          </p:cNvSpPr>
          <p:nvPr/>
        </p:nvSpPr>
        <p:spPr bwMode="auto">
          <a:xfrm>
            <a:off x="185738" y="6621463"/>
            <a:ext cx="273050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>
                <a:solidFill>
                  <a:srgbClr val="006699"/>
                </a:solidFill>
                <a:latin typeface="Helvetica" pitchFamily="2" charset="0"/>
              </a:rPr>
              <a:t>Operating System Concepts – 10</a:t>
            </a:r>
            <a:r>
              <a:rPr lang="en-US" altLang="en-US" sz="1000" b="1" baseline="30000">
                <a:solidFill>
                  <a:srgbClr val="006699"/>
                </a:solidFill>
                <a:latin typeface="Helvetica" pitchFamily="2" charset="0"/>
              </a:rPr>
              <a:t>th</a:t>
            </a:r>
            <a:r>
              <a:rPr lang="en-US" altLang="en-US" sz="1000" b="1">
                <a:solidFill>
                  <a:srgbClr val="006699"/>
                </a:solidFill>
                <a:latin typeface="Helvetica" pitchFamily="2" charset="0"/>
              </a:rPr>
              <a:t> Edition</a:t>
            </a:r>
            <a:endParaRPr lang="en-US" altLang="en-US" sz="1000" b="1">
              <a:solidFill>
                <a:srgbClr val="006699"/>
              </a:solidFill>
              <a:latin typeface="Helvetica" pitchFamily="2" charset="0"/>
            </a:endParaRPr>
          </a:p>
        </p:txBody>
      </p:sp>
      <p:pic>
        <p:nvPicPr>
          <p:cNvPr id="1036" name="Picture 12" descr="dino_6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3988" y="5849938"/>
            <a:ext cx="1284287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MS PGothic" panose="020B0600070205080204" pitchFamily="34" charset="-128"/>
          <a:cs typeface="MS PGothic" panose="020B0600070205080204" pitchFamily="34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110000"/>
        <a:buFont typeface="Wingdings" panose="05000000000000000000" pitchFamily="2" charset="2"/>
        <a:buChar char="§"/>
        <a:defRPr kumimoji="1">
          <a:solidFill>
            <a:schemeClr val="tx1"/>
          </a:solidFill>
          <a:latin typeface="+mn-lt"/>
          <a:ea typeface="MS PGothic" panose="020B0600070205080204" pitchFamily="34" charset="-128"/>
          <a:cs typeface="MS PGothic" panose="020B0600070205080204" pitchFamily="34" charset="-128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110000"/>
        <a:buFont typeface="Arial" panose="020B0604020202020204" pitchFamily="34" charset="0"/>
        <a:buChar char="•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anose="05030102010509060703" pitchFamily="18" charset="2"/>
        <a:buChar char="4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7.xml"/><Relationship Id="rId2" Type="http://schemas.openxmlformats.org/officeDocument/2006/relationships/hyperlink" Target="mailto:c.program@yeah.net" TargetMode="External"/><Relationship Id="rId1" Type="http://schemas.openxmlformats.org/officeDocument/2006/relationships/hyperlink" Target="mailto:c.max@yeah.net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50" name="矩形 1"/>
          <p:cNvSpPr/>
          <p:nvPr/>
        </p:nvSpPr>
        <p:spPr>
          <a:xfrm>
            <a:off x="378460" y="2569845"/>
            <a:ext cx="8587105" cy="347662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ctr">
              <a:lnSpc>
                <a:spcPct val="200000"/>
              </a:lnSpc>
              <a:spcBef>
                <a:spcPct val="50000"/>
              </a:spcBef>
              <a:buNone/>
            </a:pPr>
            <a:r>
              <a:rPr lang="en-US" altLang="zh-CN" sz="2000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Dr. </a:t>
            </a:r>
            <a:r>
              <a:rPr lang="zh-CN" altLang="en-US" sz="2000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何明昕  </a:t>
            </a:r>
            <a:r>
              <a:rPr lang="en-US" altLang="zh-CN" sz="2000" b="0" dirty="0">
                <a:solidFill>
                  <a:srgbClr val="00206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HE Mingxin, MX, Max</a:t>
            </a:r>
            <a:endParaRPr lang="en-US" altLang="zh-CN" sz="2000" b="0" dirty="0">
              <a:solidFill>
                <a:srgbClr val="002060"/>
              </a:solidFill>
              <a:latin typeface="Comic Sans MS" panose="030F0702030302020204" pitchFamily="66" charset="0"/>
              <a:ea typeface="黑体" panose="02010609060101010101" pitchFamily="49" charset="-122"/>
            </a:endParaRPr>
          </a:p>
          <a:p>
            <a:pPr algn="ctr">
              <a:spcBef>
                <a:spcPct val="50000"/>
              </a:spcBef>
              <a:buNone/>
            </a:pPr>
            <a:r>
              <a:rPr lang="en-US" altLang="zh-CN" sz="2000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Send your email to </a:t>
            </a:r>
            <a:r>
              <a:rPr lang="en-US" altLang="zh-CN" sz="2000" b="0" dirty="0">
                <a:solidFill>
                  <a:srgbClr val="0070C0"/>
                </a:solidFill>
                <a:latin typeface="Verdana" panose="020B0604030504040204" pitchFamily="34" charset="0"/>
                <a:ea typeface="黑体" panose="02010609060101010101" pitchFamily="49" charset="-122"/>
                <a:hlinkClick r:id="rId1"/>
              </a:rPr>
              <a:t>c.max@yeah.net</a:t>
            </a:r>
            <a:r>
              <a:rPr lang="en-US" altLang="zh-CN" sz="2000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  with</a:t>
            </a:r>
            <a:endParaRPr lang="en-US" altLang="zh-CN" sz="2000" b="0" dirty="0">
              <a:solidFill>
                <a:srgbClr val="002060"/>
              </a:solidFill>
              <a:latin typeface="Verdana" panose="020B0604030504040204" pitchFamily="34" charset="0"/>
              <a:ea typeface="黑体" panose="02010609060101010101" pitchFamily="49" charset="-122"/>
            </a:endParaRPr>
          </a:p>
          <a:p>
            <a:pPr algn="ctr">
              <a:spcBef>
                <a:spcPct val="50000"/>
              </a:spcBef>
              <a:buNone/>
            </a:pPr>
            <a:r>
              <a:rPr lang="en-US" altLang="zh-CN" sz="2000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a subject like:  </a:t>
            </a:r>
            <a:r>
              <a:rPr lang="en-US" altLang="zh-CN" sz="2000" b="0" dirty="0">
                <a:solidFill>
                  <a:srgbClr val="00B0F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OS-id</a:t>
            </a:r>
            <a:r>
              <a:rPr lang="en-US" altLang="zh-CN" sz="2000" b="0" i="1" dirty="0">
                <a:solidFill>
                  <a:srgbClr val="00B0F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-Andy: On What </a:t>
            </a:r>
            <a:r>
              <a:rPr lang="en-US" altLang="zh-CN" sz="2000" b="0" i="1" dirty="0">
                <a:solidFill>
                  <a:srgbClr val="00B0F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…</a:t>
            </a:r>
            <a:endParaRPr lang="en-US" altLang="zh-CN" sz="2000" b="0" i="1" dirty="0">
              <a:solidFill>
                <a:srgbClr val="002060"/>
              </a:solidFill>
              <a:latin typeface="Verdana" panose="020B0604030504040204" pitchFamily="34" charset="0"/>
              <a:ea typeface="黑体" panose="02010609060101010101" pitchFamily="49" charset="-122"/>
            </a:endParaRPr>
          </a:p>
          <a:p>
            <a:pPr algn="ctr">
              <a:lnSpc>
                <a:spcPct val="200000"/>
              </a:lnSpc>
              <a:spcBef>
                <a:spcPct val="50000"/>
              </a:spcBef>
              <a:buNone/>
            </a:pPr>
            <a:r>
              <a:rPr lang="en-US" altLang="zh-CN" sz="2000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Download from </a:t>
            </a:r>
            <a:r>
              <a:rPr lang="en-US" altLang="zh-CN" sz="2000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  <a:hlinkClick r:id="rId2"/>
              </a:rPr>
              <a:t>c.program@yeah.net</a:t>
            </a:r>
            <a:endParaRPr lang="en-US" altLang="zh-CN" sz="2000" b="0" dirty="0">
              <a:solidFill>
                <a:srgbClr val="FF0000"/>
              </a:solidFill>
              <a:latin typeface="Verdana" panose="020B0604030504040204" pitchFamily="34" charset="0"/>
              <a:ea typeface="黑体" panose="02010609060101010101" pitchFamily="49" charset="-122"/>
            </a:endParaRPr>
          </a:p>
          <a:p>
            <a:pPr algn="ctr">
              <a:spcBef>
                <a:spcPct val="50000"/>
              </a:spcBef>
              <a:buNone/>
            </a:pPr>
            <a:r>
              <a:rPr lang="en-US" altLang="zh-CN" sz="2000" b="0" dirty="0">
                <a:solidFill>
                  <a:srgbClr val="00B0F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/</a:t>
            </a:r>
            <a:r>
              <a:rPr lang="zh-CN" altLang="en-US" sz="2000" b="0" dirty="0">
                <a:solidFill>
                  <a:srgbClr val="00B0F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文件中心</a:t>
            </a:r>
            <a:r>
              <a:rPr lang="en-US" altLang="zh-CN" sz="2000" b="0" dirty="0">
                <a:solidFill>
                  <a:srgbClr val="00B0F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/</a:t>
            </a:r>
            <a:r>
              <a:rPr lang="zh-CN" altLang="en-US" sz="2000" b="0" dirty="0">
                <a:solidFill>
                  <a:srgbClr val="00B0F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网盘</a:t>
            </a:r>
            <a:r>
              <a:rPr lang="en-US" altLang="zh-CN" sz="2000" b="0" dirty="0">
                <a:solidFill>
                  <a:srgbClr val="00B0F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/OperatingSystems26S</a:t>
            </a:r>
            <a:endParaRPr lang="en-US" altLang="zh-CN" sz="2000" b="0" dirty="0">
              <a:solidFill>
                <a:srgbClr val="002060"/>
              </a:solidFill>
              <a:latin typeface="Verdana" panose="020B0604030504040204" pitchFamily="34" charset="0"/>
              <a:ea typeface="黑体" panose="02010609060101010101" pitchFamily="49" charset="-122"/>
            </a:endParaRPr>
          </a:p>
          <a:p>
            <a:pPr marL="0" indent="0" algn="ctr" latinLnBrk="0">
              <a:lnSpc>
                <a:spcPct val="200000"/>
              </a:lnSpc>
              <a:spcBef>
                <a:spcPts val="0"/>
              </a:spcBef>
              <a:buNone/>
            </a:pPr>
            <a:r>
              <a:rPr lang="en-US" altLang="zh-CN" sz="2000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Book site: </a:t>
            </a:r>
            <a:r>
              <a:rPr lang="en-US" altLang="zh-CN" sz="1800" b="1" dirty="0">
                <a:solidFill>
                  <a:srgbClr val="00B0F0"/>
                </a:solidFill>
                <a:latin typeface="Consolas" panose="020B0609020204030204" charset="0"/>
                <a:ea typeface="黑体" panose="02010609060101010101" pitchFamily="49" charset="-122"/>
                <a:cs typeface="Consolas" panose="020B0609020204030204" charset="0"/>
              </a:rPr>
              <a:t>https://codex.cs.yale.edu/avi/os-book/OS10/index.html</a:t>
            </a:r>
            <a:endParaRPr lang="en-US" altLang="zh-CN" sz="1800" b="1" dirty="0">
              <a:solidFill>
                <a:srgbClr val="00B0F0"/>
              </a:solidFill>
              <a:latin typeface="Consolas" panose="020B0609020204030204" charset="0"/>
              <a:ea typeface="黑体" panose="02010609060101010101" pitchFamily="49" charset="-122"/>
              <a:cs typeface="Consolas" panose="020B0609020204030204" charset="0"/>
            </a:endParaRPr>
          </a:p>
        </p:txBody>
      </p:sp>
      <p:sp>
        <p:nvSpPr>
          <p:cNvPr id="2051" name="矩形 2"/>
          <p:cNvSpPr/>
          <p:nvPr/>
        </p:nvSpPr>
        <p:spPr>
          <a:xfrm>
            <a:off x="1041400" y="76835"/>
            <a:ext cx="7924800" cy="206121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>
              <a:spcBef>
                <a:spcPct val="50000"/>
              </a:spcBef>
            </a:pPr>
            <a:r>
              <a:rPr lang="en-US" altLang="zh-CN" sz="4800" dirty="0">
                <a:solidFill>
                  <a:srgbClr val="002060"/>
                </a:solidFill>
                <a:latin typeface="Calibri" panose="020F0502020204030204" charset="0"/>
              </a:rPr>
              <a:t>Operating Systems</a:t>
            </a:r>
            <a:endParaRPr lang="en-US" altLang="zh-CN" sz="4800" dirty="0">
              <a:solidFill>
                <a:srgbClr val="002060"/>
              </a:solidFill>
              <a:latin typeface="Calibri" panose="020F0502020204030204" charset="0"/>
            </a:endParaRPr>
          </a:p>
          <a:p>
            <a:pPr marL="0" indent="0" algn="ctr" latinLnBrk="0">
              <a:lnSpc>
                <a:spcPct val="200000"/>
              </a:lnSpc>
            </a:pPr>
            <a:r>
              <a:rPr lang="en-US" altLang="zh-CN" sz="4000" dirty="0">
                <a:solidFill>
                  <a:srgbClr val="002060"/>
                </a:solidFill>
                <a:latin typeface="Calibri" panose="020F0502020204030204" charset="0"/>
              </a:rPr>
              <a:t>Course Introduction</a:t>
            </a:r>
            <a:endParaRPr lang="zh-CN" altLang="en-US" sz="4000" dirty="0">
              <a:solidFill>
                <a:srgbClr val="002060"/>
              </a:solidFill>
              <a:latin typeface="Calibri" panose="020F05020202040302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dirty="0">
                <a:ea typeface="+mj-ea"/>
              </a:rPr>
              <a:t>Course References</a:t>
            </a:r>
            <a:endParaRPr lang="en-US" altLang="en-US" dirty="0">
              <a:ea typeface="+mj-ea"/>
            </a:endParaRP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085215"/>
            <a:ext cx="8229600" cy="1675765"/>
          </a:xfrm>
        </p:spPr>
        <p:txBody>
          <a:bodyPr/>
          <a:lstStyle/>
          <a:p>
            <a:pPr lvl="1" eaLnBrk="1" hangingPunct="1">
              <a:lnSpc>
                <a:spcPct val="90000"/>
              </a:lnSpc>
            </a:pPr>
            <a:r>
              <a:rPr lang="en-US" altLang="zh-CN" sz="2800" dirty="0">
                <a:solidFill>
                  <a:srgbClr val="0070C0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Lecture slides are your primary reference</a:t>
            </a:r>
            <a:endParaRPr lang="en-US" altLang="zh-CN" sz="2800" dirty="0">
              <a:solidFill>
                <a:srgbClr val="0070C0"/>
              </a:solidFill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800" dirty="0">
                <a:solidFill>
                  <a:srgbClr val="0070C0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Other references to be provided as we proceed</a:t>
            </a:r>
            <a:endParaRPr lang="en-US" altLang="zh-CN" sz="2800" dirty="0">
              <a:solidFill>
                <a:srgbClr val="0070C0"/>
              </a:solidFill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800" dirty="0">
                <a:solidFill>
                  <a:srgbClr val="0070C0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Recommended textbook:</a:t>
            </a:r>
            <a:endParaRPr lang="en-US" altLang="zh-CN" sz="2800" dirty="0">
              <a:solidFill>
                <a:srgbClr val="0070C0"/>
              </a:solidFill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  <a:p>
            <a:pPr lvl="1" eaLnBrk="1" hangingPunct="1">
              <a:lnSpc>
                <a:spcPct val="90000"/>
              </a:lnSpc>
              <a:buFont typeface="Arial" panose="020B0604020202020204" pitchFamily="34" charset="0"/>
              <a:buNone/>
            </a:pPr>
            <a:endParaRPr lang="en-US" altLang="zh-CN" sz="2800" dirty="0">
              <a:solidFill>
                <a:srgbClr val="0070C0"/>
              </a:solidFill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</p:txBody>
      </p:sp>
      <p:sp>
        <p:nvSpPr>
          <p:cNvPr id="23558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6858000" y="6492875"/>
            <a:ext cx="2133600" cy="365125"/>
          </a:xfrm>
        </p:spPr>
        <p:txBody>
          <a:bodyPr/>
          <a:lstStyle>
            <a:lvl1pPr eaLnBrk="0" hangingPunct="0">
              <a:defRPr sz="2400">
                <a:solidFill>
                  <a:srgbClr val="FF3300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rgbClr val="FF3300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rgbClr val="FF3300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rgbClr val="FF3300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rgbClr val="FF3300"/>
                </a:solidFill>
                <a:latin typeface="Tahoma" panose="020B060403050404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3300"/>
                </a:solidFill>
                <a:latin typeface="Tahoma" panose="020B060403050404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3300"/>
                </a:solidFill>
                <a:latin typeface="Tahoma" panose="020B060403050404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3300"/>
                </a:solidFill>
                <a:latin typeface="Tahoma" panose="020B060403050404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3300"/>
                </a:solidFill>
                <a:latin typeface="Tahoma" panose="020B0604030504040204" pitchFamily="34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0B098274-34A0-4FE4-99B1-A7B6C729B9F0}" type="slidenum">
              <a:rPr lang="en-US" altLang="en-US" sz="1400">
                <a:solidFill>
                  <a:srgbClr val="000000"/>
                </a:solidFill>
                <a:ea typeface="+mn-ea"/>
              </a:rPr>
            </a:fld>
            <a:endParaRPr lang="en-US" altLang="en-US" sz="1400" dirty="0">
              <a:solidFill>
                <a:srgbClr val="000000"/>
              </a:solidFill>
              <a:ea typeface="+mn-ea"/>
            </a:endParaRPr>
          </a:p>
        </p:txBody>
      </p:sp>
      <p:pic>
        <p:nvPicPr>
          <p:cNvPr id="13317" name="图片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535" y="3429000"/>
            <a:ext cx="8086725" cy="3246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8" name="文本框 8"/>
          <p:cNvSpPr txBox="1">
            <a:spLocks noChangeArrowheads="1"/>
          </p:cNvSpPr>
          <p:nvPr/>
        </p:nvSpPr>
        <p:spPr bwMode="auto">
          <a:xfrm>
            <a:off x="1250315" y="2832735"/>
            <a:ext cx="7663180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2000" dirty="0">
                <a:solidFill>
                  <a:srgbClr val="0070C0"/>
                </a:solidFill>
              </a:rPr>
              <a:t>https://codex.cs.yale.edu/avi/os-book/OS10/index.html</a:t>
            </a:r>
            <a:r>
              <a:rPr lang="en-US" altLang="zh-CN" sz="2000" dirty="0"/>
              <a:t> </a:t>
            </a:r>
            <a:endParaRPr lang="zh-CN" altLang="en-US"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1148715" y="60960"/>
            <a:ext cx="7772400" cy="838200"/>
          </a:xfrm>
        </p:spPr>
        <p:txBody>
          <a:bodyPr vert="horz" wrap="square" lIns="91440" tIns="45720" rIns="91440" bIns="45720" anchor="ctr" anchorCtr="0"/>
          <a:p>
            <a:r>
              <a:rPr lang="en-US" altLang="zh-CN" sz="3600" dirty="0">
                <a:latin typeface="Calibri" panose="020F0502020204030204" charset="0"/>
                <a:ea typeface="宋体" panose="02010600030101010101" pitchFamily="2" charset="-122"/>
              </a:rPr>
              <a:t>Syllabus at a Glance  (ch1~ch15, ch18?)</a:t>
            </a:r>
            <a:endParaRPr lang="zh-CN" altLang="zh-CN" sz="3600" dirty="0">
              <a:latin typeface="Calibri" panose="020F0502020204030204" charset="0"/>
              <a:ea typeface="MS PGothic" panose="020B0600070205080204" pitchFamily="34" charset="-128"/>
            </a:endParaRPr>
          </a:p>
        </p:txBody>
      </p:sp>
      <p:sp>
        <p:nvSpPr>
          <p:cNvPr id="14339" name="Content Placeholder 2"/>
          <p:cNvSpPr>
            <a:spLocks noGrp="1"/>
          </p:cNvSpPr>
          <p:nvPr>
            <p:ph idx="1"/>
          </p:nvPr>
        </p:nvSpPr>
        <p:spPr>
          <a:xfrm>
            <a:off x="685800" y="951230"/>
            <a:ext cx="7848600" cy="5711825"/>
          </a:xfrm>
        </p:spPr>
        <p:txBody>
          <a:bodyPr vert="horz" wrap="square" lIns="91440" tIns="45720" rIns="91440" bIns="45720" anchor="t" anchorCtr="0"/>
          <a:p>
            <a:pPr marL="0" indent="0" latinLnBrk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dirty="0">
                <a:solidFill>
                  <a:srgbClr val="0070C0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Chapter 1: Introduction</a:t>
            </a:r>
            <a:endParaRPr lang="en-US" altLang="zh-CN" dirty="0">
              <a:solidFill>
                <a:srgbClr val="0070C0"/>
              </a:solidFill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  <a:p>
            <a:pPr marL="0" indent="0" latinLnBrk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dirty="0">
                <a:solidFill>
                  <a:srgbClr val="0070C0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Chapter 2: Operating System Structures</a:t>
            </a:r>
            <a:endParaRPr lang="en-US" altLang="zh-CN" dirty="0">
              <a:solidFill>
                <a:srgbClr val="0070C0"/>
              </a:solidFill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  <a:p>
            <a:pPr marL="0" indent="0" latinLnBrk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dirty="0">
                <a:solidFill>
                  <a:srgbClr val="0070C0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Chapter 3: Processes</a:t>
            </a:r>
            <a:endParaRPr lang="en-US" altLang="zh-CN" dirty="0">
              <a:solidFill>
                <a:srgbClr val="0070C0"/>
              </a:solidFill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  <a:p>
            <a:pPr marL="0" indent="0" latinLnBrk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dirty="0">
                <a:solidFill>
                  <a:srgbClr val="0070C0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Chapter 4: Threads &amp; Concurrency</a:t>
            </a:r>
            <a:endParaRPr lang="en-US" altLang="zh-CN" dirty="0">
              <a:solidFill>
                <a:srgbClr val="0070C0"/>
              </a:solidFill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  <a:p>
            <a:pPr marL="0" indent="0" latinLnBrk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dirty="0">
                <a:solidFill>
                  <a:srgbClr val="0070C0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Chapter 5: CPU Scheduling</a:t>
            </a:r>
            <a:endParaRPr lang="en-US" altLang="zh-CN" dirty="0">
              <a:solidFill>
                <a:srgbClr val="0070C0"/>
              </a:solidFill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  <a:p>
            <a:pPr marL="0" indent="0" latinLnBrk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dirty="0">
                <a:solidFill>
                  <a:srgbClr val="0070C0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Chapter 6:  Synchronization Tools</a:t>
            </a:r>
            <a:endParaRPr lang="en-US" altLang="zh-CN" dirty="0">
              <a:solidFill>
                <a:srgbClr val="0070C0"/>
              </a:solidFill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  <a:p>
            <a:pPr marL="0" indent="0" latinLnBrk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dirty="0">
                <a:solidFill>
                  <a:srgbClr val="0070C0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Chapter 7 Synchronization Examples</a:t>
            </a:r>
            <a:endParaRPr lang="en-US" altLang="zh-CN" dirty="0">
              <a:solidFill>
                <a:srgbClr val="0070C0"/>
              </a:solidFill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  <a:p>
            <a:pPr marL="0" indent="0" latinLnBrk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dirty="0">
                <a:solidFill>
                  <a:srgbClr val="0070C0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Chapter 8: Deadlocks</a:t>
            </a:r>
            <a:endParaRPr lang="en-US" altLang="zh-CN" dirty="0">
              <a:solidFill>
                <a:srgbClr val="0070C0"/>
              </a:solidFill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  <a:p>
            <a:pPr marL="0" indent="0" latinLnBrk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dirty="0">
                <a:solidFill>
                  <a:srgbClr val="0070C0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Chapter 9: Main Memory</a:t>
            </a:r>
            <a:endParaRPr lang="en-US" altLang="zh-CN" dirty="0">
              <a:solidFill>
                <a:srgbClr val="0070C0"/>
              </a:solidFill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  <a:p>
            <a:pPr marL="0" indent="0" latinLnBrk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dirty="0">
                <a:solidFill>
                  <a:srgbClr val="0070C0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Chapter 10: Virtual Memory</a:t>
            </a:r>
            <a:endParaRPr lang="en-US" altLang="zh-CN" dirty="0">
              <a:solidFill>
                <a:srgbClr val="0070C0"/>
              </a:solidFill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  <a:p>
            <a:pPr marL="0" indent="0" latinLnBrk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dirty="0">
                <a:solidFill>
                  <a:srgbClr val="0070C0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Chapter 11: Mass-Storage Structure</a:t>
            </a:r>
            <a:endParaRPr lang="en-US" altLang="zh-CN" dirty="0">
              <a:solidFill>
                <a:srgbClr val="0070C0"/>
              </a:solidFill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  <a:p>
            <a:pPr marL="0" indent="0" latinLnBrk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dirty="0">
                <a:solidFill>
                  <a:srgbClr val="0070C0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Chapter 12: I/O Systems</a:t>
            </a:r>
            <a:endParaRPr lang="en-US" altLang="zh-CN" dirty="0">
              <a:solidFill>
                <a:srgbClr val="0070C0"/>
              </a:solidFill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  <a:p>
            <a:pPr marL="0" indent="0" latinLnBrk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dirty="0">
                <a:solidFill>
                  <a:srgbClr val="0070C0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Chapter 13: File-System Interface</a:t>
            </a:r>
            <a:endParaRPr lang="en-US" altLang="zh-CN" dirty="0">
              <a:solidFill>
                <a:srgbClr val="0070C0"/>
              </a:solidFill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  <a:p>
            <a:pPr marL="0" indent="0" latinLnBrk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dirty="0">
                <a:solidFill>
                  <a:srgbClr val="0070C0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Chapter 14: File-System Implementation</a:t>
            </a:r>
            <a:endParaRPr lang="en-US" altLang="zh-CN" dirty="0">
              <a:solidFill>
                <a:srgbClr val="0070C0"/>
              </a:solidFill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  <a:p>
            <a:pPr marL="0" indent="0" latinLnBrk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dirty="0">
                <a:solidFill>
                  <a:srgbClr val="0070C0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Chapter 15: File-System Internals</a:t>
            </a:r>
            <a:endParaRPr lang="en-US" altLang="zh-CN" dirty="0">
              <a:solidFill>
                <a:srgbClr val="0070C0"/>
              </a:solidFill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  <a:p>
            <a:pPr marL="0" indent="0" latinLnBrk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Chapter 18: Virtual Machines  (optional)</a:t>
            </a:r>
            <a:endParaRPr lang="en-US" altLang="zh-CN" dirty="0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  <a:p>
            <a:pPr marL="0" indent="0">
              <a:buChar char="•"/>
            </a:pPr>
            <a:endParaRPr lang="en-US" altLang="zh-CN" dirty="0">
              <a:solidFill>
                <a:srgbClr val="C00000"/>
              </a:solidFill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Course Lectures &amp; Labs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zh-CN" altLang="en-US" sz="2400">
                <a:solidFill>
                  <a:srgbClr val="0070C0"/>
                </a:solidFill>
                <a:latin typeface="Calibri" panose="020F0502020204030204" charset="0"/>
                <a:ea typeface="黑体" panose="02010609060101010101" pitchFamily="49" charset="-122"/>
                <a:cs typeface="Calibri" panose="020F0502020204030204" charset="0"/>
              </a:rPr>
              <a:t>操作系统</a:t>
            </a:r>
            <a:r>
              <a:rPr lang="en-US" altLang="zh-CN" sz="2400">
                <a:solidFill>
                  <a:srgbClr val="0070C0"/>
                </a:solidFill>
                <a:latin typeface="Calibri" panose="020F0502020204030204" charset="0"/>
                <a:ea typeface="黑体" panose="02010609060101010101" pitchFamily="49" charset="-122"/>
                <a:cs typeface="Calibri" panose="020F0502020204030204" charset="0"/>
              </a:rPr>
              <a:t>  3.5</a:t>
            </a:r>
            <a:r>
              <a:rPr lang="zh-CN" altLang="en-US" sz="2400">
                <a:solidFill>
                  <a:srgbClr val="0070C0"/>
                </a:solidFill>
                <a:latin typeface="Calibri" panose="020F0502020204030204" charset="0"/>
                <a:ea typeface="黑体" panose="02010609060101010101" pitchFamily="49" charset="-122"/>
                <a:cs typeface="Calibri" panose="020F0502020204030204" charset="0"/>
              </a:rPr>
              <a:t>学分</a:t>
            </a:r>
            <a:endParaRPr lang="zh-CN" altLang="en-US" sz="2400">
              <a:solidFill>
                <a:srgbClr val="0070C0"/>
              </a:solidFill>
              <a:latin typeface="Calibri" panose="020F0502020204030204" charset="0"/>
              <a:ea typeface="黑体" panose="02010609060101010101" pitchFamily="49" charset="-122"/>
              <a:cs typeface="Calibri" panose="020F0502020204030204" charset="0"/>
            </a:endParaRPr>
          </a:p>
          <a:p>
            <a:r>
              <a:rPr lang="en-US" altLang="zh-CN" sz="2000">
                <a:solidFill>
                  <a:srgbClr val="00B050"/>
                </a:solidFill>
                <a:latin typeface="Calibri" panose="020F0502020204030204" charset="0"/>
                <a:ea typeface="黑体" panose="02010609060101010101" pitchFamily="49" charset="-122"/>
                <a:cs typeface="Calibri" panose="020F0502020204030204" charset="0"/>
              </a:rPr>
              <a:t>1-17</a:t>
            </a:r>
            <a:r>
              <a:rPr lang="zh-CN" altLang="en-US" sz="2000">
                <a:solidFill>
                  <a:srgbClr val="00B050"/>
                </a:solidFill>
                <a:latin typeface="Calibri" panose="020F0502020204030204" charset="0"/>
                <a:ea typeface="黑体" panose="02010609060101010101" pitchFamily="49" charset="-122"/>
                <a:cs typeface="Calibri" panose="020F0502020204030204" charset="0"/>
              </a:rPr>
              <a:t>周</a:t>
            </a:r>
            <a:r>
              <a:rPr lang="en-US" altLang="zh-CN" sz="2000">
                <a:latin typeface="Calibri" panose="020F0502020204030204" charset="0"/>
                <a:ea typeface="黑体" panose="02010609060101010101" pitchFamily="49" charset="-122"/>
                <a:cs typeface="Calibri" panose="020F0502020204030204" charset="0"/>
              </a:rPr>
              <a:t>:   </a:t>
            </a:r>
            <a:r>
              <a:rPr lang="zh-CN" altLang="en-US" sz="2000">
                <a:solidFill>
                  <a:srgbClr val="00B050"/>
                </a:solidFill>
                <a:latin typeface="Calibri" panose="020F0502020204030204" charset="0"/>
                <a:ea typeface="黑体" panose="02010609060101010101" pitchFamily="49" charset="-122"/>
                <a:cs typeface="Calibri" panose="020F0502020204030204" charset="0"/>
              </a:rPr>
              <a:t>周一</a:t>
            </a:r>
            <a:r>
              <a:rPr lang="en-US" altLang="zh-CN" sz="2000">
                <a:solidFill>
                  <a:srgbClr val="00B050"/>
                </a:solidFill>
                <a:latin typeface="Calibri" panose="020F0502020204030204" charset="0"/>
                <a:ea typeface="黑体" panose="02010609060101010101" pitchFamily="49" charset="-122"/>
                <a:cs typeface="Calibri" panose="020F0502020204030204" charset="0"/>
              </a:rPr>
              <a:t> 6-8</a:t>
            </a:r>
            <a:r>
              <a:rPr lang="zh-CN" altLang="en-US" sz="2000">
                <a:solidFill>
                  <a:srgbClr val="00B050"/>
                </a:solidFill>
                <a:latin typeface="Calibri" panose="020F0502020204030204" charset="0"/>
                <a:ea typeface="黑体" panose="02010609060101010101" pitchFamily="49" charset="-122"/>
                <a:cs typeface="Calibri" panose="020F0502020204030204" charset="0"/>
              </a:rPr>
              <a:t>节</a:t>
            </a:r>
            <a:r>
              <a:rPr lang="zh-CN" altLang="en-US" sz="2000">
                <a:latin typeface="Calibri" panose="020F0502020204030204" charset="0"/>
                <a:ea typeface="黑体" panose="02010609060101010101" pitchFamily="49" charset="-122"/>
                <a:cs typeface="Calibri" panose="020F0502020204030204" charset="0"/>
              </a:rPr>
              <a:t>【</a:t>
            </a:r>
            <a:r>
              <a:rPr lang="en-US" altLang="zh-CN" sz="2000">
                <a:latin typeface="Calibri" panose="020F0502020204030204" charset="0"/>
                <a:ea typeface="黑体" panose="02010609060101010101" pitchFamily="49" charset="-122"/>
                <a:cs typeface="Calibri" panose="020F0502020204030204" charset="0"/>
              </a:rPr>
              <a:t>14:00-16:35</a:t>
            </a:r>
            <a:r>
              <a:rPr lang="zh-CN" altLang="en-US" sz="2000">
                <a:latin typeface="Calibri" panose="020F0502020204030204" charset="0"/>
                <a:ea typeface="黑体" panose="02010609060101010101" pitchFamily="49" charset="-122"/>
                <a:cs typeface="Calibri" panose="020F0502020204030204" charset="0"/>
              </a:rPr>
              <a:t>】番禺校区教学大楼</a:t>
            </a:r>
            <a:r>
              <a:rPr lang="en-US" altLang="zh-CN" sz="2000">
                <a:solidFill>
                  <a:srgbClr val="0070C0"/>
                </a:solidFill>
                <a:latin typeface="Calibri" panose="020F0502020204030204" charset="0"/>
                <a:ea typeface="黑体" panose="02010609060101010101" pitchFamily="49" charset="-122"/>
                <a:cs typeface="Calibri" panose="020F0502020204030204" charset="0"/>
              </a:rPr>
              <a:t>222</a:t>
            </a:r>
            <a:r>
              <a:rPr lang="zh-CN" altLang="en-US" sz="2000">
                <a:solidFill>
                  <a:srgbClr val="0070C0"/>
                </a:solidFill>
                <a:latin typeface="Calibri" panose="020F0502020204030204" charset="0"/>
                <a:ea typeface="黑体" panose="02010609060101010101" pitchFamily="49" charset="-122"/>
                <a:cs typeface="Calibri" panose="020F0502020204030204" charset="0"/>
              </a:rPr>
              <a:t>教室</a:t>
            </a:r>
            <a:endParaRPr lang="zh-CN" altLang="en-US" sz="2000">
              <a:latin typeface="Calibri" panose="020F0502020204030204" charset="0"/>
              <a:ea typeface="黑体" panose="02010609060101010101" pitchFamily="49" charset="-122"/>
              <a:cs typeface="Calibri" panose="020F0502020204030204" charset="0"/>
            </a:endParaRPr>
          </a:p>
          <a:p>
            <a:r>
              <a:rPr lang="en-US" altLang="zh-CN" sz="2000">
                <a:solidFill>
                  <a:srgbClr val="7030A0"/>
                </a:solidFill>
                <a:latin typeface="Calibri" panose="020F0502020204030204" charset="0"/>
                <a:ea typeface="黑体" panose="02010609060101010101" pitchFamily="49" charset="-122"/>
                <a:cs typeface="Calibri" panose="020F0502020204030204" charset="0"/>
              </a:rPr>
              <a:t>1-2  </a:t>
            </a:r>
            <a:r>
              <a:rPr lang="zh-CN" altLang="en-US" sz="2000">
                <a:solidFill>
                  <a:srgbClr val="7030A0"/>
                </a:solidFill>
                <a:latin typeface="Calibri" panose="020F0502020204030204" charset="0"/>
                <a:ea typeface="黑体" panose="02010609060101010101" pitchFamily="49" charset="-122"/>
                <a:cs typeface="Calibri" panose="020F0502020204030204" charset="0"/>
              </a:rPr>
              <a:t>周</a:t>
            </a:r>
            <a:r>
              <a:rPr lang="en-US" altLang="zh-CN" sz="2000">
                <a:latin typeface="Calibri" panose="020F0502020204030204" charset="0"/>
                <a:ea typeface="黑体" panose="02010609060101010101" pitchFamily="49" charset="-122"/>
                <a:cs typeface="Calibri" panose="020F0502020204030204" charset="0"/>
              </a:rPr>
              <a:t>:   </a:t>
            </a:r>
            <a:r>
              <a:rPr lang="zh-CN" altLang="en-US" sz="2000">
                <a:solidFill>
                  <a:srgbClr val="7030A0"/>
                </a:solidFill>
                <a:latin typeface="Calibri" panose="020F0502020204030204" charset="0"/>
                <a:ea typeface="黑体" panose="02010609060101010101" pitchFamily="49" charset="-122"/>
                <a:cs typeface="Calibri" panose="020F0502020204030204" charset="0"/>
              </a:rPr>
              <a:t>周三</a:t>
            </a:r>
            <a:r>
              <a:rPr lang="en-US" altLang="zh-CN" sz="2000">
                <a:solidFill>
                  <a:srgbClr val="7030A0"/>
                </a:solidFill>
                <a:latin typeface="Calibri" panose="020F0502020204030204" charset="0"/>
                <a:ea typeface="黑体" panose="02010609060101010101" pitchFamily="49" charset="-122"/>
                <a:cs typeface="Calibri" panose="020F0502020204030204" charset="0"/>
              </a:rPr>
              <a:t> 3-4</a:t>
            </a:r>
            <a:r>
              <a:rPr lang="zh-CN" altLang="en-US" sz="2000">
                <a:solidFill>
                  <a:srgbClr val="7030A0"/>
                </a:solidFill>
                <a:latin typeface="Calibri" panose="020F0502020204030204" charset="0"/>
                <a:ea typeface="黑体" panose="02010609060101010101" pitchFamily="49" charset="-122"/>
                <a:cs typeface="Calibri" panose="020F0502020204030204" charset="0"/>
              </a:rPr>
              <a:t>节</a:t>
            </a:r>
            <a:r>
              <a:rPr lang="zh-CN" altLang="en-US" sz="2000">
                <a:latin typeface="Calibri" panose="020F0502020204030204" charset="0"/>
                <a:ea typeface="黑体" panose="02010609060101010101" pitchFamily="49" charset="-122"/>
                <a:cs typeface="Calibri" panose="020F0502020204030204" charset="0"/>
              </a:rPr>
              <a:t>【</a:t>
            </a:r>
            <a:r>
              <a:rPr lang="en-US" altLang="zh-CN" sz="2000">
                <a:latin typeface="Calibri" panose="020F0502020204030204" charset="0"/>
                <a:ea typeface="黑体" panose="02010609060101010101" pitchFamily="49" charset="-122"/>
                <a:cs typeface="Calibri" panose="020F0502020204030204" charset="0"/>
              </a:rPr>
              <a:t>10:30-12:10</a:t>
            </a:r>
            <a:r>
              <a:rPr lang="zh-CN" altLang="en-US" sz="2000">
                <a:latin typeface="Calibri" panose="020F0502020204030204" charset="0"/>
                <a:ea typeface="黑体" panose="02010609060101010101" pitchFamily="49" charset="-122"/>
                <a:cs typeface="Calibri" panose="020F0502020204030204" charset="0"/>
              </a:rPr>
              <a:t>】番禺校区教学大楼</a:t>
            </a:r>
            <a:r>
              <a:rPr lang="en-US" altLang="zh-CN" sz="2000">
                <a:solidFill>
                  <a:srgbClr val="0070C0"/>
                </a:solidFill>
                <a:latin typeface="Calibri" panose="020F0502020204030204" charset="0"/>
                <a:ea typeface="黑体" panose="02010609060101010101" pitchFamily="49" charset="-122"/>
                <a:cs typeface="Calibri" panose="020F0502020204030204" charset="0"/>
              </a:rPr>
              <a:t>330</a:t>
            </a:r>
            <a:r>
              <a:rPr lang="zh-CN" altLang="en-US" sz="2000">
                <a:solidFill>
                  <a:srgbClr val="0070C0"/>
                </a:solidFill>
                <a:latin typeface="Calibri" panose="020F0502020204030204" charset="0"/>
                <a:ea typeface="黑体" panose="02010609060101010101" pitchFamily="49" charset="-122"/>
                <a:cs typeface="Calibri" panose="020F0502020204030204" charset="0"/>
              </a:rPr>
              <a:t>教室</a:t>
            </a:r>
            <a:endParaRPr lang="zh-CN" altLang="en-US" sz="2000">
              <a:latin typeface="Calibri" panose="020F0502020204030204" charset="0"/>
              <a:ea typeface="黑体" panose="02010609060101010101" pitchFamily="49" charset="-122"/>
              <a:cs typeface="Calibri" panose="020F0502020204030204" charset="0"/>
            </a:endParaRPr>
          </a:p>
          <a:p>
            <a:endParaRPr lang="en-US" altLang="zh-CN">
              <a:latin typeface="Calibri" panose="020F0502020204030204" charset="0"/>
              <a:ea typeface="黑体" panose="02010609060101010101" pitchFamily="49" charset="-122"/>
              <a:cs typeface="Calibri" panose="020F0502020204030204" charset="0"/>
            </a:endParaRPr>
          </a:p>
          <a:p>
            <a:pPr marL="0" algn="l">
              <a:buNone/>
            </a:pPr>
            <a:r>
              <a:rPr lang="zh-CN" altLang="en-US" sz="2400">
                <a:solidFill>
                  <a:srgbClr val="0070C0"/>
                </a:solidFill>
                <a:latin typeface="Calibri" panose="020F0502020204030204" charset="0"/>
                <a:ea typeface="黑体" panose="02010609060101010101" pitchFamily="49" charset="-122"/>
                <a:cs typeface="Calibri" panose="020F0502020204030204" charset="0"/>
              </a:rPr>
              <a:t>操作系统实验 0.5学分</a:t>
            </a:r>
            <a:endParaRPr lang="zh-CN" altLang="en-US" sz="2400">
              <a:solidFill>
                <a:srgbClr val="0070C0"/>
              </a:solidFill>
              <a:latin typeface="Calibri" panose="020F0502020204030204" charset="0"/>
              <a:ea typeface="黑体" panose="02010609060101010101" pitchFamily="49" charset="-122"/>
              <a:cs typeface="Calibri" panose="020F0502020204030204" charset="0"/>
            </a:endParaRPr>
          </a:p>
          <a:p>
            <a:r>
              <a:rPr lang="en-US" altLang="zh-CN" sz="2000">
                <a:solidFill>
                  <a:srgbClr val="7030A0"/>
                </a:solidFill>
                <a:latin typeface="Calibri" panose="020F0502020204030204" charset="0"/>
                <a:ea typeface="黑体" panose="02010609060101010101" pitchFamily="49" charset="-122"/>
                <a:cs typeface="Calibri" panose="020F0502020204030204" charset="0"/>
                <a:sym typeface="+mn-ea"/>
              </a:rPr>
              <a:t>3, 5 </a:t>
            </a:r>
            <a:r>
              <a:rPr lang="zh-CN" altLang="en-US" sz="2000">
                <a:solidFill>
                  <a:srgbClr val="7030A0"/>
                </a:solidFill>
                <a:latin typeface="Calibri" panose="020F0502020204030204" charset="0"/>
                <a:ea typeface="黑体" panose="02010609060101010101" pitchFamily="49" charset="-122"/>
                <a:cs typeface="Calibri" panose="020F0502020204030204" charset="0"/>
                <a:sym typeface="+mn-ea"/>
              </a:rPr>
              <a:t>周</a:t>
            </a:r>
            <a:r>
              <a:rPr lang="en-US" altLang="zh-CN" sz="2000">
                <a:latin typeface="Calibri" panose="020F0502020204030204" charset="0"/>
                <a:ea typeface="黑体" panose="02010609060101010101" pitchFamily="49" charset="-122"/>
                <a:cs typeface="Calibri" panose="020F0502020204030204" charset="0"/>
                <a:sym typeface="+mn-ea"/>
              </a:rPr>
              <a:t>:   </a:t>
            </a:r>
            <a:r>
              <a:rPr lang="zh-CN" altLang="en-US" sz="2000">
                <a:solidFill>
                  <a:srgbClr val="7030A0"/>
                </a:solidFill>
                <a:latin typeface="Calibri" panose="020F0502020204030204" charset="0"/>
                <a:ea typeface="黑体" panose="02010609060101010101" pitchFamily="49" charset="-122"/>
                <a:cs typeface="Calibri" panose="020F0502020204030204" charset="0"/>
                <a:sym typeface="+mn-ea"/>
              </a:rPr>
              <a:t>周三3-4节</a:t>
            </a:r>
            <a:r>
              <a:rPr lang="zh-CN" altLang="en-US" sz="2000">
                <a:latin typeface="Calibri" panose="020F0502020204030204" charset="0"/>
                <a:ea typeface="黑体" panose="02010609060101010101" pitchFamily="49" charset="-122"/>
                <a:cs typeface="Calibri" panose="020F0502020204030204" charset="0"/>
                <a:sym typeface="+mn-ea"/>
              </a:rPr>
              <a:t>【</a:t>
            </a:r>
            <a:r>
              <a:rPr lang="en-US" altLang="zh-CN" sz="2000">
                <a:latin typeface="Calibri" panose="020F0502020204030204" charset="0"/>
                <a:ea typeface="黑体" panose="02010609060101010101" pitchFamily="49" charset="-122"/>
                <a:cs typeface="Calibri" panose="020F0502020204030204" charset="0"/>
                <a:sym typeface="+mn-ea"/>
              </a:rPr>
              <a:t>10:30-12:10</a:t>
            </a:r>
            <a:r>
              <a:rPr lang="zh-CN" altLang="en-US" sz="2000">
                <a:latin typeface="Calibri" panose="020F0502020204030204" charset="0"/>
                <a:ea typeface="黑体" panose="02010609060101010101" pitchFamily="49" charset="-122"/>
                <a:cs typeface="Calibri" panose="020F0502020204030204" charset="0"/>
                <a:sym typeface="+mn-ea"/>
              </a:rPr>
              <a:t>】番禺校区教学大楼</a:t>
            </a:r>
            <a:r>
              <a:rPr lang="en-US" altLang="zh-CN" sz="2000">
                <a:solidFill>
                  <a:srgbClr val="0070C0"/>
                </a:solidFill>
                <a:latin typeface="Calibri" panose="020F0502020204030204" charset="0"/>
                <a:ea typeface="黑体" panose="02010609060101010101" pitchFamily="49" charset="-122"/>
                <a:cs typeface="Calibri" panose="020F0502020204030204" charset="0"/>
                <a:sym typeface="+mn-ea"/>
              </a:rPr>
              <a:t>126</a:t>
            </a:r>
            <a:r>
              <a:rPr lang="zh-CN" altLang="en-US" sz="2000">
                <a:solidFill>
                  <a:srgbClr val="0070C0"/>
                </a:solidFill>
                <a:latin typeface="Calibri" panose="020F0502020204030204" charset="0"/>
                <a:ea typeface="黑体" panose="02010609060101010101" pitchFamily="49" charset="-122"/>
                <a:cs typeface="Calibri" panose="020F0502020204030204" charset="0"/>
                <a:sym typeface="+mn-ea"/>
              </a:rPr>
              <a:t>机房</a:t>
            </a:r>
            <a:endParaRPr lang="en-US" altLang="zh-CN" sz="2000">
              <a:latin typeface="Calibri" panose="020F0502020204030204" charset="0"/>
              <a:ea typeface="黑体" panose="02010609060101010101" pitchFamily="49" charset="-122"/>
              <a:cs typeface="Calibri" panose="020F0502020204030204" charset="0"/>
            </a:endParaRPr>
          </a:p>
          <a:p>
            <a:r>
              <a:rPr lang="en-US" altLang="zh-CN" sz="2000">
                <a:solidFill>
                  <a:srgbClr val="7030A0"/>
                </a:solidFill>
                <a:latin typeface="Calibri" panose="020F0502020204030204" charset="0"/>
                <a:ea typeface="黑体" panose="02010609060101010101" pitchFamily="49" charset="-122"/>
                <a:cs typeface="Calibri" panose="020F0502020204030204" charset="0"/>
              </a:rPr>
              <a:t>4, 6, 8, 10, 12, 14, 16</a:t>
            </a:r>
            <a:r>
              <a:rPr lang="zh-CN" altLang="en-US" sz="2000">
                <a:solidFill>
                  <a:srgbClr val="7030A0"/>
                </a:solidFill>
                <a:latin typeface="Calibri" panose="020F0502020204030204" charset="0"/>
                <a:ea typeface="黑体" panose="02010609060101010101" pitchFamily="49" charset="-122"/>
                <a:cs typeface="Calibri" panose="020F0502020204030204" charset="0"/>
              </a:rPr>
              <a:t>周</a:t>
            </a:r>
            <a:r>
              <a:rPr lang="en-US" altLang="zh-CN" sz="2000">
                <a:latin typeface="Calibri" panose="020F0502020204030204" charset="0"/>
                <a:ea typeface="黑体" panose="02010609060101010101" pitchFamily="49" charset="-122"/>
                <a:cs typeface="Calibri" panose="020F0502020204030204" charset="0"/>
              </a:rPr>
              <a:t>:</a:t>
            </a:r>
            <a:endParaRPr lang="en-US" altLang="zh-CN" sz="2000">
              <a:latin typeface="Calibri" panose="020F0502020204030204" charset="0"/>
              <a:ea typeface="黑体" panose="02010609060101010101" pitchFamily="49" charset="-122"/>
              <a:cs typeface="Calibri" panose="020F0502020204030204" charset="0"/>
            </a:endParaRPr>
          </a:p>
          <a:p>
            <a:pPr marL="0" indent="0">
              <a:buNone/>
            </a:pPr>
            <a:r>
              <a:rPr lang="en-US" altLang="zh-CN" sz="2000">
                <a:latin typeface="Calibri" panose="020F0502020204030204" charset="0"/>
                <a:ea typeface="黑体" panose="02010609060101010101" pitchFamily="49" charset="-122"/>
                <a:cs typeface="Calibri" panose="020F0502020204030204" charset="0"/>
              </a:rPr>
              <a:t>                      </a:t>
            </a:r>
            <a:r>
              <a:rPr lang="zh-CN" altLang="en-US" sz="2000">
                <a:solidFill>
                  <a:srgbClr val="7030A0"/>
                </a:solidFill>
                <a:latin typeface="Calibri" panose="020F0502020204030204" charset="0"/>
                <a:ea typeface="黑体" panose="02010609060101010101" pitchFamily="49" charset="-122"/>
                <a:cs typeface="Calibri" panose="020F0502020204030204" charset="0"/>
              </a:rPr>
              <a:t>周三3-4节</a:t>
            </a:r>
            <a:r>
              <a:rPr lang="zh-CN" altLang="en-US" sz="2000">
                <a:latin typeface="Calibri" panose="020F0502020204030204" charset="0"/>
                <a:ea typeface="黑体" panose="02010609060101010101" pitchFamily="49" charset="-122"/>
                <a:cs typeface="Calibri" panose="020F0502020204030204" charset="0"/>
              </a:rPr>
              <a:t>【</a:t>
            </a:r>
            <a:r>
              <a:rPr lang="en-US" altLang="zh-CN" sz="2000">
                <a:latin typeface="Calibri" panose="020F0502020204030204" charset="0"/>
                <a:ea typeface="黑体" panose="02010609060101010101" pitchFamily="49" charset="-122"/>
                <a:cs typeface="Calibri" panose="020F0502020204030204" charset="0"/>
              </a:rPr>
              <a:t>10:30-12:10</a:t>
            </a:r>
            <a:r>
              <a:rPr lang="zh-CN" altLang="en-US" sz="2000">
                <a:latin typeface="Calibri" panose="020F0502020204030204" charset="0"/>
                <a:ea typeface="黑体" panose="02010609060101010101" pitchFamily="49" charset="-122"/>
                <a:cs typeface="Calibri" panose="020F0502020204030204" charset="0"/>
              </a:rPr>
              <a:t>】</a:t>
            </a:r>
            <a:r>
              <a:rPr lang="en-US" altLang="zh-CN" sz="2000">
                <a:latin typeface="Calibri" panose="020F0502020204030204" charset="0"/>
                <a:ea typeface="黑体" panose="02010609060101010101" pitchFamily="49" charset="-122"/>
                <a:cs typeface="Calibri" panose="020F0502020204030204" charset="0"/>
              </a:rPr>
              <a:t> </a:t>
            </a:r>
            <a:r>
              <a:rPr lang="zh-CN" altLang="en-US" sz="2000">
                <a:latin typeface="Calibri" panose="020F0502020204030204" charset="0"/>
                <a:ea typeface="黑体" panose="02010609060101010101" pitchFamily="49" charset="-122"/>
                <a:cs typeface="Calibri" panose="020F0502020204030204" charset="0"/>
              </a:rPr>
              <a:t>番禺校区教学大楼</a:t>
            </a:r>
            <a:r>
              <a:rPr lang="en-US" altLang="zh-CN" sz="2000">
                <a:solidFill>
                  <a:srgbClr val="0070C0"/>
                </a:solidFill>
                <a:latin typeface="Calibri" panose="020F0502020204030204" charset="0"/>
                <a:ea typeface="黑体" panose="02010609060101010101" pitchFamily="49" charset="-122"/>
                <a:cs typeface="Calibri" panose="020F0502020204030204" charset="0"/>
              </a:rPr>
              <a:t>116</a:t>
            </a:r>
            <a:r>
              <a:rPr lang="zh-CN" altLang="en-US" sz="2000">
                <a:solidFill>
                  <a:srgbClr val="0070C0"/>
                </a:solidFill>
                <a:latin typeface="Calibri" panose="020F0502020204030204" charset="0"/>
                <a:ea typeface="黑体" panose="02010609060101010101" pitchFamily="49" charset="-122"/>
                <a:cs typeface="Calibri" panose="020F0502020204030204" charset="0"/>
              </a:rPr>
              <a:t>机房</a:t>
            </a:r>
            <a:endParaRPr lang="zh-CN" altLang="en-US" sz="2000">
              <a:latin typeface="Calibri" panose="020F0502020204030204" charset="0"/>
              <a:ea typeface="黑体" panose="02010609060101010101" pitchFamily="49" charset="-122"/>
              <a:cs typeface="Calibri" panose="020F0502020204030204" charset="0"/>
            </a:endParaRPr>
          </a:p>
          <a:p>
            <a:endParaRPr lang="zh-CN" altLang="en-US" sz="2000">
              <a:latin typeface="Calibri" panose="020F0502020204030204" charset="0"/>
              <a:ea typeface="黑体" panose="02010609060101010101" pitchFamily="49" charset="-122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en-US" altLang="zh-CN" sz="4000" dirty="0">
                <a:latin typeface="Calibri" panose="020F0502020204030204" charset="0"/>
                <a:ea typeface="宋体" panose="02010600030101010101" pitchFamily="2" charset="-122"/>
              </a:rPr>
              <a:t>Grading</a:t>
            </a:r>
            <a:endParaRPr lang="en-US" altLang="zh-CN" sz="4000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059815"/>
            <a:ext cx="8001000" cy="508508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sz="2400" dirty="0">
                <a:solidFill>
                  <a:srgbClr val="0070C0"/>
                </a:solidFill>
                <a:latin typeface="Calibri" panose="020F0502020204030204" charset="0"/>
                <a:ea typeface="宋体" panose="02010600030101010101" pitchFamily="2" charset="-122"/>
              </a:rPr>
              <a:t>Operating Systems (3.5 credits)</a:t>
            </a:r>
            <a:endParaRPr lang="en-US" altLang="zh-CN" sz="2400" dirty="0">
              <a:solidFill>
                <a:srgbClr val="0070C0"/>
              </a:solidFill>
              <a:latin typeface="Calibri" panose="020F0502020204030204" charset="0"/>
              <a:ea typeface="宋体" panose="02010600030101010101" pitchFamily="2" charset="-122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Char char="•"/>
            </a:pPr>
            <a:r>
              <a:rPr lang="en-US" altLang="zh-CN" sz="2400" dirty="0">
                <a:latin typeface="Calibri" panose="020F0502020204030204" charset="0"/>
                <a:ea typeface="宋体" panose="02010600030101010101" pitchFamily="2" charset="-122"/>
              </a:rPr>
              <a:t>Class Participation:  10%</a:t>
            </a:r>
            <a:endParaRPr lang="en-US" altLang="zh-CN" sz="2400" dirty="0">
              <a:latin typeface="Calibri" panose="020F0502020204030204" charset="0"/>
              <a:ea typeface="宋体" panose="02010600030101010101" pitchFamily="2" charset="-122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Char char="•"/>
            </a:pPr>
            <a:r>
              <a:rPr lang="en-US" altLang="zh-CN" sz="2400" dirty="0">
                <a:latin typeface="Calibri" panose="020F0502020204030204" charset="0"/>
                <a:ea typeface="宋体" panose="02010600030101010101" pitchFamily="2" charset="-122"/>
              </a:rPr>
              <a:t>2+ Assignments: 10%</a:t>
            </a:r>
            <a:endParaRPr lang="en-US" altLang="zh-CN" sz="2400" dirty="0">
              <a:latin typeface="Calibri" panose="020F0502020204030204" charset="0"/>
              <a:ea typeface="宋体" panose="02010600030101010101" pitchFamily="2" charset="-122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Char char="•"/>
            </a:pPr>
            <a:r>
              <a:rPr lang="en-US" altLang="zh-CN" sz="2400" dirty="0">
                <a:latin typeface="Calibri" panose="020F0502020204030204" charset="0"/>
                <a:ea typeface="宋体" panose="02010600030101010101" pitchFamily="2" charset="-122"/>
              </a:rPr>
              <a:t>Labs: 20%</a:t>
            </a:r>
            <a:endParaRPr lang="en-US" altLang="zh-CN" sz="2400" dirty="0">
              <a:latin typeface="Calibri" panose="020F0502020204030204" charset="0"/>
              <a:ea typeface="宋体" panose="02010600030101010101" pitchFamily="2" charset="-122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Char char="•"/>
            </a:pPr>
            <a:r>
              <a:rPr lang="en-US" altLang="zh-CN" sz="2400" dirty="0">
                <a:solidFill>
                  <a:srgbClr val="00B050"/>
                </a:solidFill>
                <a:latin typeface="Calibri" panose="020F0502020204030204" charset="0"/>
                <a:ea typeface="宋体" panose="02010600030101010101" pitchFamily="2" charset="-122"/>
              </a:rPr>
              <a:t>Final Exam: 60%  (Closed-book, from </a:t>
            </a:r>
            <a:r>
              <a:rPr lang="en-US" altLang="zh-CN" sz="2400" dirty="0">
                <a:solidFill>
                  <a:srgbClr val="00B050"/>
                </a:solidFill>
                <a:latin typeface="Calibri" panose="020F0502020204030204" charset="0"/>
                <a:ea typeface="宋体" panose="02010600030101010101" pitchFamily="2" charset="-122"/>
                <a:sym typeface="+mn-ea"/>
              </a:rPr>
              <a:t>Lectures</a:t>
            </a:r>
            <a:r>
              <a:rPr lang="en-US" altLang="zh-CN" sz="2400" dirty="0">
                <a:solidFill>
                  <a:srgbClr val="00B050"/>
                </a:solidFill>
                <a:latin typeface="Calibri" panose="020F0502020204030204" charset="0"/>
                <a:ea typeface="宋体" panose="02010600030101010101" pitchFamily="2" charset="-122"/>
              </a:rPr>
              <a:t>, References &amp; Labs)</a:t>
            </a:r>
            <a:endParaRPr lang="en-US" altLang="zh-CN" sz="2400" dirty="0">
              <a:solidFill>
                <a:srgbClr val="00B050"/>
              </a:solidFill>
              <a:latin typeface="Calibri" panose="020F0502020204030204" charset="0"/>
              <a:ea typeface="宋体" panose="02010600030101010101" pitchFamily="2" charset="-122"/>
            </a:endParaRPr>
          </a:p>
          <a:p>
            <a:pPr marL="0" indent="0" latinLnBrk="0"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altLang="zh-CN" sz="2400" dirty="0">
                <a:solidFill>
                  <a:srgbClr val="0070C0"/>
                </a:solidFill>
                <a:latin typeface="Calibri" panose="020F0502020204030204" charset="0"/>
                <a:ea typeface="宋体" panose="02010600030101010101" pitchFamily="2" charset="-122"/>
              </a:rPr>
              <a:t>Labs on Operating Systems (0.5 credits)</a:t>
            </a:r>
            <a:endParaRPr lang="en-US" altLang="zh-CN" sz="2400" dirty="0">
              <a:solidFill>
                <a:srgbClr val="0070C0"/>
              </a:solidFill>
              <a:latin typeface="Calibri" panose="020F0502020204030204" charset="0"/>
              <a:ea typeface="宋体" panose="02010600030101010101" pitchFamily="2" charset="-122"/>
            </a:endParaRP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lang="en-US" altLang="zh-CN" sz="24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Lab Participation: 30%</a:t>
            </a:r>
            <a:endParaRPr lang="en-US" altLang="zh-CN" sz="2400" dirty="0"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lang="en-US" altLang="zh-CN" sz="2400" dirty="0">
                <a:latin typeface="Calibri" panose="020F0502020204030204" charset="0"/>
                <a:ea typeface="宋体" panose="02010600030101010101" pitchFamily="2" charset="-122"/>
                <a:sym typeface="+mn-ea"/>
              </a:rPr>
              <a:t>6+ Lab submits: 20%</a:t>
            </a:r>
            <a:endParaRPr lang="en-US" altLang="zh-CN" sz="2400" dirty="0">
              <a:latin typeface="Calibri" panose="020F0502020204030204" charset="0"/>
              <a:ea typeface="宋体" panose="02010600030101010101" pitchFamily="2" charset="-122"/>
              <a:sym typeface="+mn-ea"/>
            </a:endParaRP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lang="en-US" altLang="zh-CN" sz="2400" dirty="0">
                <a:solidFill>
                  <a:srgbClr val="00B050"/>
                </a:solidFill>
                <a:latin typeface="Calibri" panose="020F0502020204030204" charset="0"/>
                <a:ea typeface="宋体" panose="02010600030101010101" pitchFamily="2" charset="-122"/>
              </a:rPr>
              <a:t>Qualities of the 6+ Labs: 50%</a:t>
            </a:r>
            <a:endParaRPr lang="en-US" altLang="zh-CN" sz="2400" dirty="0">
              <a:solidFill>
                <a:srgbClr val="00B05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dirty="0">
                <a:ea typeface="+mj-ea"/>
              </a:rPr>
              <a:t> What to expect</a:t>
            </a:r>
            <a:endParaRPr lang="en-US" altLang="en-US" dirty="0">
              <a:ea typeface="+mj-ea"/>
            </a:endParaRP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>
          <a:xfrm>
            <a:off x="806450" y="1233805"/>
            <a:ext cx="8229600" cy="511556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400" dirty="0">
                <a:latin typeface="Calibri" panose="020F0502020204030204" charset="0"/>
                <a:cs typeface="Calibri" panose="020F0502020204030204" charset="0"/>
              </a:rPr>
              <a:t>The course would be quite involved</a:t>
            </a:r>
            <a:endParaRPr lang="en-US" altLang="en-US" sz="2400" dirty="0">
              <a:latin typeface="Calibri" panose="020F0502020204030204" charset="0"/>
              <a:cs typeface="Calibri" panose="020F0502020204030204" charset="0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Lot of </a:t>
            </a:r>
            <a:r>
              <a:rPr lang="en-US" altLang="zh-CN" sz="2000" dirty="0">
                <a:latin typeface="Calibri" panose="020F0502020204030204" charset="0"/>
                <a:cs typeface="Calibri" panose="020F0502020204030204" charset="0"/>
              </a:rPr>
              <a:t>concepts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Some programming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Reasonable workload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 eaLnBrk="1" hangingPunct="1">
              <a:lnSpc>
                <a:spcPct val="80000"/>
              </a:lnSpc>
            </a:pPr>
            <a:endParaRPr lang="en-US" altLang="en-US" sz="2400" dirty="0">
              <a:latin typeface="Calibri" panose="020F0502020204030204" charset="0"/>
              <a:cs typeface="Calibri" panose="020F0502020204030204" charset="0"/>
            </a:endParaRPr>
          </a:p>
          <a:p>
            <a:pPr marL="292100" lvl="1" eaLnBrk="1" hangingPunct="1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Calibri" panose="020F0502020204030204" charset="0"/>
                <a:cs typeface="Calibri" panose="020F0502020204030204" charset="0"/>
              </a:rPr>
              <a:t>Let me know </a:t>
            </a:r>
            <a:r>
              <a:rPr lang="en-US" altLang="en-US" sz="2400" dirty="0">
                <a:latin typeface="Calibri" panose="020F0502020204030204" charset="0"/>
                <a:cs typeface="Calibri" panose="020F0502020204030204" charset="0"/>
              </a:rPr>
              <a:t>if you have any </a:t>
            </a:r>
            <a:r>
              <a:rPr lang="en-US" altLang="zh-CN" sz="2400" dirty="0">
                <a:latin typeface="Calibri" panose="020F0502020204030204" charset="0"/>
                <a:cs typeface="Calibri" panose="020F0502020204030204" charset="0"/>
              </a:rPr>
              <a:t>question</a:t>
            </a:r>
            <a:r>
              <a:rPr lang="en-US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endParaRPr lang="en-US" altLang="en-US" sz="2400" dirty="0">
              <a:latin typeface="Calibri" panose="020F0502020204030204" charset="0"/>
              <a:cs typeface="Calibri" panose="020F0502020204030204" charset="0"/>
            </a:endParaRPr>
          </a:p>
          <a:p>
            <a:pPr eaLnBrk="1" hangingPunct="1">
              <a:lnSpc>
                <a:spcPct val="80000"/>
              </a:lnSpc>
            </a:pPr>
            <a:endParaRPr lang="en-US" altLang="en-US" sz="2000" b="1" dirty="0">
              <a:latin typeface="Calibri" panose="020F0502020204030204" charset="0"/>
              <a:cs typeface="Calibri" panose="020F0502020204030204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en-US" sz="2400" dirty="0">
                <a:latin typeface="Calibri" panose="020F0502020204030204" charset="0"/>
                <a:cs typeface="Calibri" panose="020F0502020204030204" charset="0"/>
              </a:rPr>
              <a:t>I guarantee that  </a:t>
            </a:r>
            <a:endParaRPr lang="en-US" altLang="en-US" sz="2400" dirty="0">
              <a:latin typeface="Calibri" panose="020F0502020204030204" charset="0"/>
              <a:cs typeface="Calibri" panose="020F0502020204030204" charset="0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Encourage you to do your best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You’ll have fun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Help you learn as much as I can – don’t hesitate to ask for help whenever needed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Although you won’t become experts, you will learn enough to move on!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21510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6858000" y="6492875"/>
            <a:ext cx="2133600" cy="365125"/>
          </a:xfrm>
        </p:spPr>
        <p:txBody>
          <a:bodyPr/>
          <a:lstStyle>
            <a:lvl1pPr eaLnBrk="0" hangingPunct="0">
              <a:defRPr sz="2400">
                <a:solidFill>
                  <a:srgbClr val="FF3300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rgbClr val="FF3300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rgbClr val="FF3300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rgbClr val="FF3300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rgbClr val="FF3300"/>
                </a:solidFill>
                <a:latin typeface="Tahoma" panose="020B060403050404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3300"/>
                </a:solidFill>
                <a:latin typeface="Tahoma" panose="020B060403050404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3300"/>
                </a:solidFill>
                <a:latin typeface="Tahoma" panose="020B060403050404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3300"/>
                </a:solidFill>
                <a:latin typeface="Tahoma" panose="020B060403050404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3300"/>
                </a:solidFill>
                <a:latin typeface="Tahoma" panose="020B0604030504040204" pitchFamily="34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9C637355-31C1-4D18-8897-E969DD32307E}" type="slidenum">
              <a:rPr lang="en-US" altLang="en-US" sz="1400">
                <a:solidFill>
                  <a:srgbClr val="000000"/>
                </a:solidFill>
                <a:ea typeface="+mn-ea"/>
              </a:rPr>
            </a:fld>
            <a:endParaRPr lang="en-US" altLang="en-US" sz="1400" dirty="0">
              <a:solidFill>
                <a:srgbClr val="000000"/>
              </a:solidFill>
              <a:ea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58000" y="6492875"/>
            <a:ext cx="2133600" cy="365125"/>
          </a:xfrm>
        </p:spPr>
        <p:txBody>
          <a:bodyPr/>
          <a:lstStyle>
            <a:lvl1pPr eaLnBrk="0" hangingPunct="0">
              <a:defRPr sz="2400">
                <a:solidFill>
                  <a:srgbClr val="FF3300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rgbClr val="FF3300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rgbClr val="FF3300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rgbClr val="FF3300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rgbClr val="FF3300"/>
                </a:solidFill>
                <a:latin typeface="Tahoma" panose="020B060403050404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3300"/>
                </a:solidFill>
                <a:latin typeface="Tahoma" panose="020B060403050404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3300"/>
                </a:solidFill>
                <a:latin typeface="Tahoma" panose="020B060403050404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3300"/>
                </a:solidFill>
                <a:latin typeface="Tahoma" panose="020B060403050404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3300"/>
                </a:solidFill>
                <a:latin typeface="Tahoma" panose="020B0604030504040204" pitchFamily="34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5A4A9D23-B9EC-45CF-9F53-31246CF6E793}" type="slidenum">
              <a:rPr lang="en-US" altLang="en-US" sz="1200">
                <a:solidFill>
                  <a:srgbClr val="898989"/>
                </a:solidFill>
                <a:ea typeface="+mn-ea"/>
              </a:rPr>
            </a:fld>
            <a:endParaRPr lang="en-US" altLang="en-US" sz="1200" dirty="0">
              <a:solidFill>
                <a:srgbClr val="898989"/>
              </a:solidFill>
              <a:ea typeface="+mn-ea"/>
            </a:endParaRPr>
          </a:p>
        </p:txBody>
      </p:sp>
      <p:sp>
        <p:nvSpPr>
          <p:cNvPr id="225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dirty="0">
                <a:ea typeface="+mj-ea"/>
              </a:rPr>
              <a:t>What I expect you to</a:t>
            </a:r>
            <a:endParaRPr lang="en-US" altLang="en-US" dirty="0">
              <a:ea typeface="+mj-ea"/>
            </a:endParaRPr>
          </a:p>
        </p:txBody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92785" y="1233805"/>
            <a:ext cx="8229600" cy="5259705"/>
          </a:xfrm>
        </p:spPr>
        <p:txBody>
          <a:bodyPr/>
          <a:lstStyle/>
          <a:p>
            <a:pPr eaLnBrk="1" hangingPunct="1">
              <a:spcBef>
                <a:spcPct val="0"/>
              </a:spcBef>
              <a:spcAft>
                <a:spcPts val="1200"/>
              </a:spcAft>
            </a:pPr>
            <a:r>
              <a:rPr lang="en-US" altLang="en-US" sz="2400" dirty="0">
                <a:latin typeface="Calibri" panose="020F0502020204030204" charset="0"/>
                <a:cs typeface="Calibri" panose="020F0502020204030204" charset="0"/>
              </a:rPr>
              <a:t>Attend each Lecture and each Lab</a:t>
            </a:r>
            <a:endParaRPr lang="en-US" altLang="en-US" sz="2400" dirty="0">
              <a:latin typeface="Calibri" panose="020F0502020204030204" charset="0"/>
              <a:cs typeface="Calibri" panose="020F0502020204030204" charset="0"/>
            </a:endParaRPr>
          </a:p>
          <a:p>
            <a:pPr eaLnBrk="1" hangingPunct="1">
              <a:spcBef>
                <a:spcPct val="0"/>
              </a:spcBef>
              <a:spcAft>
                <a:spcPts val="1200"/>
              </a:spcAft>
            </a:pPr>
            <a:r>
              <a:rPr lang="en-US" altLang="en-US" sz="2400" dirty="0">
                <a:latin typeface="Calibri" panose="020F0502020204030204" charset="0"/>
                <a:cs typeface="Calibri" panose="020F0502020204030204" charset="0"/>
              </a:rPr>
              <a:t>Preview &amp; Review lecture slides &amp; reference before/after each lecture</a:t>
            </a:r>
            <a:endParaRPr lang="en-US" altLang="en-US" sz="2400" dirty="0">
              <a:latin typeface="Calibri" panose="020F0502020204030204" charset="0"/>
              <a:cs typeface="Calibri" panose="020F0502020204030204" charset="0"/>
            </a:endParaRPr>
          </a:p>
          <a:p>
            <a:pPr eaLnBrk="1" hangingPunct="1">
              <a:spcBef>
                <a:spcPct val="0"/>
              </a:spcBef>
              <a:spcAft>
                <a:spcPts val="1200"/>
              </a:spcAft>
            </a:pPr>
            <a:r>
              <a:rPr lang="en-US" altLang="en-US" sz="2400" dirty="0">
                <a:latin typeface="Calibri" panose="020F0502020204030204" charset="0"/>
                <a:cs typeface="Calibri" panose="020F0502020204030204" charset="0"/>
              </a:rPr>
              <a:t>Ask questions during lectures</a:t>
            </a:r>
            <a:endParaRPr lang="en-US" altLang="en-US" sz="2400" dirty="0">
              <a:latin typeface="Calibri" panose="020F0502020204030204" charset="0"/>
              <a:cs typeface="Calibri" panose="020F0502020204030204" charset="0"/>
            </a:endParaRPr>
          </a:p>
          <a:p>
            <a:pPr algn="l" eaLnBrk="1" hangingPunct="1">
              <a:spcAft>
                <a:spcPts val="1200"/>
              </a:spcAft>
            </a:pPr>
            <a:r>
              <a:rPr lang="en-US" altLang="en-US" sz="2400" dirty="0">
                <a:latin typeface="Calibri" panose="020F0502020204030204" charset="0"/>
                <a:cs typeface="Calibri" panose="020F0502020204030204" charset="0"/>
                <a:sym typeface="+mn-ea"/>
              </a:rPr>
              <a:t>Ask questions by the </a:t>
            </a:r>
            <a:r>
              <a:rPr lang="en-US" altLang="en-US" sz="24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Course Group on WeChat</a:t>
            </a:r>
            <a:endParaRPr lang="en-US" altLang="en-US" sz="2400" dirty="0">
              <a:latin typeface="Calibri" panose="020F0502020204030204" charset="0"/>
              <a:cs typeface="Calibri" panose="020F0502020204030204" charset="0"/>
              <a:sym typeface="+mn-ea"/>
            </a:endParaRPr>
          </a:p>
          <a:p>
            <a:pPr algn="l" eaLnBrk="1" hangingPunct="1">
              <a:spcAft>
                <a:spcPts val="1200"/>
              </a:spcAft>
            </a:pPr>
            <a:r>
              <a:rPr lang="en-US" altLang="en-US" sz="2400" dirty="0">
                <a:latin typeface="Calibri" panose="020F0502020204030204" charset="0"/>
                <a:cs typeface="Calibri" panose="020F0502020204030204" charset="0"/>
                <a:sym typeface="+mn-ea"/>
              </a:rPr>
              <a:t>Ask questions over </a:t>
            </a:r>
            <a:r>
              <a:rPr lang="en-US" altLang="en-US" sz="2400" b="1" dirty="0">
                <a:latin typeface="Calibri" panose="020F0502020204030204" charset="0"/>
                <a:cs typeface="Calibri" panose="020F0502020204030204" charset="0"/>
                <a:sym typeface="+mn-ea"/>
              </a:rPr>
              <a:t>email : </a:t>
            </a:r>
            <a:r>
              <a:rPr lang="en-US" altLang="en-US" sz="2400" dirty="0">
                <a:solidFill>
                  <a:srgbClr val="00B050"/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c.max</a:t>
            </a:r>
            <a:r>
              <a:rPr lang="en-US" altLang="en-US" sz="2400" dirty="0">
                <a:solidFill>
                  <a:srgbClr val="00B050"/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 @</a:t>
            </a:r>
            <a:r>
              <a:rPr lang="en-US" altLang="en-US" sz="2400" dirty="0">
                <a:solidFill>
                  <a:srgbClr val="00B050"/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 yeah.net</a:t>
            </a:r>
            <a:endParaRPr lang="en-US" altLang="en-US" sz="2400" dirty="0">
              <a:latin typeface="Calibri" panose="020F0502020204030204" charset="0"/>
              <a:cs typeface="Calibri" panose="020F0502020204030204" charset="0"/>
              <a:sym typeface="+mn-ea"/>
            </a:endParaRPr>
          </a:p>
          <a:p>
            <a:pPr algn="l" eaLnBrk="1" hangingPunct="1">
              <a:spcAft>
                <a:spcPts val="1200"/>
              </a:spcAft>
            </a:pPr>
            <a:r>
              <a:rPr lang="en-US" altLang="en-US" sz="2400" dirty="0">
                <a:latin typeface="Calibri" panose="020F0502020204030204" charset="0"/>
                <a:cs typeface="Calibri" panose="020F0502020204030204" charset="0"/>
              </a:rPr>
              <a:t>Try to start early on assignments 	</a:t>
            </a:r>
            <a:endParaRPr lang="en-US" altLang="en-US" sz="2400" dirty="0">
              <a:latin typeface="Calibri" panose="020F0502020204030204" charset="0"/>
              <a:cs typeface="Calibri" panose="020F0502020204030204" charset="0"/>
            </a:endParaRPr>
          </a:p>
          <a:p>
            <a:pPr marL="342900" lvl="1" indent="-342900" algn="l" eaLnBrk="1" hangingPunct="1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altLang="en-US" sz="2400" dirty="0">
                <a:latin typeface="Calibri" panose="020F0502020204030204" charset="0"/>
                <a:cs typeface="Calibri" panose="020F0502020204030204" charset="0"/>
              </a:rPr>
              <a:t>Don’t wait until the very last minute</a:t>
            </a:r>
            <a:endParaRPr lang="en-US" altLang="en-US" sz="2400" dirty="0">
              <a:latin typeface="Calibri" panose="020F0502020204030204" charset="0"/>
              <a:cs typeface="Calibri" panose="020F0502020204030204" charset="0"/>
            </a:endParaRPr>
          </a:p>
          <a:p>
            <a:pPr eaLnBrk="1" hangingPunct="1">
              <a:spcBef>
                <a:spcPct val="0"/>
              </a:spcBef>
              <a:spcAft>
                <a:spcPts val="1200"/>
              </a:spcAft>
            </a:pPr>
            <a:r>
              <a:rPr lang="en-US" altLang="en-US" sz="2400" dirty="0">
                <a:latin typeface="Calibri" panose="020F0502020204030204" charset="0"/>
                <a:cs typeface="Calibri" panose="020F0502020204030204" charset="0"/>
              </a:rPr>
              <a:t>Follow the instructions and submit assignments on time</a:t>
            </a:r>
            <a:endParaRPr lang="en-US" altLang="en-US" sz="2400" dirty="0"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dirty="0">
                <a:ea typeface="+mj-ea"/>
              </a:rPr>
              <a:t>Attendance Policy	</a:t>
            </a:r>
            <a:endParaRPr lang="en-US" altLang="en-US" dirty="0">
              <a:ea typeface="+mj-ea"/>
            </a:endParaRPr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Attendance will be taken randomly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 eaLnBrk="1" hangingPunct="1"/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 eaLnBrk="1" hangingPunct="1"/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If you fail to attend the lectures at </a:t>
            </a:r>
            <a:r>
              <a:rPr lang="en-US" altLang="en-US" sz="2000" b="1" dirty="0">
                <a:solidFill>
                  <a:srgbClr val="C00000"/>
                </a:solidFill>
                <a:latin typeface="Calibri" panose="020F0502020204030204" charset="0"/>
                <a:cs typeface="Calibri" panose="020F0502020204030204" charset="0"/>
              </a:rPr>
              <a:t>3 times </a:t>
            </a:r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without prior notification of your absence, your attendance grade will be </a:t>
            </a:r>
            <a:r>
              <a:rPr lang="en-US" altLang="en-US" sz="2000" b="1" dirty="0">
                <a:solidFill>
                  <a:srgbClr val="C00000"/>
                </a:solidFill>
                <a:latin typeface="Calibri" panose="020F0502020204030204" charset="0"/>
                <a:cs typeface="Calibri" panose="020F0502020204030204" charset="0"/>
              </a:rPr>
              <a:t>0</a:t>
            </a:r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.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21508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858000" y="6492875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mbria" panose="02040503050406030204" pitchFamily="18" charset="0"/>
                <a:cs typeface="Calibri" panose="020F050202020403020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mbria" panose="02040503050406030204" pitchFamily="18" charset="0"/>
                <a:cs typeface="Calibri" panose="020F050202020403020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cs typeface="Calibri" panose="020F050202020403020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Calibri" panose="020F050202020403020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Calibri" panose="020F050202020403020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Calibri" panose="020F050202020403020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Calibri" panose="020F050202020403020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Calibri" panose="020F050202020403020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mbria" panose="02040503050406030204" pitchFamily="18" charset="0"/>
                <a:cs typeface="Calibri" panose="020F050202020403020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fld id="{1CDB50A9-AF4A-4384-A7A6-B8959663995B}" type="slidenum">
              <a:rPr lang="en-US" altLang="en-US" sz="1400" smtClean="0">
                <a:solidFill>
                  <a:srgbClr val="000000"/>
                </a:solidFill>
                <a:latin typeface="Tahoma" panose="020B0604030504040204" pitchFamily="34" charset="0"/>
              </a:rPr>
            </a:fld>
            <a:endParaRPr lang="en-US" altLang="en-US" sz="1400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dirty="0">
                <a:ea typeface="+mj-ea"/>
              </a:rPr>
              <a:t>Late Homework Policy	</a:t>
            </a:r>
            <a:endParaRPr lang="en-US" altLang="en-US" dirty="0">
              <a:ea typeface="+mj-ea"/>
            </a:endParaRPr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233488"/>
            <a:ext cx="8229600" cy="4530725"/>
          </a:xfrm>
        </p:spPr>
        <p:txBody>
          <a:bodyPr/>
          <a:lstStyle/>
          <a:p>
            <a:pPr eaLnBrk="1" hangingPunct="1"/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None – </a:t>
            </a:r>
            <a:r>
              <a:rPr lang="en-US" altLang="en-US" sz="2000" b="1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no late homework </a:t>
            </a:r>
            <a:r>
              <a:rPr lang="en-US" altLang="zh-CN" sz="2000" b="1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is</a:t>
            </a:r>
            <a:r>
              <a:rPr lang="en-US" altLang="en-US" sz="2000" b="1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 allowed</a:t>
            </a:r>
            <a:endParaRPr lang="en-US" altLang="en-US" sz="2000" b="1" dirty="0">
              <a:solidFill>
                <a:srgbClr val="0070C0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eaLnBrk="1" hangingPunct="1"/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Either you submit on time and your homework will be graded OR you submit late, and the homework is NOT graded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 eaLnBrk="1" hangingPunct="1"/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You should stick to deadlines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 eaLnBrk="1" hangingPunct="1"/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Exception will be made ONLY under genuine circumstances </a:t>
            </a:r>
            <a:r>
              <a:rPr lang="en-US" altLang="en-US" sz="2000" dirty="0">
                <a:solidFill>
                  <a:srgbClr val="C00000"/>
                </a:solidFill>
                <a:latin typeface="Calibri" panose="020F0502020204030204" charset="0"/>
                <a:cs typeface="Calibri" panose="020F0502020204030204" charset="0"/>
              </a:rPr>
              <a:t>(LATER IS BETTER THAN NEVER :-)</a:t>
            </a:r>
            <a:r>
              <a:rPr lang="en-US" altLang="en-US" sz="2000" dirty="0">
                <a:latin typeface="Calibri" panose="020F0502020204030204" charset="0"/>
                <a:cs typeface="Calibri" panose="020F0502020204030204" charset="0"/>
              </a:rPr>
              <a:t> </a:t>
            </a:r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  <a:p>
            <a:pPr eaLnBrk="1" hangingPunct="1"/>
            <a:endParaRPr lang="en-US" altLang="en-US" sz="2000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26630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6858000" y="6492875"/>
            <a:ext cx="2133600" cy="365125"/>
          </a:xfrm>
        </p:spPr>
        <p:txBody>
          <a:bodyPr/>
          <a:lstStyle>
            <a:lvl1pPr eaLnBrk="0" hangingPunct="0">
              <a:defRPr sz="2400">
                <a:solidFill>
                  <a:srgbClr val="FF3300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rgbClr val="FF3300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rgbClr val="FF3300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rgbClr val="FF3300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rgbClr val="FF3300"/>
                </a:solidFill>
                <a:latin typeface="Tahoma" panose="020B060403050404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3300"/>
                </a:solidFill>
                <a:latin typeface="Tahoma" panose="020B060403050404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3300"/>
                </a:solidFill>
                <a:latin typeface="Tahoma" panose="020B060403050404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3300"/>
                </a:solidFill>
                <a:latin typeface="Tahoma" panose="020B060403050404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3300"/>
                </a:solidFill>
                <a:latin typeface="Tahoma" panose="020B0604030504040204" pitchFamily="34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B1AEA9E5-345E-4D6A-9475-C2A08674EDE6}" type="slidenum">
              <a:rPr lang="en-US" altLang="en-US" sz="1400">
                <a:solidFill>
                  <a:srgbClr val="000000"/>
                </a:solidFill>
                <a:ea typeface="+mn-ea"/>
              </a:rPr>
            </a:fld>
            <a:endParaRPr lang="en-US" altLang="en-US" sz="1400" dirty="0">
              <a:solidFill>
                <a:srgbClr val="000000"/>
              </a:solidFill>
              <a:ea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Title 1"/>
          <p:cNvSpPr>
            <a:spLocks noGrp="1"/>
          </p:cNvSpPr>
          <p:nvPr>
            <p:ph type="title"/>
          </p:nvPr>
        </p:nvSpPr>
        <p:spPr>
          <a:xfrm>
            <a:off x="1033780" y="171450"/>
            <a:ext cx="7860030" cy="685800"/>
          </a:xfrm>
        </p:spPr>
        <p:txBody>
          <a:bodyPr vert="horz" wrap="square" lIns="91440" tIns="45720" rIns="91440" bIns="45720" anchor="ctr" anchorCtr="0"/>
          <a:p>
            <a:pPr algn="ctr"/>
            <a:r>
              <a:rPr lang="en-US" altLang="zh-CN" sz="3600" dirty="0">
                <a:solidFill>
                  <a:srgbClr val="002060"/>
                </a:solidFill>
                <a:latin typeface="Calibri" panose="020F0502020204030204" charset="0"/>
              </a:rPr>
              <a:t>Three Dimensions of most CST Courses</a:t>
            </a:r>
            <a:endParaRPr lang="en-US" altLang="zh-CN" sz="3600" dirty="0">
              <a:solidFill>
                <a:srgbClr val="00206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3555" name="TextBox 8"/>
          <p:cNvSpPr txBox="1"/>
          <p:nvPr/>
        </p:nvSpPr>
        <p:spPr>
          <a:xfrm>
            <a:off x="609600" y="1371600"/>
            <a:ext cx="8212138" cy="42465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400" dirty="0">
                <a:solidFill>
                  <a:srgbClr val="00B0F0"/>
                </a:solidFill>
                <a:latin typeface="Calibri" panose="020F0502020204030204" charset="0"/>
                <a:cs typeface="Calibri" panose="020F0502020204030204" charset="0"/>
              </a:rPr>
              <a:t>Most of Courses on CST is organized by a combination of elements from the following 3 dimensions:</a:t>
            </a:r>
            <a:endParaRPr lang="en-US" altLang="zh-CN" sz="2400" dirty="0">
              <a:solidFill>
                <a:srgbClr val="00B0F0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>
              <a:spcBef>
                <a:spcPts val="1200"/>
              </a:spcBef>
            </a:pPr>
            <a:r>
              <a:rPr lang="en-US" altLang="zh-CN" sz="2400" dirty="0">
                <a:solidFill>
                  <a:srgbClr val="C00000"/>
                </a:solidFill>
                <a:latin typeface="Calibri" panose="020F0502020204030204" charset="0"/>
                <a:cs typeface="Calibri" panose="020F0502020204030204" charset="0"/>
              </a:rPr>
              <a:t>THEORY related</a:t>
            </a:r>
            <a:r>
              <a:rPr lang="en-US" altLang="zh-CN" sz="2400" dirty="0">
                <a:solidFill>
                  <a:srgbClr val="00B0F0"/>
                </a:solidFill>
                <a:latin typeface="Calibri" panose="020F0502020204030204" charset="0"/>
                <a:cs typeface="Calibri" panose="020F0502020204030204" charset="0"/>
              </a:rPr>
              <a:t>:  Maths, Concepts, Models, Algorithms, Principles, Mechanisms, Methods, </a:t>
            </a:r>
            <a:r>
              <a:rPr lang="en-US" altLang="zh-CN" sz="2400" dirty="0">
                <a:solidFill>
                  <a:srgbClr val="00B0F0"/>
                </a:solidFill>
                <a:latin typeface="Calibri" panose="020F0502020204030204" charset="0"/>
                <a:ea typeface="Calibri" panose="020F0502020204030204" charset="0"/>
              </a:rPr>
              <a:t>…</a:t>
            </a:r>
            <a:r>
              <a:rPr lang="en-US" altLang="zh-CN" sz="2400" dirty="0">
                <a:solidFill>
                  <a:srgbClr val="00B0F0"/>
                </a:solidFill>
                <a:latin typeface="Calibri" panose="020F0502020204030204" charset="0"/>
                <a:cs typeface="Calibri" panose="020F0502020204030204" charset="0"/>
              </a:rPr>
              <a:t> Need to understand Abstract Things</a:t>
            </a:r>
            <a:endParaRPr lang="en-US" altLang="zh-CN" sz="2400" dirty="0">
              <a:solidFill>
                <a:srgbClr val="00B0F0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>
              <a:spcBef>
                <a:spcPts val="1200"/>
              </a:spcBef>
            </a:pPr>
            <a:r>
              <a:rPr lang="en-US" altLang="zh-CN" sz="2400" dirty="0">
                <a:solidFill>
                  <a:srgbClr val="C00000"/>
                </a:solidFill>
                <a:latin typeface="Calibri" panose="020F0502020204030204" charset="0"/>
                <a:cs typeface="Calibri" panose="020F0502020204030204" charset="0"/>
              </a:rPr>
              <a:t>SYSTEM and TOOLS related</a:t>
            </a:r>
            <a:r>
              <a:rPr lang="en-US" altLang="zh-CN" sz="2400" dirty="0">
                <a:solidFill>
                  <a:srgbClr val="00B0F0"/>
                </a:solidFill>
                <a:latin typeface="Calibri" panose="020F0502020204030204" charset="0"/>
                <a:cs typeface="Calibri" panose="020F0502020204030204" charset="0"/>
              </a:rPr>
              <a:t>: HW, Network, OS, PLs, IDEs, DBMS, Clients, Servers, Virtual Machines, Containers in Cloud, </a:t>
            </a:r>
            <a:r>
              <a:rPr lang="en-US" altLang="zh-CN" sz="2400" dirty="0">
                <a:solidFill>
                  <a:srgbClr val="00B0F0"/>
                </a:solidFill>
                <a:latin typeface="Calibri" panose="020F0502020204030204" charset="0"/>
                <a:ea typeface="Calibri" panose="020F0502020204030204" charset="0"/>
              </a:rPr>
              <a:t>…</a:t>
            </a:r>
            <a:r>
              <a:rPr lang="en-US" altLang="zh-CN" sz="2400" dirty="0">
                <a:solidFill>
                  <a:srgbClr val="00B0F0"/>
                </a:solidFill>
                <a:latin typeface="Calibri" panose="020F0502020204030204" charset="0"/>
                <a:cs typeface="Calibri" panose="020F0502020204030204" charset="0"/>
              </a:rPr>
              <a:t> Need to </a:t>
            </a:r>
            <a:r>
              <a:rPr lang="en-US" altLang="zh-CN" sz="2400" dirty="0">
                <a:solidFill>
                  <a:srgbClr val="C00000"/>
                </a:solidFill>
                <a:latin typeface="Calibri" panose="020F0502020204030204" charset="0"/>
                <a:cs typeface="Calibri" panose="020F0502020204030204" charset="0"/>
              </a:rPr>
              <a:t>understand, set and use them properly </a:t>
            </a:r>
            <a:endParaRPr lang="en-US" altLang="zh-CN" sz="2400" dirty="0">
              <a:solidFill>
                <a:srgbClr val="C00000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>
              <a:spcBef>
                <a:spcPts val="1200"/>
              </a:spcBef>
            </a:pPr>
            <a:r>
              <a:rPr lang="en-US" altLang="zh-CN" sz="2400" dirty="0">
                <a:solidFill>
                  <a:srgbClr val="C00000"/>
                </a:solidFill>
                <a:latin typeface="Calibri" panose="020F0502020204030204" charset="0"/>
                <a:cs typeface="Calibri" panose="020F0502020204030204" charset="0"/>
              </a:rPr>
              <a:t>DESIGN related</a:t>
            </a:r>
            <a:r>
              <a:rPr lang="en-US" altLang="zh-CN" sz="2400" dirty="0">
                <a:solidFill>
                  <a:srgbClr val="00B0F0"/>
                </a:solidFill>
                <a:latin typeface="Calibri" panose="020F0502020204030204" charset="0"/>
                <a:cs typeface="Calibri" panose="020F0502020204030204" charset="0"/>
              </a:rPr>
              <a:t>: According to Requirements (Problems), need to use Theory and Tools to </a:t>
            </a:r>
            <a:r>
              <a:rPr lang="en-US" altLang="zh-CN" sz="2400" dirty="0">
                <a:solidFill>
                  <a:srgbClr val="C00000"/>
                </a:solidFill>
                <a:latin typeface="Calibri" panose="020F0502020204030204" charset="0"/>
                <a:cs typeface="Calibri" panose="020F0502020204030204" charset="0"/>
              </a:rPr>
              <a:t>shape/implement/test Solutions</a:t>
            </a:r>
            <a:r>
              <a:rPr lang="en-US" altLang="zh-CN" sz="2400" dirty="0">
                <a:solidFill>
                  <a:srgbClr val="00B0F0"/>
                </a:solidFill>
                <a:latin typeface="Calibri" panose="020F0502020204030204" charset="0"/>
                <a:cs typeface="Calibri" panose="020F0502020204030204" charset="0"/>
              </a:rPr>
              <a:t>!</a:t>
            </a:r>
            <a:endParaRPr lang="en-US" altLang="zh-CN" sz="2400" dirty="0">
              <a:solidFill>
                <a:srgbClr val="00B0F0"/>
              </a:solidFill>
              <a:latin typeface="Calibri" panose="020F0502020204030204" charset="0"/>
              <a:ea typeface="Calibri" panose="020F050202020403020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573338" y="5880100"/>
            <a:ext cx="4217987" cy="5857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buNone/>
            </a:pPr>
            <a:r>
              <a:rPr lang="en-US" altLang="zh-CN" sz="3200" dirty="0">
                <a:solidFill>
                  <a:srgbClr val="D90000"/>
                </a:solidFill>
                <a:latin typeface="Calibri" panose="020F0502020204030204" charset="0"/>
                <a:cs typeface="Calibri" panose="020F0502020204030204" charset="0"/>
              </a:rPr>
              <a:t>Put them all together!!!</a:t>
            </a:r>
            <a:endParaRPr lang="zh-CN" altLang="en-US" sz="3200" dirty="0">
              <a:latin typeface="Calibri" panose="020F0502020204030204" charset="0"/>
              <a:ea typeface="Calibri" panose="020F05020202040302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charRg st="0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charRg st="0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allAtOnce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4578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3275" y="666750"/>
            <a:ext cx="7572375" cy="44005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560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3775" y="0"/>
            <a:ext cx="7210425" cy="52292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5603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0825" y="5280025"/>
            <a:ext cx="6276975" cy="14192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End of Course Introduction</a:t>
            </a:r>
            <a:endParaRPr lang="en-US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OS8</Template>
  <TotalTime>0</TotalTime>
  <Words>3227</Words>
  <Application>WPS 演示</Application>
  <PresentationFormat>On-screen Show (4:3)</PresentationFormat>
  <Paragraphs>124</Paragraphs>
  <Slides>13</Slides>
  <Notes>61</Notes>
  <HiddenSlides>1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30" baseType="lpstr">
      <vt:lpstr>Arial</vt:lpstr>
      <vt:lpstr>宋体</vt:lpstr>
      <vt:lpstr>Wingdings</vt:lpstr>
      <vt:lpstr>Verdana</vt:lpstr>
      <vt:lpstr>MS PGothic</vt:lpstr>
      <vt:lpstr>Times New Roman</vt:lpstr>
      <vt:lpstr>Helvetica</vt:lpstr>
      <vt:lpstr>Webdings</vt:lpstr>
      <vt:lpstr>黑体</vt:lpstr>
      <vt:lpstr>Comic Sans MS</vt:lpstr>
      <vt:lpstr>Consolas</vt:lpstr>
      <vt:lpstr>Calibri</vt:lpstr>
      <vt:lpstr>Tahoma</vt:lpstr>
      <vt:lpstr>Cambria</vt:lpstr>
      <vt:lpstr>微软雅黑</vt:lpstr>
      <vt:lpstr>Arial Unicode MS</vt:lpstr>
      <vt:lpstr>os-8</vt:lpstr>
      <vt:lpstr>PowerPoint 演示文稿</vt:lpstr>
      <vt:lpstr>Course References</vt:lpstr>
      <vt:lpstr>Syllabus at a Glance  (ch1~ch15, ch18?)</vt:lpstr>
      <vt:lpstr>Course Lectures &amp; Labs</vt:lpstr>
      <vt:lpstr>Grading</vt:lpstr>
      <vt:lpstr> What to expect</vt:lpstr>
      <vt:lpstr>What I expect you to</vt:lpstr>
      <vt:lpstr>Attendance Policy	</vt:lpstr>
      <vt:lpstr>Late Homework Policy	</vt:lpstr>
      <vt:lpstr>Three Dimensions of most CST Courses</vt:lpstr>
      <vt:lpstr>PowerPoint 演示文稿</vt:lpstr>
      <vt:lpstr>PowerPoint 演示文稿</vt:lpstr>
      <vt:lpstr>End of Course Introduction</vt:lpstr>
    </vt:vector>
  </TitlesOfParts>
  <Company>Lucent Technologies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2.01</dc:title>
  <dc:creator>Lucent End User</dc:creator>
  <cp:lastModifiedBy>MX</cp:lastModifiedBy>
  <cp:revision>271</cp:revision>
  <cp:lastPrinted>2001-06-14T13:58:00Z</cp:lastPrinted>
  <dcterms:created xsi:type="dcterms:W3CDTF">2011-01-13T23:43:00Z</dcterms:created>
  <dcterms:modified xsi:type="dcterms:W3CDTF">2026-03-08T17:15:21Z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25EA6D5E8BBF4C36AF75C92C53E876D6_12</vt:lpwstr>
  </property>
  <property fmtid="{D5CDD505-2E9C-101B-9397-08002B2CF9AE}" pid="3" name="KSOProductBuildVer">
    <vt:lpwstr>2052-12.1.0.23542</vt:lpwstr>
  </property>
</Properties>
</file>