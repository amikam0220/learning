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Lst>
  <p:notesMasterIdLst>
    <p:notesMasterId r:id="rId4"/>
  </p:notesMasterIdLst>
  <p:handoutMasterIdLst>
    <p:handoutMasterId r:id="rId128"/>
  </p:handoutMasterIdLst>
  <p:sldIdLst>
    <p:sldId id="419" r:id="rId3"/>
    <p:sldId id="332" r:id="rId5"/>
    <p:sldId id="420" r:id="rId6"/>
    <p:sldId id="421" r:id="rId7"/>
    <p:sldId id="422" r:id="rId8"/>
    <p:sldId id="333" r:id="rId9"/>
    <p:sldId id="423" r:id="rId10"/>
    <p:sldId id="424" r:id="rId11"/>
    <p:sldId id="425" r:id="rId12"/>
    <p:sldId id="426" r:id="rId13"/>
    <p:sldId id="427" r:id="rId14"/>
    <p:sldId id="428" r:id="rId15"/>
    <p:sldId id="429" r:id="rId16"/>
    <p:sldId id="430" r:id="rId17"/>
    <p:sldId id="431" r:id="rId18"/>
    <p:sldId id="432" r:id="rId19"/>
    <p:sldId id="433" r:id="rId20"/>
    <p:sldId id="434" r:id="rId21"/>
    <p:sldId id="435" r:id="rId22"/>
    <p:sldId id="436" r:id="rId23"/>
    <p:sldId id="437" r:id="rId24"/>
    <p:sldId id="438" r:id="rId25"/>
    <p:sldId id="439" r:id="rId26"/>
    <p:sldId id="440" r:id="rId27"/>
    <p:sldId id="441" r:id="rId28"/>
    <p:sldId id="442" r:id="rId29"/>
    <p:sldId id="443" r:id="rId30"/>
    <p:sldId id="444" r:id="rId31"/>
    <p:sldId id="445" r:id="rId32"/>
    <p:sldId id="446" r:id="rId33"/>
    <p:sldId id="447" r:id="rId34"/>
    <p:sldId id="525" r:id="rId35"/>
    <p:sldId id="526" r:id="rId36"/>
    <p:sldId id="527" r:id="rId37"/>
    <p:sldId id="528" r:id="rId38"/>
    <p:sldId id="529" r:id="rId39"/>
    <p:sldId id="530" r:id="rId40"/>
    <p:sldId id="531" r:id="rId41"/>
    <p:sldId id="532" r:id="rId42"/>
    <p:sldId id="449" r:id="rId43"/>
    <p:sldId id="534" r:id="rId44"/>
    <p:sldId id="535" r:id="rId45"/>
    <p:sldId id="536" r:id="rId46"/>
    <p:sldId id="537" r:id="rId47"/>
    <p:sldId id="450" r:id="rId48"/>
    <p:sldId id="451" r:id="rId49"/>
    <p:sldId id="452" r:id="rId50"/>
    <p:sldId id="453" r:id="rId51"/>
    <p:sldId id="454" r:id="rId52"/>
    <p:sldId id="455" r:id="rId53"/>
    <p:sldId id="456" r:id="rId54"/>
    <p:sldId id="457" r:id="rId55"/>
    <p:sldId id="458" r:id="rId56"/>
    <p:sldId id="459" r:id="rId57"/>
    <p:sldId id="461" r:id="rId58"/>
    <p:sldId id="462" r:id="rId59"/>
    <p:sldId id="463" r:id="rId60"/>
    <p:sldId id="464" r:id="rId61"/>
    <p:sldId id="465" r:id="rId62"/>
    <p:sldId id="541" r:id="rId63"/>
    <p:sldId id="466" r:id="rId64"/>
    <p:sldId id="542" r:id="rId65"/>
    <p:sldId id="467" r:id="rId66"/>
    <p:sldId id="544" r:id="rId67"/>
    <p:sldId id="468" r:id="rId68"/>
    <p:sldId id="543" r:id="rId69"/>
    <p:sldId id="545" r:id="rId70"/>
    <p:sldId id="470" r:id="rId71"/>
    <p:sldId id="469" r:id="rId72"/>
    <p:sldId id="471" r:id="rId73"/>
    <p:sldId id="472" r:id="rId74"/>
    <p:sldId id="473" r:id="rId75"/>
    <p:sldId id="474" r:id="rId76"/>
    <p:sldId id="475" r:id="rId77"/>
    <p:sldId id="476" r:id="rId78"/>
    <p:sldId id="477" r:id="rId79"/>
    <p:sldId id="478" r:id="rId80"/>
    <p:sldId id="479" r:id="rId81"/>
    <p:sldId id="547" r:id="rId82"/>
    <p:sldId id="480" r:id="rId83"/>
    <p:sldId id="481" r:id="rId84"/>
    <p:sldId id="482" r:id="rId85"/>
    <p:sldId id="483" r:id="rId86"/>
    <p:sldId id="546" r:id="rId87"/>
    <p:sldId id="484" r:id="rId88"/>
    <p:sldId id="485" r:id="rId89"/>
    <p:sldId id="486" r:id="rId90"/>
    <p:sldId id="487" r:id="rId91"/>
    <p:sldId id="488" r:id="rId92"/>
    <p:sldId id="489" r:id="rId93"/>
    <p:sldId id="490" r:id="rId94"/>
    <p:sldId id="491" r:id="rId95"/>
    <p:sldId id="492" r:id="rId96"/>
    <p:sldId id="493" r:id="rId97"/>
    <p:sldId id="494" r:id="rId98"/>
    <p:sldId id="495" r:id="rId99"/>
    <p:sldId id="496" r:id="rId100"/>
    <p:sldId id="497" r:id="rId101"/>
    <p:sldId id="498" r:id="rId102"/>
    <p:sldId id="499" r:id="rId103"/>
    <p:sldId id="500" r:id="rId104"/>
    <p:sldId id="501" r:id="rId105"/>
    <p:sldId id="502" r:id="rId106"/>
    <p:sldId id="503" r:id="rId107"/>
    <p:sldId id="504" r:id="rId108"/>
    <p:sldId id="505" r:id="rId109"/>
    <p:sldId id="506" r:id="rId110"/>
    <p:sldId id="507" r:id="rId111"/>
    <p:sldId id="508" r:id="rId112"/>
    <p:sldId id="509" r:id="rId113"/>
    <p:sldId id="510" r:id="rId114"/>
    <p:sldId id="511" r:id="rId115"/>
    <p:sldId id="512" r:id="rId116"/>
    <p:sldId id="514" r:id="rId117"/>
    <p:sldId id="515" r:id="rId118"/>
    <p:sldId id="516" r:id="rId119"/>
    <p:sldId id="517" r:id="rId120"/>
    <p:sldId id="518" r:id="rId121"/>
    <p:sldId id="519" r:id="rId122"/>
    <p:sldId id="520" r:id="rId123"/>
    <p:sldId id="521" r:id="rId124"/>
    <p:sldId id="522" r:id="rId125"/>
    <p:sldId id="538" r:id="rId126"/>
    <p:sldId id="533" r:id="rId127"/>
  </p:sldIdLst>
  <p:sldSz cx="9144000" cy="6858000" type="screen4x3"/>
  <p:notesSz cx="7086600" cy="9372600"/>
  <p:defaultTextStyle>
    <a:defPPr>
      <a:defRPr lang="en-US"/>
    </a:defPPr>
    <a:lvl1pPr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5pPr>
    <a:lvl6pPr marL="22860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6pPr>
    <a:lvl7pPr marL="27432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7pPr>
    <a:lvl8pPr marL="32004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8pPr>
    <a:lvl9pPr marL="36576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9pPr>
  </p:defaultTextStyle>
  <p:extLst>
    <p:ext uri="{EFAFB233-063F-42B5-8137-9DF3F51BA10A}">
      <p15:sldGuideLst xmlns:p15="http://schemas.microsoft.com/office/powerpoint/2012/main">
        <p15:guide id="1" orient="horz" pos="816" userDrawn="1">
          <p15:clr>
            <a:srgbClr val="A4A3A4"/>
          </p15:clr>
        </p15:guide>
        <p15:guide id="2" pos="472"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ilberschatz, Avi" initials="SA" lastIdx="0"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6600"/>
    <a:srgbClr val="993300"/>
    <a:srgbClr val="FF0000"/>
    <a:srgbClr val="CCECFF"/>
    <a:srgbClr val="66CCFF"/>
    <a:srgbClr val="CCFFFF"/>
    <a:srgbClr val="F8F8F8"/>
    <a:srgbClr val="EAEAE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266" autoAdjust="0"/>
    <p:restoredTop sz="94635"/>
  </p:normalViewPr>
  <p:slideViewPr>
    <p:cSldViewPr snapToGrid="0" showGuides="1">
      <p:cViewPr varScale="1">
        <p:scale>
          <a:sx n="70" d="100"/>
          <a:sy n="70" d="100"/>
        </p:scale>
        <p:origin x="950" y="53"/>
      </p:cViewPr>
      <p:guideLst>
        <p:guide orient="horz" pos="816"/>
        <p:guide pos="472"/>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99" Type="http://schemas.openxmlformats.org/officeDocument/2006/relationships/slide" Target="slides/slide96.xml"/><Relationship Id="rId98" Type="http://schemas.openxmlformats.org/officeDocument/2006/relationships/slide" Target="slides/slide95.xml"/><Relationship Id="rId97" Type="http://schemas.openxmlformats.org/officeDocument/2006/relationships/slide" Target="slides/slide94.xml"/><Relationship Id="rId96" Type="http://schemas.openxmlformats.org/officeDocument/2006/relationships/slide" Target="slides/slide93.xml"/><Relationship Id="rId95" Type="http://schemas.openxmlformats.org/officeDocument/2006/relationships/slide" Target="slides/slide92.xml"/><Relationship Id="rId94" Type="http://schemas.openxmlformats.org/officeDocument/2006/relationships/slide" Target="slides/slide91.xml"/><Relationship Id="rId93" Type="http://schemas.openxmlformats.org/officeDocument/2006/relationships/slide" Target="slides/slide90.xml"/><Relationship Id="rId92" Type="http://schemas.openxmlformats.org/officeDocument/2006/relationships/slide" Target="slides/slide89.xml"/><Relationship Id="rId91" Type="http://schemas.openxmlformats.org/officeDocument/2006/relationships/slide" Target="slides/slide88.xml"/><Relationship Id="rId90" Type="http://schemas.openxmlformats.org/officeDocument/2006/relationships/slide" Target="slides/slide87.xml"/><Relationship Id="rId9" Type="http://schemas.openxmlformats.org/officeDocument/2006/relationships/slide" Target="slides/slide6.xml"/><Relationship Id="rId89" Type="http://schemas.openxmlformats.org/officeDocument/2006/relationships/slide" Target="slides/slide86.xml"/><Relationship Id="rId88" Type="http://schemas.openxmlformats.org/officeDocument/2006/relationships/slide" Target="slides/slide85.xml"/><Relationship Id="rId87" Type="http://schemas.openxmlformats.org/officeDocument/2006/relationships/slide" Target="slides/slide84.xml"/><Relationship Id="rId86" Type="http://schemas.openxmlformats.org/officeDocument/2006/relationships/slide" Target="slides/slide83.xml"/><Relationship Id="rId85" Type="http://schemas.openxmlformats.org/officeDocument/2006/relationships/slide" Target="slides/slide82.xml"/><Relationship Id="rId84" Type="http://schemas.openxmlformats.org/officeDocument/2006/relationships/slide" Target="slides/slide81.xml"/><Relationship Id="rId83" Type="http://schemas.openxmlformats.org/officeDocument/2006/relationships/slide" Target="slides/slide80.xml"/><Relationship Id="rId82" Type="http://schemas.openxmlformats.org/officeDocument/2006/relationships/slide" Target="slides/slide79.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5.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2" Type="http://schemas.openxmlformats.org/officeDocument/2006/relationships/commentAuthors" Target="commentAuthors.xml"/><Relationship Id="rId131" Type="http://schemas.openxmlformats.org/officeDocument/2006/relationships/tableStyles" Target="tableStyles.xml"/><Relationship Id="rId130" Type="http://schemas.openxmlformats.org/officeDocument/2006/relationships/viewProps" Target="viewProps.xml"/><Relationship Id="rId13" Type="http://schemas.openxmlformats.org/officeDocument/2006/relationships/slide" Target="slides/slide10.xml"/><Relationship Id="rId129" Type="http://schemas.openxmlformats.org/officeDocument/2006/relationships/presProps" Target="presProps.xml"/><Relationship Id="rId128" Type="http://schemas.openxmlformats.org/officeDocument/2006/relationships/handoutMaster" Target="handoutMasters/handoutMaster1.xml"/><Relationship Id="rId127" Type="http://schemas.openxmlformats.org/officeDocument/2006/relationships/slide" Target="slides/slide124.xml"/><Relationship Id="rId126" Type="http://schemas.openxmlformats.org/officeDocument/2006/relationships/slide" Target="slides/slide123.xml"/><Relationship Id="rId125" Type="http://schemas.openxmlformats.org/officeDocument/2006/relationships/slide" Target="slides/slide122.xml"/><Relationship Id="rId124" Type="http://schemas.openxmlformats.org/officeDocument/2006/relationships/slide" Target="slides/slide121.xml"/><Relationship Id="rId123" Type="http://schemas.openxmlformats.org/officeDocument/2006/relationships/slide" Target="slides/slide120.xml"/><Relationship Id="rId122" Type="http://schemas.openxmlformats.org/officeDocument/2006/relationships/slide" Target="slides/slide119.xml"/><Relationship Id="rId121" Type="http://schemas.openxmlformats.org/officeDocument/2006/relationships/slide" Target="slides/slide118.xml"/><Relationship Id="rId120" Type="http://schemas.openxmlformats.org/officeDocument/2006/relationships/slide" Target="slides/slide117.xml"/><Relationship Id="rId12" Type="http://schemas.openxmlformats.org/officeDocument/2006/relationships/slide" Target="slides/slide9.xml"/><Relationship Id="rId119" Type="http://schemas.openxmlformats.org/officeDocument/2006/relationships/slide" Target="slides/slide116.xml"/><Relationship Id="rId118" Type="http://schemas.openxmlformats.org/officeDocument/2006/relationships/slide" Target="slides/slide115.xml"/><Relationship Id="rId117" Type="http://schemas.openxmlformats.org/officeDocument/2006/relationships/slide" Target="slides/slide114.xml"/><Relationship Id="rId116" Type="http://schemas.openxmlformats.org/officeDocument/2006/relationships/slide" Target="slides/slide113.xml"/><Relationship Id="rId115" Type="http://schemas.openxmlformats.org/officeDocument/2006/relationships/slide" Target="slides/slide112.xml"/><Relationship Id="rId114" Type="http://schemas.openxmlformats.org/officeDocument/2006/relationships/slide" Target="slides/slide111.xml"/><Relationship Id="rId113" Type="http://schemas.openxmlformats.org/officeDocument/2006/relationships/slide" Target="slides/slide110.xml"/><Relationship Id="rId112" Type="http://schemas.openxmlformats.org/officeDocument/2006/relationships/slide" Target="slides/slide109.xml"/><Relationship Id="rId111" Type="http://schemas.openxmlformats.org/officeDocument/2006/relationships/slide" Target="slides/slide108.xml"/><Relationship Id="rId110" Type="http://schemas.openxmlformats.org/officeDocument/2006/relationships/slide" Target="slides/slide107.xml"/><Relationship Id="rId11" Type="http://schemas.openxmlformats.org/officeDocument/2006/relationships/slide" Target="slides/slide8.xml"/><Relationship Id="rId109" Type="http://schemas.openxmlformats.org/officeDocument/2006/relationships/slide" Target="slides/slide106.xml"/><Relationship Id="rId108" Type="http://schemas.openxmlformats.org/officeDocument/2006/relationships/slide" Target="slides/slide105.xml"/><Relationship Id="rId107" Type="http://schemas.openxmlformats.org/officeDocument/2006/relationships/slide" Target="slides/slide104.xml"/><Relationship Id="rId106" Type="http://schemas.openxmlformats.org/officeDocument/2006/relationships/slide" Target="slides/slide103.xml"/><Relationship Id="rId105" Type="http://schemas.openxmlformats.org/officeDocument/2006/relationships/slide" Target="slides/slide102.xml"/><Relationship Id="rId104" Type="http://schemas.openxmlformats.org/officeDocument/2006/relationships/slide" Target="slides/slide101.xml"/><Relationship Id="rId103" Type="http://schemas.openxmlformats.org/officeDocument/2006/relationships/slide" Target="slides/slide100.xml"/><Relationship Id="rId102" Type="http://schemas.openxmlformats.org/officeDocument/2006/relationships/slide" Target="slides/slide99.xml"/><Relationship Id="rId101" Type="http://schemas.openxmlformats.org/officeDocument/2006/relationships/slide" Target="slides/slide98.xml"/><Relationship Id="rId100" Type="http://schemas.openxmlformats.org/officeDocument/2006/relationships/slide" Target="slides/slide97.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6082" name="Rectangle 2"/>
          <p:cNvSpPr>
            <a:spLocks noGrp="1" noChangeArrowheads="1"/>
          </p:cNvSpPr>
          <p:nvPr>
            <p:ph type="hdr" sz="quarter"/>
          </p:nvPr>
        </p:nvSpPr>
        <p:spPr bwMode="auto">
          <a:xfrm>
            <a:off x="0" y="0"/>
            <a:ext cx="3106738" cy="446088"/>
          </a:xfrm>
          <a:prstGeom prst="rect">
            <a:avLst/>
          </a:prstGeom>
          <a:noFill/>
          <a:ln w="9525">
            <a:noFill/>
            <a:miter lim="800000"/>
          </a:ln>
        </p:spPr>
        <p:txBody>
          <a:bodyPr vert="horz" wrap="none" lIns="89090" tIns="44546" rIns="89090" bIns="44546" numCol="1" anchor="ctr" anchorCtr="0" compatLnSpc="1"/>
          <a:lstStyle>
            <a:lvl1pPr defTabSz="890905">
              <a:defRPr sz="1100">
                <a:latin typeface="Helvetica" charset="0"/>
              </a:defRPr>
            </a:lvl1pPr>
          </a:lstStyle>
          <a:p>
            <a:endParaRPr lang="en-US" altLang="en-US"/>
          </a:p>
        </p:txBody>
      </p:sp>
      <p:sp>
        <p:nvSpPr>
          <p:cNvPr id="46083" name="Rectangle 3"/>
          <p:cNvSpPr>
            <a:spLocks noGrp="1" noChangeArrowheads="1"/>
          </p:cNvSpPr>
          <p:nvPr>
            <p:ph type="dt" sz="quarter" idx="1"/>
          </p:nvPr>
        </p:nvSpPr>
        <p:spPr bwMode="auto">
          <a:xfrm>
            <a:off x="3994150" y="0"/>
            <a:ext cx="3105150" cy="446088"/>
          </a:xfrm>
          <a:prstGeom prst="rect">
            <a:avLst/>
          </a:prstGeom>
          <a:noFill/>
          <a:ln w="9525">
            <a:noFill/>
            <a:miter lim="800000"/>
          </a:ln>
        </p:spPr>
        <p:txBody>
          <a:bodyPr vert="horz" wrap="none" lIns="89090" tIns="44546" rIns="89090" bIns="44546" numCol="1" anchor="ctr" anchorCtr="0" compatLnSpc="1"/>
          <a:lstStyle>
            <a:lvl1pPr algn="r" defTabSz="890905">
              <a:defRPr sz="1100">
                <a:latin typeface="Helvetica" charset="0"/>
              </a:defRPr>
            </a:lvl1pPr>
          </a:lstStyle>
          <a:p>
            <a:endParaRPr lang="en-US" altLang="en-US"/>
          </a:p>
        </p:txBody>
      </p:sp>
      <p:sp>
        <p:nvSpPr>
          <p:cNvPr id="46084" name="Rectangle 4"/>
          <p:cNvSpPr>
            <a:spLocks noGrp="1" noChangeArrowheads="1"/>
          </p:cNvSpPr>
          <p:nvPr>
            <p:ph type="ftr" sz="quarter" idx="2"/>
          </p:nvPr>
        </p:nvSpPr>
        <p:spPr bwMode="auto">
          <a:xfrm>
            <a:off x="0" y="8939213"/>
            <a:ext cx="3106738" cy="446087"/>
          </a:xfrm>
          <a:prstGeom prst="rect">
            <a:avLst/>
          </a:prstGeom>
          <a:noFill/>
          <a:ln w="9525">
            <a:noFill/>
            <a:miter lim="800000"/>
          </a:ln>
        </p:spPr>
        <p:txBody>
          <a:bodyPr vert="horz" wrap="none" lIns="89090" tIns="44546" rIns="89090" bIns="44546" numCol="1" anchor="b" anchorCtr="0" compatLnSpc="1"/>
          <a:lstStyle>
            <a:lvl1pPr defTabSz="890905">
              <a:defRPr sz="1100">
                <a:latin typeface="Helvetica" charset="0"/>
              </a:defRPr>
            </a:lvl1pPr>
          </a:lstStyle>
          <a:p>
            <a:endParaRPr lang="en-US" altLang="en-US"/>
          </a:p>
        </p:txBody>
      </p:sp>
      <p:sp>
        <p:nvSpPr>
          <p:cNvPr id="46085" name="Rectangle 5"/>
          <p:cNvSpPr>
            <a:spLocks noGrp="1" noChangeArrowheads="1"/>
          </p:cNvSpPr>
          <p:nvPr>
            <p:ph type="sldNum" sz="quarter" idx="3"/>
          </p:nvPr>
        </p:nvSpPr>
        <p:spPr bwMode="auto">
          <a:xfrm>
            <a:off x="3994150" y="8939213"/>
            <a:ext cx="3105150" cy="446087"/>
          </a:xfrm>
          <a:prstGeom prst="rect">
            <a:avLst/>
          </a:prstGeom>
          <a:noFill/>
          <a:ln w="9525">
            <a:noFill/>
            <a:miter lim="800000"/>
          </a:ln>
        </p:spPr>
        <p:txBody>
          <a:bodyPr vert="horz" wrap="none" lIns="89090" tIns="44546" rIns="89090" bIns="44546" numCol="1" anchor="b" anchorCtr="0" compatLnSpc="1"/>
          <a:lstStyle>
            <a:lvl1pPr algn="r" defTabSz="890905">
              <a:defRPr sz="1100" smtClean="0">
                <a:latin typeface="Helvetica" charset="0"/>
                <a:ea typeface="MS PGothic" panose="020B0600070205080204" pitchFamily="34" charset="-128"/>
              </a:defRPr>
            </a:lvl1pPr>
          </a:lstStyle>
          <a:p>
            <a:pPr>
              <a:defRPr/>
            </a:pPr>
            <a:fld id="{15FB2A04-1989-43F8-A1CA-48ECCECD274F}" type="slidenum">
              <a:rPr lang="en-US" altLang="x-none"/>
            </a:fld>
            <a:endParaRPr lang="en-US" altLang="x-none"/>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p:cNvSpPr>
            <a:spLocks noGrp="1" noChangeArrowheads="1"/>
          </p:cNvSpPr>
          <p:nvPr>
            <p:ph type="hdr" sz="quarter"/>
          </p:nvPr>
        </p:nvSpPr>
        <p:spPr bwMode="auto">
          <a:xfrm>
            <a:off x="0" y="0"/>
            <a:ext cx="3070225" cy="466725"/>
          </a:xfrm>
          <a:prstGeom prst="rect">
            <a:avLst/>
          </a:prstGeom>
          <a:noFill/>
          <a:ln w="9525">
            <a:noFill/>
            <a:miter lim="800000"/>
          </a:ln>
        </p:spPr>
        <p:txBody>
          <a:bodyPr vert="horz" wrap="none" lIns="94035" tIns="47017" rIns="94035" bIns="47017" numCol="1" anchor="ctr" anchorCtr="0" compatLnSpc="1"/>
          <a:lstStyle>
            <a:lvl1pPr defTabSz="939800">
              <a:defRPr sz="1200">
                <a:latin typeface="Times New Roman" panose="02020603050405020304" pitchFamily="18" charset="0"/>
              </a:defRPr>
            </a:lvl1pPr>
          </a:lstStyle>
          <a:p>
            <a:endParaRPr lang="en-US" altLang="en-US"/>
          </a:p>
        </p:txBody>
      </p:sp>
      <p:sp>
        <p:nvSpPr>
          <p:cNvPr id="6147" name="Rectangle 3"/>
          <p:cNvSpPr>
            <a:spLocks noGrp="1" noChangeArrowheads="1"/>
          </p:cNvSpPr>
          <p:nvPr>
            <p:ph type="dt" idx="1"/>
          </p:nvPr>
        </p:nvSpPr>
        <p:spPr bwMode="auto">
          <a:xfrm>
            <a:off x="4016375" y="0"/>
            <a:ext cx="3070225" cy="466725"/>
          </a:xfrm>
          <a:prstGeom prst="rect">
            <a:avLst/>
          </a:prstGeom>
          <a:noFill/>
          <a:ln w="9525">
            <a:noFill/>
            <a:miter lim="800000"/>
          </a:ln>
        </p:spPr>
        <p:txBody>
          <a:bodyPr vert="horz" wrap="none" lIns="94035" tIns="47017" rIns="94035" bIns="47017" numCol="1" anchor="ctr" anchorCtr="0" compatLnSpc="1"/>
          <a:lstStyle>
            <a:lvl1pPr algn="r" defTabSz="939800">
              <a:defRPr sz="1200">
                <a:latin typeface="Times New Roman" panose="02020603050405020304" pitchFamily="18" charset="0"/>
              </a:defRPr>
            </a:lvl1pPr>
          </a:lstStyle>
          <a:p>
            <a:endParaRPr lang="en-US" altLang="en-US"/>
          </a:p>
        </p:txBody>
      </p:sp>
      <p:sp>
        <p:nvSpPr>
          <p:cNvPr id="3076" name="Rectangle 4"/>
          <p:cNvSpPr>
            <a:spLocks noGrp="1" noRot="1" noChangeAspect="1" noChangeArrowheads="1" noTextEdit="1"/>
          </p:cNvSpPr>
          <p:nvPr>
            <p:ph type="sldImg" idx="2"/>
          </p:nvPr>
        </p:nvSpPr>
        <p:spPr bwMode="auto">
          <a:xfrm>
            <a:off x="1200150" y="704850"/>
            <a:ext cx="4687888" cy="3514725"/>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sp>
      <p:sp>
        <p:nvSpPr>
          <p:cNvPr id="6149" name="Rectangle 5"/>
          <p:cNvSpPr>
            <a:spLocks noGrp="1" noChangeArrowheads="1"/>
          </p:cNvSpPr>
          <p:nvPr>
            <p:ph type="body" sz="quarter" idx="3"/>
          </p:nvPr>
        </p:nvSpPr>
        <p:spPr bwMode="auto">
          <a:xfrm>
            <a:off x="944563" y="4452938"/>
            <a:ext cx="5197475" cy="4214812"/>
          </a:xfrm>
          <a:prstGeom prst="rect">
            <a:avLst/>
          </a:prstGeom>
          <a:noFill/>
          <a:ln w="9525">
            <a:noFill/>
            <a:miter lim="800000"/>
          </a:ln>
        </p:spPr>
        <p:txBody>
          <a:bodyPr vert="horz" wrap="none" lIns="94035" tIns="47017" rIns="94035" bIns="47017" numCol="1" anchor="ctr" anchorCtr="0" compatLnSpc="1"/>
          <a:lstStyle/>
          <a:p>
            <a:pPr lvl="0"/>
            <a:r>
              <a:rPr lang="en-US" noProof="0"/>
              <a:t>Click to edit Master text styles</a:t>
            </a:r>
            <a:endParaRPr lang="en-US" noProof="0"/>
          </a:p>
          <a:p>
            <a:pPr lvl="1"/>
            <a:r>
              <a:rPr lang="en-US" noProof="0"/>
              <a:t>Second level</a:t>
            </a:r>
            <a:endParaRPr lang="en-US" noProof="0"/>
          </a:p>
          <a:p>
            <a:pPr lvl="2"/>
            <a:r>
              <a:rPr lang="en-US" noProof="0"/>
              <a:t>Third level</a:t>
            </a:r>
            <a:endParaRPr lang="en-US" noProof="0"/>
          </a:p>
          <a:p>
            <a:pPr lvl="3"/>
            <a:r>
              <a:rPr lang="en-US" noProof="0"/>
              <a:t>Fourth level</a:t>
            </a:r>
            <a:endParaRPr lang="en-US" noProof="0"/>
          </a:p>
          <a:p>
            <a:pPr lvl="4"/>
            <a:r>
              <a:rPr lang="en-US" noProof="0"/>
              <a:t>Fifth level</a:t>
            </a:r>
            <a:endParaRPr lang="en-US" noProof="0"/>
          </a:p>
        </p:txBody>
      </p:sp>
      <p:sp>
        <p:nvSpPr>
          <p:cNvPr id="6150" name="Rectangle 6"/>
          <p:cNvSpPr>
            <a:spLocks noGrp="1" noChangeArrowheads="1"/>
          </p:cNvSpPr>
          <p:nvPr>
            <p:ph type="ftr" sz="quarter" idx="4"/>
          </p:nvPr>
        </p:nvSpPr>
        <p:spPr bwMode="auto">
          <a:xfrm>
            <a:off x="0" y="8905875"/>
            <a:ext cx="3070225" cy="466725"/>
          </a:xfrm>
          <a:prstGeom prst="rect">
            <a:avLst/>
          </a:prstGeom>
          <a:noFill/>
          <a:ln w="9525">
            <a:noFill/>
            <a:miter lim="800000"/>
          </a:ln>
        </p:spPr>
        <p:txBody>
          <a:bodyPr vert="horz" wrap="none" lIns="94035" tIns="47017" rIns="94035" bIns="47017" numCol="1" anchor="b" anchorCtr="0" compatLnSpc="1"/>
          <a:lstStyle>
            <a:lvl1pPr defTabSz="939800">
              <a:defRPr sz="1200">
                <a:latin typeface="Times New Roman" panose="02020603050405020304" pitchFamily="18" charset="0"/>
              </a:defRPr>
            </a:lvl1pPr>
          </a:lstStyle>
          <a:p>
            <a:endParaRPr lang="en-US" altLang="en-US"/>
          </a:p>
        </p:txBody>
      </p:sp>
      <p:sp>
        <p:nvSpPr>
          <p:cNvPr id="6151" name="Rectangle 7"/>
          <p:cNvSpPr>
            <a:spLocks noGrp="1" noChangeArrowheads="1"/>
          </p:cNvSpPr>
          <p:nvPr>
            <p:ph type="sldNum" sz="quarter" idx="5"/>
          </p:nvPr>
        </p:nvSpPr>
        <p:spPr bwMode="auto">
          <a:xfrm>
            <a:off x="4016375" y="8905875"/>
            <a:ext cx="3070225" cy="466725"/>
          </a:xfrm>
          <a:prstGeom prst="rect">
            <a:avLst/>
          </a:prstGeom>
          <a:noFill/>
          <a:ln w="9525">
            <a:noFill/>
            <a:miter lim="800000"/>
          </a:ln>
        </p:spPr>
        <p:txBody>
          <a:bodyPr vert="horz" wrap="none" lIns="94035" tIns="47017" rIns="94035" bIns="47017" numCol="1" anchor="b" anchorCtr="0" compatLnSpc="1"/>
          <a:lstStyle>
            <a:lvl1pPr algn="r" defTabSz="939800">
              <a:defRPr sz="1200" smtClean="0">
                <a:latin typeface="Times New Roman" panose="02020603050405020304" pitchFamily="18" charset="0"/>
                <a:ea typeface="MS PGothic" panose="020B0600070205080204" pitchFamily="34" charset="-128"/>
              </a:defRPr>
            </a:lvl1pPr>
          </a:lstStyle>
          <a:p>
            <a:pPr>
              <a:defRPr/>
            </a:pPr>
            <a:fld id="{690704E8-AF53-4555-9777-1ADF916834F9}" type="slidenum">
              <a:rPr lang="en-US" altLang="x-none"/>
            </a:fld>
            <a:endParaRPr lang="en-US" altLang="x-none"/>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anose="02020603050405020304" pitchFamily="18" charset="0"/>
        <a:ea typeface="MS PGothic" panose="020B0600070205080204" pitchFamily="34" charset="-128"/>
        <a:cs typeface="MS PGothic" panose="020B0600070205080204" pitchFamily="34" charset="-128"/>
      </a:defRPr>
    </a:lvl1pPr>
    <a:lvl2pPr marL="457200" algn="l" rtl="0" eaLnBrk="0" fontAlgn="base" hangingPunct="0">
      <a:spcBef>
        <a:spcPct val="30000"/>
      </a:spcBef>
      <a:spcAft>
        <a:spcPct val="0"/>
      </a:spcAft>
      <a:defRPr sz="1200" kern="1200">
        <a:solidFill>
          <a:schemeClr val="tx1"/>
        </a:solidFill>
        <a:latin typeface="Times New Roman" panose="02020603050405020304" pitchFamily="18" charset="0"/>
        <a:ea typeface="MS PGothic" panose="020B0600070205080204" pitchFamily="34" charset="-128"/>
        <a:cs typeface="+mn-cs"/>
      </a:defRPr>
    </a:lvl2pPr>
    <a:lvl3pPr marL="914400" algn="l" rtl="0" eaLnBrk="0" fontAlgn="base" hangingPunct="0">
      <a:spcBef>
        <a:spcPct val="30000"/>
      </a:spcBef>
      <a:spcAft>
        <a:spcPct val="0"/>
      </a:spcAft>
      <a:defRPr sz="1200" kern="1200">
        <a:solidFill>
          <a:schemeClr val="tx1"/>
        </a:solidFill>
        <a:latin typeface="Times New Roman" panose="02020603050405020304" pitchFamily="18" charset="0"/>
        <a:ea typeface="MS PGothic" panose="020B0600070205080204" pitchFamily="34" charset="-128"/>
        <a:cs typeface="+mn-cs"/>
      </a:defRPr>
    </a:lvl3pPr>
    <a:lvl4pPr marL="1371600" algn="l" rtl="0" eaLnBrk="0" fontAlgn="base" hangingPunct="0">
      <a:spcBef>
        <a:spcPct val="30000"/>
      </a:spcBef>
      <a:spcAft>
        <a:spcPct val="0"/>
      </a:spcAft>
      <a:defRPr sz="1200" kern="1200">
        <a:solidFill>
          <a:schemeClr val="tx1"/>
        </a:solidFill>
        <a:latin typeface="Times New Roman" panose="02020603050405020304" pitchFamily="18" charset="0"/>
        <a:ea typeface="MS PGothic" panose="020B0600070205080204" pitchFamily="34" charset="-128"/>
        <a:cs typeface="+mn-cs"/>
      </a:defRPr>
    </a:lvl4pPr>
    <a:lvl5pPr marL="1828800" algn="l" rtl="0" eaLnBrk="0" fontAlgn="base" hangingPunct="0">
      <a:spcBef>
        <a:spcPct val="30000"/>
      </a:spcBef>
      <a:spcAft>
        <a:spcPct val="0"/>
      </a:spcAft>
      <a:defRPr sz="1200" kern="1200">
        <a:solidFill>
          <a:schemeClr val="tx1"/>
        </a:solidFill>
        <a:latin typeface="Times New Roman" panose="02020603050405020304" pitchFamily="18" charset="0"/>
        <a:ea typeface="MS PGothic" panose="020B0600070205080204" pitchFamily="34"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1.xml"/></Relationships>
</file>

<file path=ppt/notesSlides/_rels/notesSlide8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2.xml"/></Relationships>
</file>

<file path=ppt/notesSlides/_rels/notesSlide8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3.xml"/></Relationships>
</file>

<file path=ppt/notesSlides/_rels/notesSlide8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4.xml"/></Relationships>
</file>

<file path=ppt/notesSlides/_rels/notesSlide8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5.xml"/></Relationships>
</file>

<file path=ppt/notesSlides/_rels/notesSlide8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6.xml"/></Relationships>
</file>

<file path=ppt/notesSlides/_rels/notesSlide8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7.xml"/></Relationships>
</file>

<file path=ppt/notesSlides/_rels/notesSlide8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8.xml"/></Relationships>
</file>

<file path=ppt/notesSlides/_rels/notesSlide8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9.xml"/></Relationships>
</file>

<file path=ppt/notesSlides/_rels/notesSlide9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0.xml"/></Relationships>
</file>

<file path=ppt/notesSlides/_rels/notesSlide9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1.xml"/></Relationships>
</file>

<file path=ppt/notesSlides/_rels/notesSlide9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2.xml"/></Relationships>
</file>

<file path=ppt/notesSlides/_rels/notesSlide9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3.xml"/></Relationships>
</file>

<file path=ppt/notesSlides/_rels/notesSlide9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4.xml"/></Relationships>
</file>

<file path=ppt/notesSlides/_rels/notesSlide9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5.xml"/></Relationships>
</file>

<file path=ppt/notesSlides/_rels/notesSlide9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6.xml"/></Relationships>
</file>

<file path=ppt/notesSlides/_rels/notesSlide9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7.xml"/></Relationships>
</file>

<file path=ppt/notesSlides/_rels/notesSlide9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8.xml"/></Relationships>
</file>

<file path=ppt/notesSlides/_rels/notesSlide9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9.xml"/></Relationships>
</file>

<file path=ppt/notesSlides/_rels/notesSlide10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0.xml"/></Relationships>
</file>

<file path=ppt/notesSlides/_rels/notesSlide10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1.xml"/></Relationships>
</file>

<file path=ppt/notesSlides/_rels/notesSlide10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2.xml"/></Relationships>
</file>

<file path=ppt/notesSlides/_rels/notesSlide10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3.xml"/></Relationships>
</file>

<file path=ppt/notesSlides/_rels/notesSlide10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4.xml"/></Relationships>
</file>

<file path=ppt/notesSlides/_rels/notesSlide10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5.xml"/></Relationships>
</file>

<file path=ppt/notesSlides/_rels/notesSlide10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6.xml"/></Relationships>
</file>

<file path=ppt/notesSlides/_rels/notesSlide10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7.xml"/></Relationships>
</file>

<file path=ppt/notesSlides/_rels/notesSlide10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8.xml"/></Relationships>
</file>

<file path=ppt/notesSlides/_rels/notesSlide10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9.xml"/></Relationships>
</file>

<file path=ppt/notesSlides/_rels/notesSlide1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0.xml"/></Relationships>
</file>

<file path=ppt/notesSlides/_rels/notesSlide1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1.xml"/></Relationships>
</file>

<file path=ppt/notesSlides/_rels/notesSlide1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2.xml"/></Relationships>
</file>

<file path=ppt/notesSlides/_rels/notesSlide1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3.xml"/></Relationships>
</file>

<file path=ppt/notesSlides/_rels/notesSlide1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4.xml"/></Relationships>
</file>

<file path=ppt/notesSlides/_rels/notesSlide1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5.xml"/></Relationships>
</file>

<file path=ppt/notesSlides/_rels/notesSlide1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6.xml"/></Relationships>
</file>

<file path=ppt/notesSlides/_rels/notesSlide1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7.xml"/></Relationships>
</file>

<file path=ppt/notesSlides/_rels/notesSlide1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8.xml"/></Relationships>
</file>

<file path=ppt/notesSlides/_rels/notesSlide1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9.xml"/></Relationships>
</file>

<file path=ppt/notesSlides/_rels/notesSlide1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0.xml"/></Relationships>
</file>

<file path=ppt/notesSlides/_rels/notesSlide1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1.xml"/></Relationships>
</file>

<file path=ppt/notesSlides/_rels/notesSlide1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2.xml"/></Relationships>
</file>

<file path=ppt/notesSlides/_rels/notesSlide1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3.xml"/></Relationships>
</file>

<file path=ppt/notesSlides/_rels/notesSlide1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7650" name="幻灯片图像占位符 1"/>
          <p:cNvSpPr>
            <a:spLocks noGrp="1" noRot="1" noChangeAspect="1" noTextEdit="1"/>
          </p:cNvSpPr>
          <p:nvPr>
            <p:ph type="sldImg"/>
          </p:nvPr>
        </p:nvSpPr>
        <p:spPr/>
      </p:sp>
      <p:sp>
        <p:nvSpPr>
          <p:cNvPr id="27651" name="备注占位符 2"/>
          <p:cNvSpPr>
            <a:spLocks noGrp="1"/>
          </p:cNvSpPr>
          <p:nvPr>
            <p:ph type="body" idx="1"/>
          </p:nvPr>
        </p:nvSpPr>
        <p:spPr>
          <a:xfrm>
            <a:off x="974725" y="4560888"/>
            <a:ext cx="5365750" cy="4319587"/>
          </a:xfrm>
        </p:spPr>
        <p:txBody>
          <a:bodyPr wrap="square" lIns="96661" tIns="48331" rIns="96661" bIns="48331" anchor="t" anchorCtr="0"/>
          <a:p>
            <a:pPr lvl="0"/>
            <a:endParaRPr lang="zh-CN" altLang="en-US" dirty="0">
              <a:ea typeface="宋体" panose="02010600030101010101" pitchFamily="2" charset="-122"/>
            </a:endParaRPr>
          </a:p>
        </p:txBody>
      </p:sp>
      <p:sp>
        <p:nvSpPr>
          <p:cNvPr id="27652" name="灯片编号占位符 3"/>
          <p:cNvSpPr txBox="1">
            <a:spLocks noGrp="1"/>
          </p:cNvSpPr>
          <p:nvPr>
            <p:ph type="sldNum" sz="quarter"/>
          </p:nvPr>
        </p:nvSpPr>
        <p:spPr>
          <a:xfrm>
            <a:off x="4144963" y="9121775"/>
            <a:ext cx="3170237" cy="479425"/>
          </a:xfrm>
          <a:prstGeom prst="rect">
            <a:avLst/>
          </a:prstGeom>
          <a:noFill/>
          <a:ln w="9525">
            <a:noFill/>
          </a:ln>
        </p:spPr>
        <p:txBody>
          <a:bodyPr lIns="96661" tIns="48331" rIns="96661" bIns="48331" anchor="b" anchorCtr="0"/>
          <a:p>
            <a:pPr lvl="0" algn="r" defTabSz="967105" eaLnBrk="1" hangingPunct="1"/>
            <a:fld id="{9A0DB2DC-4C9A-4742-B13C-FB6460FD3503}" type="slidenum">
              <a:rPr lang="en-US" altLang="zh-CN" sz="1300" b="0" dirty="0">
                <a:solidFill>
                  <a:schemeClr val="bg1"/>
                </a:solidFill>
              </a:rPr>
            </a:fld>
            <a:endParaRPr lang="en-US" altLang="zh-CN" sz="1300" b="0" dirty="0">
              <a:solidFill>
                <a:schemeClr val="bg1"/>
              </a:solidFil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73F77E98-83BC-45F0-9564-A2CA759AE191}" type="slidenum">
              <a:rPr lang="en-US" altLang="en-US">
                <a:latin typeface="Times New Roman" panose="02020603050405020304" pitchFamily="18" charset="0"/>
              </a:rPr>
            </a:fld>
            <a:endParaRPr lang="en-US" altLang="en-US">
              <a:latin typeface="Times New Roman" panose="02020603050405020304" pitchFamily="18" charset="0"/>
            </a:endParaRPr>
          </a:p>
        </p:txBody>
      </p:sp>
      <p:sp>
        <p:nvSpPr>
          <p:cNvPr id="8194" name="Rectangle 2"/>
          <p:cNvSpPr>
            <a:spLocks noGrp="1" noRot="1" noChangeAspect="1" noChangeArrowheads="1" noTextEdit="1"/>
          </p:cNvSpPr>
          <p:nvPr>
            <p:ph type="sldImg"/>
          </p:nvPr>
        </p:nvSpPr>
        <p:spPr/>
      </p:sp>
      <p:sp>
        <p:nvSpPr>
          <p:cNvPr id="8195"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73F77E98-83BC-45F0-9564-A2CA759AE191}" type="slidenum">
              <a:rPr lang="en-US" altLang="en-US">
                <a:latin typeface="Times New Roman" panose="02020603050405020304" pitchFamily="18" charset="0"/>
              </a:rPr>
            </a:fld>
            <a:endParaRPr lang="en-US" altLang="en-US">
              <a:latin typeface="Times New Roman" panose="02020603050405020304" pitchFamily="18" charset="0"/>
            </a:endParaRPr>
          </a:p>
        </p:txBody>
      </p:sp>
      <p:sp>
        <p:nvSpPr>
          <p:cNvPr id="8194" name="Rectangle 2"/>
          <p:cNvSpPr>
            <a:spLocks noGrp="1" noRot="1" noChangeAspect="1" noChangeArrowheads="1" noTextEdit="1"/>
          </p:cNvSpPr>
          <p:nvPr>
            <p:ph type="sldImg"/>
          </p:nvPr>
        </p:nvSpPr>
        <p:spPr/>
      </p:sp>
      <p:sp>
        <p:nvSpPr>
          <p:cNvPr id="8195"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73F77E98-83BC-45F0-9564-A2CA759AE191}" type="slidenum">
              <a:rPr lang="en-US" altLang="en-US">
                <a:latin typeface="Times New Roman" panose="02020603050405020304" pitchFamily="18" charset="0"/>
              </a:rPr>
            </a:fld>
            <a:endParaRPr lang="en-US" altLang="en-US">
              <a:latin typeface="Times New Roman" panose="02020603050405020304" pitchFamily="18" charset="0"/>
            </a:endParaRPr>
          </a:p>
        </p:txBody>
      </p:sp>
      <p:sp>
        <p:nvSpPr>
          <p:cNvPr id="8194" name="Rectangle 2"/>
          <p:cNvSpPr>
            <a:spLocks noGrp="1" noRot="1" noChangeAspect="1" noChangeArrowheads="1" noTextEdit="1"/>
          </p:cNvSpPr>
          <p:nvPr>
            <p:ph type="sldImg"/>
          </p:nvPr>
        </p:nvSpPr>
        <p:spPr/>
      </p:sp>
      <p:sp>
        <p:nvSpPr>
          <p:cNvPr id="8195"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73F77E98-83BC-45F0-9564-A2CA759AE191}" type="slidenum">
              <a:rPr lang="en-US" altLang="en-US">
                <a:latin typeface="Times New Roman" panose="02020603050405020304" pitchFamily="18" charset="0"/>
              </a:rPr>
            </a:fld>
            <a:endParaRPr lang="en-US" altLang="en-US">
              <a:latin typeface="Times New Roman" panose="02020603050405020304" pitchFamily="18" charset="0"/>
            </a:endParaRPr>
          </a:p>
        </p:txBody>
      </p:sp>
      <p:sp>
        <p:nvSpPr>
          <p:cNvPr id="8194" name="Rectangle 2"/>
          <p:cNvSpPr>
            <a:spLocks noGrp="1" noRot="1" noChangeAspect="1" noChangeArrowheads="1" noTextEdit="1"/>
          </p:cNvSpPr>
          <p:nvPr>
            <p:ph type="sldImg"/>
          </p:nvPr>
        </p:nvSpPr>
        <p:spPr/>
      </p:sp>
      <p:sp>
        <p:nvSpPr>
          <p:cNvPr id="8195"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F627E375-79F8-453D-B390-C386C8FE8BB0}" type="slidenum">
              <a:rPr lang="en-US" altLang="en-US">
                <a:latin typeface="Times New Roman" panose="02020603050405020304" pitchFamily="18" charset="0"/>
              </a:rPr>
            </a:fld>
            <a:endParaRPr lang="en-US" altLang="en-US">
              <a:latin typeface="Times New Roman" panose="02020603050405020304" pitchFamily="18" charset="0"/>
            </a:endParaRPr>
          </a:p>
        </p:txBody>
      </p:sp>
      <p:sp>
        <p:nvSpPr>
          <p:cNvPr id="10242" name="Rectangle 2"/>
          <p:cNvSpPr>
            <a:spLocks noGrp="1" noRot="1" noChangeAspect="1" noChangeArrowheads="1" noTextEdit="1"/>
          </p:cNvSpPr>
          <p:nvPr>
            <p:ph type="sldImg"/>
          </p:nvPr>
        </p:nvSpPr>
        <p:spPr/>
      </p:sp>
      <p:sp>
        <p:nvSpPr>
          <p:cNvPr id="10243"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2" name="Rectangle 7"/>
          <p:cNvSpPr txBox="1">
            <a:spLocks noGrp="1"/>
          </p:cNvSpPr>
          <p:nvPr>
            <p:ph type="sldNum" sz="quarter"/>
          </p:nvPr>
        </p:nvSpPr>
        <p:spPr>
          <a:xfrm>
            <a:off x="4016375" y="8905875"/>
            <a:ext cx="3070225" cy="466725"/>
          </a:xfrm>
          <a:prstGeom prst="rect">
            <a:avLst/>
          </a:prstGeom>
          <a:noFill/>
          <a:ln w="9525">
            <a:noFill/>
          </a:ln>
        </p:spPr>
        <p:txBody>
          <a:bodyPr wrap="none" lIns="94035" tIns="47017" rIns="94035" bIns="47017" anchor="b" anchorCtr="0"/>
          <a:p>
            <a:pPr lvl="0" algn="r" defTabSz="939800"/>
            <a:fld id="{9A0DB2DC-4C9A-4742-B13C-FB6460FD3503}" type="slidenum">
              <a:rPr lang="en-US" altLang="en-US" sz="1200" dirty="0">
                <a:solidFill>
                  <a:srgbClr val="000000"/>
                </a:solidFill>
                <a:latin typeface="Times New Roman" panose="02020603050405020304" pitchFamily="18" charset="0"/>
              </a:rPr>
            </a:fld>
            <a:endParaRPr lang="en-US" altLang="en-US" sz="1200" dirty="0">
              <a:solidFill>
                <a:srgbClr val="000000"/>
              </a:solidFill>
              <a:latin typeface="Times New Roman" panose="02020603050405020304" pitchFamily="18" charset="0"/>
            </a:endParaRPr>
          </a:p>
        </p:txBody>
      </p:sp>
      <p:sp>
        <p:nvSpPr>
          <p:cNvPr id="10243" name="Rectangle 2"/>
          <p:cNvSpPr>
            <a:spLocks noTextEdit="1"/>
          </p:cNvSpPr>
          <p:nvPr>
            <p:ph type="sldImg"/>
          </p:nvPr>
        </p:nvSpPr>
        <p:spPr/>
      </p:sp>
      <p:sp>
        <p:nvSpPr>
          <p:cNvPr id="10244" name="Rectangle 3"/>
          <p:cNvSpPr>
            <a:spLocks noGrp="1"/>
          </p:cNvSpPr>
          <p:nvPr>
            <p:ph type="body" idx="1"/>
          </p:nvPr>
        </p:nvSpPr>
        <p:spPr>
          <a:xfrm>
            <a:off x="944563" y="4452938"/>
            <a:ext cx="5197475" cy="4214812"/>
          </a:xfrm>
        </p:spPr>
        <p:txBody>
          <a:bodyPr wrap="none" lIns="94035" tIns="47017" rIns="94035" bIns="47017" anchor="ctr" anchorCtr="0"/>
          <a:p>
            <a:pPr lvl="0"/>
            <a:endParaRPr lang="en-US" altLang="en-US"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2290" name="Rectangle 7"/>
          <p:cNvSpPr txBox="1">
            <a:spLocks noGrp="1"/>
          </p:cNvSpPr>
          <p:nvPr>
            <p:ph type="sldNum" sz="quarter"/>
          </p:nvPr>
        </p:nvSpPr>
        <p:spPr>
          <a:xfrm>
            <a:off x="4016375" y="8905875"/>
            <a:ext cx="3070225" cy="466725"/>
          </a:xfrm>
          <a:prstGeom prst="rect">
            <a:avLst/>
          </a:prstGeom>
          <a:noFill/>
          <a:ln w="9525">
            <a:noFill/>
          </a:ln>
        </p:spPr>
        <p:txBody>
          <a:bodyPr wrap="none" lIns="94035" tIns="47017" rIns="94035" bIns="47017" anchor="b" anchorCtr="0"/>
          <a:p>
            <a:pPr lvl="0" algn="r" defTabSz="939800"/>
            <a:fld id="{9A0DB2DC-4C9A-4742-B13C-FB6460FD3503}" type="slidenum">
              <a:rPr lang="en-US" altLang="en-US" sz="1200" dirty="0">
                <a:latin typeface="Times New Roman" panose="02020603050405020304" pitchFamily="18" charset="0"/>
              </a:rPr>
            </a:fld>
            <a:endParaRPr lang="en-US" altLang="en-US" sz="1200" dirty="0">
              <a:latin typeface="Times New Roman" panose="02020603050405020304" pitchFamily="18" charset="0"/>
            </a:endParaRPr>
          </a:p>
        </p:txBody>
      </p:sp>
      <p:sp>
        <p:nvSpPr>
          <p:cNvPr id="12291" name="Rectangle 2"/>
          <p:cNvSpPr>
            <a:spLocks noTextEdit="1"/>
          </p:cNvSpPr>
          <p:nvPr>
            <p:ph type="sldImg"/>
          </p:nvPr>
        </p:nvSpPr>
        <p:spPr/>
      </p:sp>
      <p:sp>
        <p:nvSpPr>
          <p:cNvPr id="12292" name="Rectangle 3"/>
          <p:cNvSpPr>
            <a:spLocks noGrp="1"/>
          </p:cNvSpPr>
          <p:nvPr>
            <p:ph type="body" idx="1"/>
          </p:nvPr>
        </p:nvSpPr>
        <p:spPr>
          <a:xfrm>
            <a:off x="944563" y="4452938"/>
            <a:ext cx="5197475" cy="4214812"/>
          </a:xfrm>
        </p:spPr>
        <p:txBody>
          <a:bodyPr wrap="none" lIns="94035" tIns="47017" rIns="94035" bIns="47017" anchor="ctr" anchorCtr="0"/>
          <a:p>
            <a:pPr lvl="0"/>
            <a:endParaRPr lang="en-US" altLang="en-US"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4338" name="Rectangle 7"/>
          <p:cNvSpPr txBox="1">
            <a:spLocks noGrp="1"/>
          </p:cNvSpPr>
          <p:nvPr>
            <p:ph type="sldNum" sz="quarter"/>
          </p:nvPr>
        </p:nvSpPr>
        <p:spPr>
          <a:xfrm>
            <a:off x="4016375" y="8905875"/>
            <a:ext cx="3070225" cy="466725"/>
          </a:xfrm>
          <a:prstGeom prst="rect">
            <a:avLst/>
          </a:prstGeom>
          <a:noFill/>
          <a:ln w="9525">
            <a:noFill/>
          </a:ln>
        </p:spPr>
        <p:txBody>
          <a:bodyPr wrap="none" lIns="94035" tIns="47017" rIns="94035" bIns="47017" anchor="b" anchorCtr="0"/>
          <a:p>
            <a:pPr lvl="0" algn="r" defTabSz="939800"/>
            <a:fld id="{9A0DB2DC-4C9A-4742-B13C-FB6460FD3503}" type="slidenum">
              <a:rPr lang="en-US" altLang="en-US" sz="1200" dirty="0">
                <a:latin typeface="Times New Roman" panose="02020603050405020304" pitchFamily="18" charset="0"/>
              </a:rPr>
            </a:fld>
            <a:endParaRPr lang="en-US" altLang="en-US" sz="1200" dirty="0">
              <a:latin typeface="Times New Roman" panose="02020603050405020304" pitchFamily="18" charset="0"/>
            </a:endParaRPr>
          </a:p>
        </p:txBody>
      </p:sp>
      <p:sp>
        <p:nvSpPr>
          <p:cNvPr id="14339" name="Rectangle 2"/>
          <p:cNvSpPr>
            <a:spLocks noTextEdit="1"/>
          </p:cNvSpPr>
          <p:nvPr>
            <p:ph type="sldImg"/>
          </p:nvPr>
        </p:nvSpPr>
        <p:spPr/>
      </p:sp>
      <p:sp>
        <p:nvSpPr>
          <p:cNvPr id="14340" name="Rectangle 3"/>
          <p:cNvSpPr>
            <a:spLocks noGrp="1"/>
          </p:cNvSpPr>
          <p:nvPr>
            <p:ph type="body" idx="1"/>
          </p:nvPr>
        </p:nvSpPr>
        <p:spPr>
          <a:xfrm>
            <a:off x="944563" y="4452938"/>
            <a:ext cx="5197475" cy="4214812"/>
          </a:xfrm>
        </p:spPr>
        <p:txBody>
          <a:bodyPr wrap="none" lIns="94035" tIns="47017" rIns="94035" bIns="47017" anchor="ctr" anchorCtr="0"/>
          <a:p>
            <a:pPr marL="228600" lvl="0" indent="-228600">
              <a:buFontTx/>
              <a:buAutoNum type="arabicPeriod"/>
            </a:pPr>
            <a:endParaRPr lang="en-US" altLang="en-US"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6386" name="Rectangle 7"/>
          <p:cNvSpPr txBox="1">
            <a:spLocks noGrp="1"/>
          </p:cNvSpPr>
          <p:nvPr>
            <p:ph type="sldNum" sz="quarter"/>
          </p:nvPr>
        </p:nvSpPr>
        <p:spPr>
          <a:xfrm>
            <a:off x="4016375" y="8905875"/>
            <a:ext cx="3070225" cy="466725"/>
          </a:xfrm>
          <a:prstGeom prst="rect">
            <a:avLst/>
          </a:prstGeom>
          <a:noFill/>
          <a:ln w="9525">
            <a:noFill/>
          </a:ln>
        </p:spPr>
        <p:txBody>
          <a:bodyPr wrap="none" lIns="94035" tIns="47017" rIns="94035" bIns="47017" anchor="b" anchorCtr="0"/>
          <a:p>
            <a:pPr lvl="0" algn="r" defTabSz="939800"/>
            <a:fld id="{9A0DB2DC-4C9A-4742-B13C-FB6460FD3503}" type="slidenum">
              <a:rPr lang="en-US" altLang="en-US" sz="1200" dirty="0">
                <a:latin typeface="Times New Roman" panose="02020603050405020304" pitchFamily="18" charset="0"/>
              </a:rPr>
            </a:fld>
            <a:endParaRPr lang="en-US" altLang="en-US" sz="1200" dirty="0">
              <a:latin typeface="Times New Roman" panose="02020603050405020304" pitchFamily="18" charset="0"/>
            </a:endParaRPr>
          </a:p>
        </p:txBody>
      </p:sp>
      <p:sp>
        <p:nvSpPr>
          <p:cNvPr id="16387" name="Rectangle 2"/>
          <p:cNvSpPr>
            <a:spLocks noTextEdit="1"/>
          </p:cNvSpPr>
          <p:nvPr>
            <p:ph type="sldImg"/>
          </p:nvPr>
        </p:nvSpPr>
        <p:spPr/>
      </p:sp>
      <p:sp>
        <p:nvSpPr>
          <p:cNvPr id="16388" name="Rectangle 3"/>
          <p:cNvSpPr>
            <a:spLocks noGrp="1"/>
          </p:cNvSpPr>
          <p:nvPr>
            <p:ph type="body" idx="1"/>
          </p:nvPr>
        </p:nvSpPr>
        <p:spPr>
          <a:xfrm>
            <a:off x="944563" y="4452938"/>
            <a:ext cx="5197475" cy="4214812"/>
          </a:xfrm>
        </p:spPr>
        <p:txBody>
          <a:bodyPr wrap="none" lIns="94035" tIns="47017" rIns="94035" bIns="47017" anchor="ctr" anchorCtr="0"/>
          <a:p>
            <a:pPr lvl="0"/>
            <a:endParaRPr lang="en-US" altLang="en-US"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4" name="Rectangle 7"/>
          <p:cNvSpPr txBox="1">
            <a:spLocks noGrp="1"/>
          </p:cNvSpPr>
          <p:nvPr>
            <p:ph type="sldNum" sz="quarter"/>
          </p:nvPr>
        </p:nvSpPr>
        <p:spPr>
          <a:xfrm>
            <a:off x="4016375" y="8905875"/>
            <a:ext cx="3070225" cy="466725"/>
          </a:xfrm>
          <a:prstGeom prst="rect">
            <a:avLst/>
          </a:prstGeom>
          <a:noFill/>
          <a:ln w="9525">
            <a:noFill/>
          </a:ln>
        </p:spPr>
        <p:txBody>
          <a:bodyPr wrap="none" lIns="94035" tIns="47017" rIns="94035" bIns="47017" anchor="b" anchorCtr="0"/>
          <a:p>
            <a:pPr lvl="0" algn="r" defTabSz="939800"/>
            <a:fld id="{9A0DB2DC-4C9A-4742-B13C-FB6460FD3503}" type="slidenum">
              <a:rPr lang="en-US" altLang="en-US" sz="1200" dirty="0">
                <a:latin typeface="Times New Roman" panose="02020603050405020304" pitchFamily="18" charset="0"/>
              </a:rPr>
            </a:fld>
            <a:endParaRPr lang="en-US" altLang="en-US" sz="1200" dirty="0">
              <a:latin typeface="Times New Roman" panose="02020603050405020304" pitchFamily="18" charset="0"/>
            </a:endParaRPr>
          </a:p>
        </p:txBody>
      </p:sp>
      <p:sp>
        <p:nvSpPr>
          <p:cNvPr id="18435" name="Rectangle 2"/>
          <p:cNvSpPr>
            <a:spLocks noTextEdit="1"/>
          </p:cNvSpPr>
          <p:nvPr>
            <p:ph type="sldImg"/>
          </p:nvPr>
        </p:nvSpPr>
        <p:spPr/>
      </p:sp>
      <p:sp>
        <p:nvSpPr>
          <p:cNvPr id="18436" name="Rectangle 3"/>
          <p:cNvSpPr>
            <a:spLocks noGrp="1"/>
          </p:cNvSpPr>
          <p:nvPr>
            <p:ph type="body" idx="1"/>
          </p:nvPr>
        </p:nvSpPr>
        <p:spPr>
          <a:xfrm>
            <a:off x="944563" y="4452938"/>
            <a:ext cx="5197475" cy="4214812"/>
          </a:xfrm>
        </p:spPr>
        <p:txBody>
          <a:bodyPr wrap="none" lIns="94035" tIns="47017" rIns="94035" bIns="47017" anchor="ctr" anchorCtr="0"/>
          <a:p>
            <a:pPr lvl="0"/>
            <a:endParaRPr lang="en-US" altLang="en-US"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0482" name="Rectangle 7"/>
          <p:cNvSpPr txBox="1">
            <a:spLocks noGrp="1"/>
          </p:cNvSpPr>
          <p:nvPr>
            <p:ph type="sldNum" sz="quarter"/>
          </p:nvPr>
        </p:nvSpPr>
        <p:spPr>
          <a:xfrm>
            <a:off x="4016375" y="8905875"/>
            <a:ext cx="3070225" cy="466725"/>
          </a:xfrm>
          <a:prstGeom prst="rect">
            <a:avLst/>
          </a:prstGeom>
          <a:noFill/>
          <a:ln w="9525">
            <a:noFill/>
          </a:ln>
        </p:spPr>
        <p:txBody>
          <a:bodyPr wrap="none" lIns="94035" tIns="47017" rIns="94035" bIns="47017" anchor="b" anchorCtr="0"/>
          <a:p>
            <a:pPr lvl="0" algn="r" defTabSz="939800"/>
            <a:fld id="{9A0DB2DC-4C9A-4742-B13C-FB6460FD3503}" type="slidenum">
              <a:rPr lang="en-US" altLang="en-US" sz="1200" dirty="0">
                <a:latin typeface="Times New Roman" panose="02020603050405020304" pitchFamily="18" charset="0"/>
              </a:rPr>
            </a:fld>
            <a:endParaRPr lang="en-US" altLang="en-US" sz="1200" dirty="0">
              <a:latin typeface="Times New Roman" panose="02020603050405020304" pitchFamily="18" charset="0"/>
            </a:endParaRPr>
          </a:p>
        </p:txBody>
      </p:sp>
      <p:sp>
        <p:nvSpPr>
          <p:cNvPr id="20483" name="Rectangle 2"/>
          <p:cNvSpPr>
            <a:spLocks noTextEdit="1"/>
          </p:cNvSpPr>
          <p:nvPr>
            <p:ph type="sldImg"/>
          </p:nvPr>
        </p:nvSpPr>
        <p:spPr/>
      </p:sp>
      <p:sp>
        <p:nvSpPr>
          <p:cNvPr id="20484" name="Rectangle 3"/>
          <p:cNvSpPr>
            <a:spLocks noGrp="1"/>
          </p:cNvSpPr>
          <p:nvPr>
            <p:ph type="body" idx="1"/>
          </p:nvPr>
        </p:nvSpPr>
        <p:spPr>
          <a:xfrm>
            <a:off x="944563" y="4452938"/>
            <a:ext cx="5197475" cy="4214812"/>
          </a:xfrm>
        </p:spPr>
        <p:txBody>
          <a:bodyPr wrap="none" lIns="94035" tIns="47017" rIns="94035" bIns="47017" anchor="ctr" anchorCtr="0"/>
          <a:p>
            <a:pPr marL="228600" lvl="0" indent="-228600">
              <a:buFontTx/>
              <a:buAutoNum type="arabicPeriod"/>
            </a:pPr>
            <a:endParaRPr lang="en-US" altLang="en-US"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2530" name="Rectangle 7"/>
          <p:cNvSpPr txBox="1">
            <a:spLocks noGrp="1"/>
          </p:cNvSpPr>
          <p:nvPr>
            <p:ph type="sldNum" sz="quarter"/>
          </p:nvPr>
        </p:nvSpPr>
        <p:spPr>
          <a:xfrm>
            <a:off x="4016375" y="8905875"/>
            <a:ext cx="3070225" cy="466725"/>
          </a:xfrm>
          <a:prstGeom prst="rect">
            <a:avLst/>
          </a:prstGeom>
          <a:noFill/>
          <a:ln w="9525">
            <a:noFill/>
          </a:ln>
        </p:spPr>
        <p:txBody>
          <a:bodyPr wrap="none" lIns="94035" tIns="47017" rIns="94035" bIns="47017" anchor="b" anchorCtr="0"/>
          <a:p>
            <a:pPr lvl="0" algn="r" defTabSz="939800"/>
            <a:fld id="{9A0DB2DC-4C9A-4742-B13C-FB6460FD3503}" type="slidenum">
              <a:rPr lang="en-US" altLang="en-US" sz="1200" dirty="0">
                <a:latin typeface="Times New Roman" panose="02020603050405020304" pitchFamily="18" charset="0"/>
              </a:rPr>
            </a:fld>
            <a:endParaRPr lang="en-US" altLang="en-US" sz="1200" dirty="0">
              <a:latin typeface="Times New Roman" panose="02020603050405020304" pitchFamily="18" charset="0"/>
            </a:endParaRPr>
          </a:p>
        </p:txBody>
      </p:sp>
      <p:sp>
        <p:nvSpPr>
          <p:cNvPr id="22531" name="Rectangle 2"/>
          <p:cNvSpPr>
            <a:spLocks noTextEdit="1"/>
          </p:cNvSpPr>
          <p:nvPr>
            <p:ph type="sldImg"/>
          </p:nvPr>
        </p:nvSpPr>
        <p:spPr/>
      </p:sp>
      <p:sp>
        <p:nvSpPr>
          <p:cNvPr id="22532" name="Rectangle 3"/>
          <p:cNvSpPr>
            <a:spLocks noGrp="1"/>
          </p:cNvSpPr>
          <p:nvPr>
            <p:ph type="body" idx="1"/>
          </p:nvPr>
        </p:nvSpPr>
        <p:spPr>
          <a:xfrm>
            <a:off x="944563" y="4452938"/>
            <a:ext cx="5197475" cy="4214812"/>
          </a:xfrm>
        </p:spPr>
        <p:txBody>
          <a:bodyPr wrap="none" lIns="94035" tIns="47017" rIns="94035" bIns="47017" anchor="ctr" anchorCtr="0"/>
          <a:p>
            <a:pPr marL="228600" lvl="0" indent="-228600">
              <a:buFontTx/>
              <a:buAutoNum type="arabicPeriod"/>
            </a:pPr>
            <a:endParaRPr lang="en-US" altLang="en-US"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4578" name="Rectangle 7"/>
          <p:cNvSpPr txBox="1">
            <a:spLocks noGrp="1"/>
          </p:cNvSpPr>
          <p:nvPr>
            <p:ph type="sldNum" sz="quarter"/>
          </p:nvPr>
        </p:nvSpPr>
        <p:spPr>
          <a:xfrm>
            <a:off x="4016375" y="8905875"/>
            <a:ext cx="3070225" cy="466725"/>
          </a:xfrm>
          <a:prstGeom prst="rect">
            <a:avLst/>
          </a:prstGeom>
          <a:noFill/>
          <a:ln w="9525">
            <a:noFill/>
          </a:ln>
        </p:spPr>
        <p:txBody>
          <a:bodyPr wrap="none" lIns="94035" tIns="47017" rIns="94035" bIns="47017" anchor="b" anchorCtr="0"/>
          <a:p>
            <a:pPr lvl="0" algn="r" defTabSz="939800"/>
            <a:fld id="{9A0DB2DC-4C9A-4742-B13C-FB6460FD3503}" type="slidenum">
              <a:rPr lang="en-US" altLang="en-US" sz="1200" dirty="0">
                <a:latin typeface="Times New Roman" panose="02020603050405020304" pitchFamily="18" charset="0"/>
              </a:rPr>
            </a:fld>
            <a:endParaRPr lang="en-US" altLang="en-US" sz="1200" dirty="0">
              <a:latin typeface="Times New Roman" panose="02020603050405020304" pitchFamily="18" charset="0"/>
            </a:endParaRPr>
          </a:p>
        </p:txBody>
      </p:sp>
      <p:sp>
        <p:nvSpPr>
          <p:cNvPr id="24579" name="Rectangle 2"/>
          <p:cNvSpPr>
            <a:spLocks noTextEdit="1"/>
          </p:cNvSpPr>
          <p:nvPr>
            <p:ph type="sldImg"/>
          </p:nvPr>
        </p:nvSpPr>
        <p:spPr/>
      </p:sp>
      <p:sp>
        <p:nvSpPr>
          <p:cNvPr id="24580" name="Rectangle 3"/>
          <p:cNvSpPr>
            <a:spLocks noGrp="1"/>
          </p:cNvSpPr>
          <p:nvPr>
            <p:ph type="body" idx="1"/>
          </p:nvPr>
        </p:nvSpPr>
        <p:spPr>
          <a:xfrm>
            <a:off x="944563" y="4452938"/>
            <a:ext cx="5197475" cy="4214812"/>
          </a:xfrm>
        </p:spPr>
        <p:txBody>
          <a:bodyPr wrap="none" lIns="94035" tIns="47017" rIns="94035" bIns="47017" anchor="ctr" anchorCtr="0"/>
          <a:p>
            <a:pPr lvl="0"/>
            <a:endParaRPr lang="en-US" altLang="en-US"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6626" name="Rectangle 7"/>
          <p:cNvSpPr txBox="1">
            <a:spLocks noGrp="1"/>
          </p:cNvSpPr>
          <p:nvPr>
            <p:ph type="sldNum" sz="quarter"/>
          </p:nvPr>
        </p:nvSpPr>
        <p:spPr>
          <a:xfrm>
            <a:off x="4016375" y="8905875"/>
            <a:ext cx="3070225" cy="466725"/>
          </a:xfrm>
          <a:prstGeom prst="rect">
            <a:avLst/>
          </a:prstGeom>
          <a:noFill/>
          <a:ln w="9525">
            <a:noFill/>
          </a:ln>
        </p:spPr>
        <p:txBody>
          <a:bodyPr wrap="none" lIns="94035" tIns="47017" rIns="94035" bIns="47017" anchor="b" anchorCtr="0"/>
          <a:p>
            <a:pPr lvl="0" algn="r" defTabSz="939800"/>
            <a:fld id="{9A0DB2DC-4C9A-4742-B13C-FB6460FD3503}" type="slidenum">
              <a:rPr lang="en-US" altLang="en-US" sz="1200" dirty="0">
                <a:latin typeface="Times New Roman" panose="02020603050405020304" pitchFamily="18" charset="0"/>
              </a:rPr>
            </a:fld>
            <a:endParaRPr lang="en-US" altLang="en-US" sz="1200" dirty="0">
              <a:latin typeface="Times New Roman" panose="02020603050405020304" pitchFamily="18" charset="0"/>
            </a:endParaRPr>
          </a:p>
        </p:txBody>
      </p:sp>
      <p:sp>
        <p:nvSpPr>
          <p:cNvPr id="26627" name="Rectangle 2"/>
          <p:cNvSpPr>
            <a:spLocks noTextEdit="1"/>
          </p:cNvSpPr>
          <p:nvPr>
            <p:ph type="sldImg"/>
          </p:nvPr>
        </p:nvSpPr>
        <p:spPr/>
      </p:sp>
      <p:sp>
        <p:nvSpPr>
          <p:cNvPr id="26628" name="Rectangle 3"/>
          <p:cNvSpPr>
            <a:spLocks noGrp="1"/>
          </p:cNvSpPr>
          <p:nvPr>
            <p:ph type="body" idx="1"/>
          </p:nvPr>
        </p:nvSpPr>
        <p:spPr>
          <a:xfrm>
            <a:off x="944563" y="4452938"/>
            <a:ext cx="5197475" cy="4214812"/>
          </a:xfrm>
        </p:spPr>
        <p:txBody>
          <a:bodyPr wrap="none" lIns="94035" tIns="47017" rIns="94035" bIns="47017" anchor="ctr" anchorCtr="0"/>
          <a:p>
            <a:pPr marL="228600" lvl="0" indent="-228600">
              <a:buFontTx/>
              <a:buAutoNum type="arabicPeriod"/>
            </a:pPr>
            <a:endParaRPr lang="en-US" altLang="en-US"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8674" name="Rectangle 7"/>
          <p:cNvSpPr txBox="1">
            <a:spLocks noGrp="1"/>
          </p:cNvSpPr>
          <p:nvPr>
            <p:ph type="sldNum" sz="quarter"/>
          </p:nvPr>
        </p:nvSpPr>
        <p:spPr>
          <a:xfrm>
            <a:off x="4016375" y="8905875"/>
            <a:ext cx="3070225" cy="466725"/>
          </a:xfrm>
          <a:prstGeom prst="rect">
            <a:avLst/>
          </a:prstGeom>
          <a:noFill/>
          <a:ln w="9525">
            <a:noFill/>
          </a:ln>
        </p:spPr>
        <p:txBody>
          <a:bodyPr wrap="none" lIns="94035" tIns="47017" rIns="94035" bIns="47017" anchor="b" anchorCtr="0"/>
          <a:p>
            <a:pPr lvl="0" algn="r" defTabSz="939800"/>
            <a:fld id="{9A0DB2DC-4C9A-4742-B13C-FB6460FD3503}" type="slidenum">
              <a:rPr lang="en-US" altLang="en-US" sz="1200" dirty="0">
                <a:latin typeface="Times New Roman" panose="02020603050405020304" pitchFamily="18" charset="0"/>
              </a:rPr>
            </a:fld>
            <a:endParaRPr lang="en-US" altLang="en-US" sz="1200" dirty="0">
              <a:latin typeface="Times New Roman" panose="02020603050405020304" pitchFamily="18" charset="0"/>
            </a:endParaRPr>
          </a:p>
        </p:txBody>
      </p:sp>
      <p:sp>
        <p:nvSpPr>
          <p:cNvPr id="28675" name="Rectangle 2"/>
          <p:cNvSpPr>
            <a:spLocks noTextEdit="1"/>
          </p:cNvSpPr>
          <p:nvPr>
            <p:ph type="sldImg"/>
          </p:nvPr>
        </p:nvSpPr>
        <p:spPr/>
      </p:sp>
      <p:sp>
        <p:nvSpPr>
          <p:cNvPr id="28676" name="Rectangle 3"/>
          <p:cNvSpPr>
            <a:spLocks noGrp="1"/>
          </p:cNvSpPr>
          <p:nvPr>
            <p:ph type="body" idx="1"/>
          </p:nvPr>
        </p:nvSpPr>
        <p:spPr>
          <a:xfrm>
            <a:off x="944563" y="4452938"/>
            <a:ext cx="5197475" cy="4214812"/>
          </a:xfrm>
        </p:spPr>
        <p:txBody>
          <a:bodyPr wrap="none" lIns="94035" tIns="47017" rIns="94035" bIns="47017" anchor="ctr" anchorCtr="0"/>
          <a:p>
            <a:pPr marL="228600" lvl="0" indent="-228600">
              <a:buFontTx/>
              <a:buAutoNum type="arabicPeriod"/>
            </a:pPr>
            <a:endParaRPr lang="en-US" altLang="en-US"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0722" name="Rectangle 7"/>
          <p:cNvSpPr txBox="1">
            <a:spLocks noGrp="1"/>
          </p:cNvSpPr>
          <p:nvPr>
            <p:ph type="sldNum" sz="quarter"/>
          </p:nvPr>
        </p:nvSpPr>
        <p:spPr>
          <a:xfrm>
            <a:off x="4016375" y="8905875"/>
            <a:ext cx="3070225" cy="466725"/>
          </a:xfrm>
          <a:prstGeom prst="rect">
            <a:avLst/>
          </a:prstGeom>
          <a:noFill/>
          <a:ln w="9525">
            <a:noFill/>
          </a:ln>
        </p:spPr>
        <p:txBody>
          <a:bodyPr wrap="none" lIns="94035" tIns="47017" rIns="94035" bIns="47017" anchor="b" anchorCtr="0"/>
          <a:p>
            <a:pPr lvl="0" algn="r" defTabSz="939800"/>
            <a:fld id="{9A0DB2DC-4C9A-4742-B13C-FB6460FD3503}" type="slidenum">
              <a:rPr lang="en-US" altLang="en-US" sz="1200" dirty="0">
                <a:latin typeface="Times New Roman" panose="02020603050405020304" pitchFamily="18" charset="0"/>
              </a:rPr>
            </a:fld>
            <a:endParaRPr lang="en-US" altLang="en-US" sz="1200" dirty="0">
              <a:latin typeface="Times New Roman" panose="02020603050405020304" pitchFamily="18" charset="0"/>
            </a:endParaRPr>
          </a:p>
        </p:txBody>
      </p:sp>
      <p:sp>
        <p:nvSpPr>
          <p:cNvPr id="30723" name="Rectangle 2"/>
          <p:cNvSpPr>
            <a:spLocks noTextEdit="1"/>
          </p:cNvSpPr>
          <p:nvPr>
            <p:ph type="sldImg"/>
          </p:nvPr>
        </p:nvSpPr>
        <p:spPr/>
      </p:sp>
      <p:sp>
        <p:nvSpPr>
          <p:cNvPr id="30724" name="Rectangle 3"/>
          <p:cNvSpPr>
            <a:spLocks noGrp="1"/>
          </p:cNvSpPr>
          <p:nvPr>
            <p:ph type="body" idx="1"/>
          </p:nvPr>
        </p:nvSpPr>
        <p:spPr>
          <a:xfrm>
            <a:off x="944563" y="4452938"/>
            <a:ext cx="5197475" cy="4214812"/>
          </a:xfrm>
        </p:spPr>
        <p:txBody>
          <a:bodyPr wrap="none" lIns="94035" tIns="47017" rIns="94035" bIns="47017" anchor="ctr" anchorCtr="0"/>
          <a:p>
            <a:pPr marL="228600" lvl="0" indent="-228600">
              <a:buFontTx/>
              <a:buAutoNum type="arabicPeriod"/>
            </a:pPr>
            <a:endParaRPr lang="en-US" altLang="en-US"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2770" name="Rectangle 7"/>
          <p:cNvSpPr txBox="1">
            <a:spLocks noGrp="1"/>
          </p:cNvSpPr>
          <p:nvPr>
            <p:ph type="sldNum" sz="quarter"/>
          </p:nvPr>
        </p:nvSpPr>
        <p:spPr>
          <a:xfrm>
            <a:off x="4016375" y="8905875"/>
            <a:ext cx="3070225" cy="466725"/>
          </a:xfrm>
          <a:prstGeom prst="rect">
            <a:avLst/>
          </a:prstGeom>
          <a:noFill/>
          <a:ln w="9525">
            <a:noFill/>
          </a:ln>
        </p:spPr>
        <p:txBody>
          <a:bodyPr wrap="none" lIns="94035" tIns="47017" rIns="94035" bIns="47017" anchor="b" anchorCtr="0"/>
          <a:p>
            <a:pPr lvl="0" algn="r" defTabSz="939800"/>
            <a:fld id="{9A0DB2DC-4C9A-4742-B13C-FB6460FD3503}" type="slidenum">
              <a:rPr lang="en-US" altLang="en-US" sz="1200" dirty="0">
                <a:latin typeface="Times New Roman" panose="02020603050405020304" pitchFamily="18" charset="0"/>
              </a:rPr>
            </a:fld>
            <a:endParaRPr lang="en-US" altLang="en-US" sz="1200" dirty="0">
              <a:latin typeface="Times New Roman" panose="02020603050405020304" pitchFamily="18" charset="0"/>
            </a:endParaRPr>
          </a:p>
        </p:txBody>
      </p:sp>
      <p:sp>
        <p:nvSpPr>
          <p:cNvPr id="32771" name="Rectangle 2"/>
          <p:cNvSpPr>
            <a:spLocks noTextEdit="1"/>
          </p:cNvSpPr>
          <p:nvPr>
            <p:ph type="sldImg"/>
          </p:nvPr>
        </p:nvSpPr>
        <p:spPr/>
      </p:sp>
      <p:sp>
        <p:nvSpPr>
          <p:cNvPr id="32772" name="Rectangle 3"/>
          <p:cNvSpPr>
            <a:spLocks noGrp="1"/>
          </p:cNvSpPr>
          <p:nvPr>
            <p:ph type="body" idx="1"/>
          </p:nvPr>
        </p:nvSpPr>
        <p:spPr>
          <a:xfrm>
            <a:off x="944563" y="4452938"/>
            <a:ext cx="5197475" cy="4214812"/>
          </a:xfrm>
        </p:spPr>
        <p:txBody>
          <a:bodyPr wrap="none" lIns="94035" tIns="47017" rIns="94035" bIns="47017" anchor="ctr" anchorCtr="0"/>
          <a:p>
            <a:pPr lvl="0"/>
            <a:endParaRPr lang="en-US" altLang="en-US"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4818" name="Rectangle 7"/>
          <p:cNvSpPr txBox="1">
            <a:spLocks noGrp="1"/>
          </p:cNvSpPr>
          <p:nvPr>
            <p:ph type="sldNum" sz="quarter"/>
          </p:nvPr>
        </p:nvSpPr>
        <p:spPr>
          <a:xfrm>
            <a:off x="4016375" y="8905875"/>
            <a:ext cx="3070225" cy="466725"/>
          </a:xfrm>
          <a:prstGeom prst="rect">
            <a:avLst/>
          </a:prstGeom>
          <a:noFill/>
          <a:ln w="9525">
            <a:noFill/>
          </a:ln>
        </p:spPr>
        <p:txBody>
          <a:bodyPr wrap="none" lIns="94035" tIns="47017" rIns="94035" bIns="47017" anchor="b" anchorCtr="0"/>
          <a:p>
            <a:pPr lvl="0" algn="r" defTabSz="939800"/>
            <a:fld id="{9A0DB2DC-4C9A-4742-B13C-FB6460FD3503}" type="slidenum">
              <a:rPr lang="en-US" altLang="en-US" sz="1200" dirty="0">
                <a:latin typeface="Times New Roman" panose="02020603050405020304" pitchFamily="18" charset="0"/>
              </a:rPr>
            </a:fld>
            <a:endParaRPr lang="en-US" altLang="en-US" sz="1200" dirty="0">
              <a:latin typeface="Times New Roman" panose="02020603050405020304" pitchFamily="18" charset="0"/>
            </a:endParaRPr>
          </a:p>
        </p:txBody>
      </p:sp>
      <p:sp>
        <p:nvSpPr>
          <p:cNvPr id="34819" name="Rectangle 2"/>
          <p:cNvSpPr>
            <a:spLocks noTextEdit="1"/>
          </p:cNvSpPr>
          <p:nvPr>
            <p:ph type="sldImg"/>
          </p:nvPr>
        </p:nvSpPr>
        <p:spPr/>
      </p:sp>
      <p:sp>
        <p:nvSpPr>
          <p:cNvPr id="34820" name="Rectangle 3"/>
          <p:cNvSpPr>
            <a:spLocks noGrp="1"/>
          </p:cNvSpPr>
          <p:nvPr>
            <p:ph type="body" idx="1"/>
          </p:nvPr>
        </p:nvSpPr>
        <p:spPr>
          <a:xfrm>
            <a:off x="944563" y="4452938"/>
            <a:ext cx="5197475" cy="4214812"/>
          </a:xfrm>
        </p:spPr>
        <p:txBody>
          <a:bodyPr wrap="none" lIns="94035" tIns="47017" rIns="94035" bIns="47017" anchor="ctr" anchorCtr="0"/>
          <a:p>
            <a:pPr lvl="0"/>
            <a:endParaRPr lang="en-US" altLang="en-US"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6866" name="Rectangle 7"/>
          <p:cNvSpPr txBox="1">
            <a:spLocks noGrp="1"/>
          </p:cNvSpPr>
          <p:nvPr>
            <p:ph type="sldNum" sz="quarter"/>
          </p:nvPr>
        </p:nvSpPr>
        <p:spPr>
          <a:xfrm>
            <a:off x="4016375" y="8905875"/>
            <a:ext cx="3070225" cy="466725"/>
          </a:xfrm>
          <a:prstGeom prst="rect">
            <a:avLst/>
          </a:prstGeom>
          <a:noFill/>
          <a:ln w="9525">
            <a:noFill/>
          </a:ln>
        </p:spPr>
        <p:txBody>
          <a:bodyPr wrap="none" lIns="94035" tIns="47017" rIns="94035" bIns="47017" anchor="b" anchorCtr="0"/>
          <a:p>
            <a:pPr lvl="0" algn="r" defTabSz="939800"/>
            <a:fld id="{9A0DB2DC-4C9A-4742-B13C-FB6460FD3503}" type="slidenum">
              <a:rPr lang="en-US" altLang="en-US" sz="1200" dirty="0">
                <a:latin typeface="Times New Roman" panose="02020603050405020304" pitchFamily="18" charset="0"/>
              </a:rPr>
            </a:fld>
            <a:endParaRPr lang="en-US" altLang="en-US" sz="1200" dirty="0">
              <a:latin typeface="Times New Roman" panose="02020603050405020304" pitchFamily="18" charset="0"/>
            </a:endParaRPr>
          </a:p>
        </p:txBody>
      </p:sp>
      <p:sp>
        <p:nvSpPr>
          <p:cNvPr id="36867" name="Rectangle 2"/>
          <p:cNvSpPr>
            <a:spLocks noTextEdit="1"/>
          </p:cNvSpPr>
          <p:nvPr>
            <p:ph type="sldImg"/>
          </p:nvPr>
        </p:nvSpPr>
        <p:spPr/>
      </p:sp>
      <p:sp>
        <p:nvSpPr>
          <p:cNvPr id="36868" name="Rectangle 3"/>
          <p:cNvSpPr>
            <a:spLocks noGrp="1"/>
          </p:cNvSpPr>
          <p:nvPr>
            <p:ph type="body" idx="1"/>
          </p:nvPr>
        </p:nvSpPr>
        <p:spPr>
          <a:xfrm>
            <a:off x="944563" y="4452938"/>
            <a:ext cx="5197475" cy="4214812"/>
          </a:xfrm>
        </p:spPr>
        <p:txBody>
          <a:bodyPr wrap="none" lIns="94035" tIns="47017" rIns="94035" bIns="47017" anchor="ctr" anchorCtr="0"/>
          <a:p>
            <a:pPr lvl="0"/>
            <a:endParaRPr lang="en-US" altLang="en-US"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8914" name="Rectangle 7"/>
          <p:cNvSpPr txBox="1">
            <a:spLocks noGrp="1"/>
          </p:cNvSpPr>
          <p:nvPr>
            <p:ph type="sldNum" sz="quarter"/>
          </p:nvPr>
        </p:nvSpPr>
        <p:spPr>
          <a:xfrm>
            <a:off x="4016375" y="8905875"/>
            <a:ext cx="3070225" cy="466725"/>
          </a:xfrm>
          <a:prstGeom prst="rect">
            <a:avLst/>
          </a:prstGeom>
          <a:noFill/>
          <a:ln w="9525">
            <a:noFill/>
          </a:ln>
        </p:spPr>
        <p:txBody>
          <a:bodyPr wrap="none" lIns="94035" tIns="47017" rIns="94035" bIns="47017" anchor="b" anchorCtr="0"/>
          <a:p>
            <a:pPr lvl="0" algn="r" defTabSz="939800"/>
            <a:fld id="{9A0DB2DC-4C9A-4742-B13C-FB6460FD3503}" type="slidenum">
              <a:rPr lang="en-US" altLang="en-US" sz="1200" dirty="0">
                <a:latin typeface="Times New Roman" panose="02020603050405020304" pitchFamily="18" charset="0"/>
              </a:rPr>
            </a:fld>
            <a:endParaRPr lang="en-US" altLang="en-US" sz="1200" dirty="0">
              <a:latin typeface="Times New Roman" panose="02020603050405020304" pitchFamily="18" charset="0"/>
            </a:endParaRPr>
          </a:p>
        </p:txBody>
      </p:sp>
      <p:sp>
        <p:nvSpPr>
          <p:cNvPr id="38915" name="Rectangle 2"/>
          <p:cNvSpPr>
            <a:spLocks noTextEdit="1"/>
          </p:cNvSpPr>
          <p:nvPr>
            <p:ph type="sldImg"/>
          </p:nvPr>
        </p:nvSpPr>
        <p:spPr/>
      </p:sp>
      <p:sp>
        <p:nvSpPr>
          <p:cNvPr id="38916" name="Rectangle 3"/>
          <p:cNvSpPr>
            <a:spLocks noGrp="1"/>
          </p:cNvSpPr>
          <p:nvPr>
            <p:ph type="body" idx="1"/>
          </p:nvPr>
        </p:nvSpPr>
        <p:spPr>
          <a:xfrm>
            <a:off x="944563" y="4452938"/>
            <a:ext cx="5197475" cy="4214812"/>
          </a:xfrm>
        </p:spPr>
        <p:txBody>
          <a:bodyPr wrap="none" lIns="94035" tIns="47017" rIns="94035" bIns="47017" anchor="ctr" anchorCtr="0"/>
          <a:p>
            <a:pPr lvl="0"/>
            <a:endParaRPr lang="en-US" altLang="en-US"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0962" name="Rectangle 7"/>
          <p:cNvSpPr txBox="1">
            <a:spLocks noGrp="1"/>
          </p:cNvSpPr>
          <p:nvPr>
            <p:ph type="sldNum" sz="quarter"/>
          </p:nvPr>
        </p:nvSpPr>
        <p:spPr>
          <a:xfrm>
            <a:off x="4016375" y="8905875"/>
            <a:ext cx="3070225" cy="466725"/>
          </a:xfrm>
          <a:prstGeom prst="rect">
            <a:avLst/>
          </a:prstGeom>
          <a:noFill/>
          <a:ln w="9525">
            <a:noFill/>
          </a:ln>
        </p:spPr>
        <p:txBody>
          <a:bodyPr wrap="none" lIns="94035" tIns="47017" rIns="94035" bIns="47017" anchor="b" anchorCtr="0"/>
          <a:p>
            <a:pPr lvl="0" algn="r" defTabSz="939800"/>
            <a:fld id="{9A0DB2DC-4C9A-4742-B13C-FB6460FD3503}" type="slidenum">
              <a:rPr lang="en-US" altLang="en-US" sz="1200" dirty="0">
                <a:latin typeface="Times New Roman" panose="02020603050405020304" pitchFamily="18" charset="0"/>
              </a:rPr>
            </a:fld>
            <a:endParaRPr lang="en-US" altLang="en-US" sz="1200" dirty="0">
              <a:latin typeface="Times New Roman" panose="02020603050405020304" pitchFamily="18" charset="0"/>
            </a:endParaRPr>
          </a:p>
        </p:txBody>
      </p:sp>
      <p:sp>
        <p:nvSpPr>
          <p:cNvPr id="40963" name="Rectangle 2"/>
          <p:cNvSpPr>
            <a:spLocks noTextEdit="1"/>
          </p:cNvSpPr>
          <p:nvPr>
            <p:ph type="sldImg"/>
          </p:nvPr>
        </p:nvSpPr>
        <p:spPr/>
      </p:sp>
      <p:sp>
        <p:nvSpPr>
          <p:cNvPr id="62468" name="Rectangle 3"/>
          <p:cNvSpPr>
            <a:spLocks noGrp="1" noChangeArrowheads="1"/>
          </p:cNvSpPr>
          <p:nvPr>
            <p:ph type="body" idx="1"/>
          </p:nvPr>
        </p:nvSpPr>
        <p:spPr/>
        <p:txBody>
          <a:bodyPr wrap="none" lIns="94035" tIns="47017" rIns="94035" bIns="47017" numCol="1" anchor="ctr" anchorCtr="0" compatLnSpc="1"/>
          <a:lstStyle/>
          <a:p>
            <a:pPr marL="228600" marR="0" lvl="0" indent="-228600" algn="l" defTabSz="914400" rtl="0" eaLnBrk="0" fontAlgn="base" latinLnBrk="0" hangingPunct="0">
              <a:lnSpc>
                <a:spcPct val="100000"/>
              </a:lnSpc>
              <a:spcBef>
                <a:spcPct val="30000"/>
              </a:spcBef>
              <a:spcAft>
                <a:spcPct val="0"/>
              </a:spcAft>
              <a:buClrTx/>
              <a:buSzTx/>
              <a:buFontTx/>
              <a:buAutoNum type="arabicPeriod"/>
              <a:defRPr/>
            </a:pPr>
            <a:endParaRPr kumimoji="0" lang="en-US"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S PGothic" panose="020B0600070205080204" pitchFamily="34" charset="-128"/>
              <a:cs typeface="MS PGothic" panose="020B0600070205080204" pitchFamily="34" charset="-128"/>
            </a:endParaRPr>
          </a:p>
          <a:p>
            <a:pPr marL="228600" marR="0" lvl="0" indent="-228600" algn="l" defTabSz="914400" rtl="0" eaLnBrk="0" fontAlgn="base" latinLnBrk="0" hangingPunct="0">
              <a:lnSpc>
                <a:spcPct val="100000"/>
              </a:lnSpc>
              <a:spcBef>
                <a:spcPct val="30000"/>
              </a:spcBef>
              <a:spcAft>
                <a:spcPct val="0"/>
              </a:spcAft>
              <a:buClrTx/>
              <a:buSzTx/>
              <a:buFontTx/>
              <a:buAutoNum type="arabicPeriod"/>
              <a:defRPr/>
            </a:pPr>
            <a:endParaRPr kumimoji="0" lang="en-US"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S PGothic" panose="020B0600070205080204" pitchFamily="34" charset="-128"/>
              <a:cs typeface="MS PGothic" panose="020B0600070205080204" pitchFamily="34" charset="-128"/>
            </a:endParaRPr>
          </a:p>
          <a:p>
            <a:pPr marL="228600" marR="0" lvl="0" indent="-228600" algn="l" defTabSz="914400" rtl="0" eaLnBrk="0" fontAlgn="base" latinLnBrk="0" hangingPunct="0">
              <a:lnSpc>
                <a:spcPct val="100000"/>
              </a:lnSpc>
              <a:spcBef>
                <a:spcPct val="30000"/>
              </a:spcBef>
              <a:spcAft>
                <a:spcPct val="0"/>
              </a:spcAft>
              <a:buClrTx/>
              <a:buSzTx/>
              <a:buFontTx/>
              <a:buAutoNum type="arabicPeriod"/>
              <a:defRPr/>
            </a:pPr>
            <a:endParaRPr kumimoji="0" lang="en-US"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S PGothic" panose="020B0600070205080204" pitchFamily="34" charset="-128"/>
              <a:cs typeface="MS PGothic" panose="020B0600070205080204" pitchFamily="34" charset="-128"/>
            </a:endParaRPr>
          </a:p>
          <a:p>
            <a:pPr marL="228600" marR="0" lvl="0" indent="-228600" algn="l" defTabSz="914400" rtl="0" eaLnBrk="0" fontAlgn="base" latinLnBrk="0" hangingPunct="0">
              <a:lnSpc>
                <a:spcPct val="100000"/>
              </a:lnSpc>
              <a:spcBef>
                <a:spcPct val="30000"/>
              </a:spcBef>
              <a:spcAft>
                <a:spcPct val="0"/>
              </a:spcAft>
              <a:buClrTx/>
              <a:buSzTx/>
              <a:buFontTx/>
              <a:buAutoNum type="arabicPeriod"/>
              <a:defRPr/>
            </a:pPr>
            <a:endParaRPr kumimoji="0" lang="en-US"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S PGothic" panose="020B0600070205080204" pitchFamily="34" charset="-128"/>
              <a:cs typeface="MS PGothic" panose="020B0600070205080204" pitchFamily="34" charset="-128"/>
            </a:endParaRPr>
          </a:p>
          <a:p>
            <a:pPr marL="228600" marR="0" lvl="0" indent="-228600" algn="l" defTabSz="914400" rtl="0" eaLnBrk="0" fontAlgn="base" latinLnBrk="0" hangingPunct="0">
              <a:lnSpc>
                <a:spcPct val="100000"/>
              </a:lnSpc>
              <a:spcBef>
                <a:spcPct val="30000"/>
              </a:spcBef>
              <a:spcAft>
                <a:spcPct val="0"/>
              </a:spcAft>
              <a:buClrTx/>
              <a:buSzTx/>
              <a:buFontTx/>
              <a:buAutoNum type="arabicPeriod"/>
              <a:defRPr/>
            </a:pPr>
            <a:endParaRPr kumimoji="0" lang="en-US"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S PGothic" panose="020B0600070205080204" pitchFamily="34" charset="-128"/>
              <a:cs typeface="MS PGothic" panose="020B0600070205080204" pitchFamily="34" charset="-128"/>
            </a:endParaRPr>
          </a:p>
          <a:p>
            <a:pPr marL="228600" marR="0" lvl="0" indent="-228600" algn="l" defTabSz="914400" rtl="0" eaLnBrk="0" fontAlgn="base" latinLnBrk="0" hangingPunct="0">
              <a:lnSpc>
                <a:spcPct val="100000"/>
              </a:lnSpc>
              <a:spcBef>
                <a:spcPct val="30000"/>
              </a:spcBef>
              <a:spcAft>
                <a:spcPct val="0"/>
              </a:spcAft>
              <a:buClrTx/>
              <a:buSzTx/>
              <a:buFontTx/>
              <a:buAutoNum type="arabicPeriod"/>
              <a:defRPr/>
            </a:pPr>
            <a:endParaRPr kumimoji="0" lang="en-US"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S PGothic" panose="020B0600070205080204" pitchFamily="34" charset="-128"/>
              <a:cs typeface="MS PGothic" panose="020B0600070205080204" pitchFamily="34" charset="-128"/>
            </a:endParaRPr>
          </a:p>
          <a:p>
            <a:pPr marL="0" marR="0" lvl="0" indent="0" algn="l" defTabSz="914400" rtl="0" eaLnBrk="0" fontAlgn="base" latinLnBrk="0" hangingPunct="0">
              <a:lnSpc>
                <a:spcPct val="100000"/>
              </a:lnSpc>
              <a:spcBef>
                <a:spcPct val="30000"/>
              </a:spcBef>
              <a:spcAft>
                <a:spcPct val="0"/>
              </a:spcAft>
              <a:buClrTx/>
              <a:buSzTx/>
              <a:buFontTx/>
              <a:buNone/>
              <a:defRPr/>
            </a:pPr>
            <a:endParaRPr kumimoji="0" lang="en-US"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S PGothic" panose="020B0600070205080204" pitchFamily="34" charset="-128"/>
              <a:cs typeface="MS PGothic" panose="020B0600070205080204" pitchFamily="34" charset="-128"/>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3010" name="Rectangle 7"/>
          <p:cNvSpPr txBox="1">
            <a:spLocks noGrp="1"/>
          </p:cNvSpPr>
          <p:nvPr>
            <p:ph type="sldNum" sz="quarter"/>
          </p:nvPr>
        </p:nvSpPr>
        <p:spPr>
          <a:xfrm>
            <a:off x="4016375" y="8905875"/>
            <a:ext cx="3070225" cy="466725"/>
          </a:xfrm>
          <a:prstGeom prst="rect">
            <a:avLst/>
          </a:prstGeom>
          <a:noFill/>
          <a:ln w="9525">
            <a:noFill/>
          </a:ln>
        </p:spPr>
        <p:txBody>
          <a:bodyPr wrap="none" lIns="94035" tIns="47017" rIns="94035" bIns="47017" anchor="b" anchorCtr="0"/>
          <a:p>
            <a:pPr lvl="0" algn="r" defTabSz="939800"/>
            <a:fld id="{9A0DB2DC-4C9A-4742-B13C-FB6460FD3503}" type="slidenum">
              <a:rPr lang="en-US" altLang="en-US" sz="1200" dirty="0">
                <a:latin typeface="Times New Roman" panose="02020603050405020304" pitchFamily="18" charset="0"/>
              </a:rPr>
            </a:fld>
            <a:endParaRPr lang="en-US" altLang="en-US" sz="1200" dirty="0">
              <a:latin typeface="Times New Roman" panose="02020603050405020304" pitchFamily="18" charset="0"/>
            </a:endParaRPr>
          </a:p>
        </p:txBody>
      </p:sp>
      <p:sp>
        <p:nvSpPr>
          <p:cNvPr id="43011" name="Rectangle 2"/>
          <p:cNvSpPr>
            <a:spLocks noTextEdit="1"/>
          </p:cNvSpPr>
          <p:nvPr>
            <p:ph type="sldImg"/>
          </p:nvPr>
        </p:nvSpPr>
        <p:spPr/>
      </p:sp>
      <p:sp>
        <p:nvSpPr>
          <p:cNvPr id="43012" name="Rectangle 3"/>
          <p:cNvSpPr>
            <a:spLocks noGrp="1"/>
          </p:cNvSpPr>
          <p:nvPr>
            <p:ph type="body" idx="1"/>
          </p:nvPr>
        </p:nvSpPr>
        <p:spPr>
          <a:xfrm>
            <a:off x="944563" y="4452938"/>
            <a:ext cx="5197475" cy="4214812"/>
          </a:xfrm>
        </p:spPr>
        <p:txBody>
          <a:bodyPr wrap="none" lIns="94035" tIns="47017" rIns="94035" bIns="47017" anchor="ctr" anchorCtr="0"/>
          <a:p>
            <a:pPr marL="228600" lvl="0" indent="-228600">
              <a:buFontTx/>
              <a:buAutoNum type="arabicPeriod"/>
            </a:pPr>
            <a:endParaRPr lang="en-US" altLang="en-US"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5058" name="Rectangle 7"/>
          <p:cNvSpPr txBox="1">
            <a:spLocks noGrp="1"/>
          </p:cNvSpPr>
          <p:nvPr>
            <p:ph type="sldNum" sz="quarter"/>
          </p:nvPr>
        </p:nvSpPr>
        <p:spPr>
          <a:xfrm>
            <a:off x="4016375" y="8905875"/>
            <a:ext cx="3070225" cy="466725"/>
          </a:xfrm>
          <a:prstGeom prst="rect">
            <a:avLst/>
          </a:prstGeom>
          <a:noFill/>
          <a:ln w="9525">
            <a:noFill/>
          </a:ln>
        </p:spPr>
        <p:txBody>
          <a:bodyPr wrap="none" lIns="94035" tIns="47017" rIns="94035" bIns="47017" anchor="b" anchorCtr="0"/>
          <a:p>
            <a:pPr lvl="0" algn="r" defTabSz="939800"/>
            <a:fld id="{9A0DB2DC-4C9A-4742-B13C-FB6460FD3503}" type="slidenum">
              <a:rPr lang="en-US" altLang="en-US" sz="1200" dirty="0">
                <a:latin typeface="Times New Roman" panose="02020603050405020304" pitchFamily="18" charset="0"/>
              </a:rPr>
            </a:fld>
            <a:endParaRPr lang="en-US" altLang="en-US" sz="1200" dirty="0">
              <a:latin typeface="Times New Roman" panose="02020603050405020304" pitchFamily="18" charset="0"/>
            </a:endParaRPr>
          </a:p>
        </p:txBody>
      </p:sp>
      <p:sp>
        <p:nvSpPr>
          <p:cNvPr id="45059" name="Rectangle 2"/>
          <p:cNvSpPr>
            <a:spLocks noTextEdit="1"/>
          </p:cNvSpPr>
          <p:nvPr>
            <p:ph type="sldImg"/>
          </p:nvPr>
        </p:nvSpPr>
        <p:spPr/>
      </p:sp>
      <p:sp>
        <p:nvSpPr>
          <p:cNvPr id="45060" name="Rectangle 3"/>
          <p:cNvSpPr>
            <a:spLocks noGrp="1"/>
          </p:cNvSpPr>
          <p:nvPr>
            <p:ph type="body" idx="1"/>
          </p:nvPr>
        </p:nvSpPr>
        <p:spPr>
          <a:xfrm>
            <a:off x="944563" y="4452938"/>
            <a:ext cx="5197475" cy="4214812"/>
          </a:xfrm>
        </p:spPr>
        <p:txBody>
          <a:bodyPr wrap="none" lIns="94035" tIns="47017" rIns="94035" bIns="47017" anchor="ctr" anchorCtr="0"/>
          <a:p>
            <a:pPr marL="228600" lvl="0" indent="-228600">
              <a:buFontTx/>
              <a:buAutoNum type="arabicPeriod"/>
            </a:pPr>
            <a:endParaRPr lang="en-US" altLang="en-US" dirty="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7106" name="Rectangle 7"/>
          <p:cNvSpPr txBox="1">
            <a:spLocks noGrp="1"/>
          </p:cNvSpPr>
          <p:nvPr>
            <p:ph type="sldNum" sz="quarter"/>
          </p:nvPr>
        </p:nvSpPr>
        <p:spPr>
          <a:xfrm>
            <a:off x="4016375" y="8905875"/>
            <a:ext cx="3070225" cy="466725"/>
          </a:xfrm>
          <a:prstGeom prst="rect">
            <a:avLst/>
          </a:prstGeom>
          <a:noFill/>
          <a:ln w="9525">
            <a:noFill/>
          </a:ln>
        </p:spPr>
        <p:txBody>
          <a:bodyPr wrap="none" lIns="94035" tIns="47017" rIns="94035" bIns="47017" anchor="b" anchorCtr="0"/>
          <a:p>
            <a:pPr lvl="0" algn="r" defTabSz="939800"/>
            <a:fld id="{9A0DB2DC-4C9A-4742-B13C-FB6460FD3503}" type="slidenum">
              <a:rPr lang="en-US" altLang="en-US" sz="1200" dirty="0">
                <a:latin typeface="Times New Roman" panose="02020603050405020304" pitchFamily="18" charset="0"/>
              </a:rPr>
            </a:fld>
            <a:endParaRPr lang="en-US" altLang="en-US" sz="1200" dirty="0">
              <a:latin typeface="Times New Roman" panose="02020603050405020304" pitchFamily="18" charset="0"/>
            </a:endParaRPr>
          </a:p>
        </p:txBody>
      </p:sp>
      <p:sp>
        <p:nvSpPr>
          <p:cNvPr id="47107" name="Rectangle 2"/>
          <p:cNvSpPr>
            <a:spLocks noTextEdit="1"/>
          </p:cNvSpPr>
          <p:nvPr>
            <p:ph type="sldImg"/>
          </p:nvPr>
        </p:nvSpPr>
        <p:spPr/>
      </p:sp>
      <p:sp>
        <p:nvSpPr>
          <p:cNvPr id="47108" name="Rectangle 3"/>
          <p:cNvSpPr>
            <a:spLocks noGrp="1"/>
          </p:cNvSpPr>
          <p:nvPr>
            <p:ph type="body" idx="1"/>
          </p:nvPr>
        </p:nvSpPr>
        <p:spPr>
          <a:xfrm>
            <a:off x="944563" y="4452938"/>
            <a:ext cx="5197475" cy="4214812"/>
          </a:xfrm>
        </p:spPr>
        <p:txBody>
          <a:bodyPr wrap="none" lIns="94035" tIns="47017" rIns="94035" bIns="47017" anchor="ctr" anchorCtr="0"/>
          <a:p>
            <a:pPr marL="228600" lvl="0" indent="-228600">
              <a:buFontTx/>
              <a:buAutoNum type="arabicPeriod"/>
            </a:pPr>
            <a:endParaRPr lang="en-US" altLang="en-US" dirty="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9154" name="Rectangle 7"/>
          <p:cNvSpPr txBox="1">
            <a:spLocks noGrp="1"/>
          </p:cNvSpPr>
          <p:nvPr>
            <p:ph type="sldNum" sz="quarter"/>
          </p:nvPr>
        </p:nvSpPr>
        <p:spPr>
          <a:xfrm>
            <a:off x="4016375" y="8905875"/>
            <a:ext cx="3070225" cy="466725"/>
          </a:xfrm>
          <a:prstGeom prst="rect">
            <a:avLst/>
          </a:prstGeom>
          <a:noFill/>
          <a:ln w="9525">
            <a:noFill/>
          </a:ln>
        </p:spPr>
        <p:txBody>
          <a:bodyPr wrap="none" lIns="94035" tIns="47017" rIns="94035" bIns="47017" anchor="b" anchorCtr="0"/>
          <a:p>
            <a:pPr lvl="0" algn="r" defTabSz="939800"/>
            <a:fld id="{9A0DB2DC-4C9A-4742-B13C-FB6460FD3503}" type="slidenum">
              <a:rPr lang="en-US" altLang="en-US" sz="1200" dirty="0">
                <a:latin typeface="Times New Roman" panose="02020603050405020304" pitchFamily="18" charset="0"/>
              </a:rPr>
            </a:fld>
            <a:endParaRPr lang="en-US" altLang="en-US" sz="1200" dirty="0">
              <a:latin typeface="Times New Roman" panose="02020603050405020304" pitchFamily="18" charset="0"/>
            </a:endParaRPr>
          </a:p>
        </p:txBody>
      </p:sp>
      <p:sp>
        <p:nvSpPr>
          <p:cNvPr id="49155" name="Rectangle 2"/>
          <p:cNvSpPr>
            <a:spLocks noTextEdit="1"/>
          </p:cNvSpPr>
          <p:nvPr>
            <p:ph type="sldImg"/>
          </p:nvPr>
        </p:nvSpPr>
        <p:spPr/>
      </p:sp>
      <p:sp>
        <p:nvSpPr>
          <p:cNvPr id="49156" name="Rectangle 3"/>
          <p:cNvSpPr>
            <a:spLocks noGrp="1"/>
          </p:cNvSpPr>
          <p:nvPr>
            <p:ph type="body" idx="1"/>
          </p:nvPr>
        </p:nvSpPr>
        <p:spPr>
          <a:xfrm>
            <a:off x="944563" y="4452938"/>
            <a:ext cx="5197475" cy="4214812"/>
          </a:xfrm>
        </p:spPr>
        <p:txBody>
          <a:bodyPr wrap="none" lIns="94035" tIns="47017" rIns="94035" bIns="47017" anchor="ctr" anchorCtr="0"/>
          <a:p>
            <a:pPr marL="228600" lvl="0" indent="-228600">
              <a:buFontTx/>
              <a:buAutoNum type="arabicPeriod"/>
            </a:pPr>
            <a:endParaRPr lang="en-US" altLang="en-US" dirty="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1202" name="Rectangle 7"/>
          <p:cNvSpPr txBox="1">
            <a:spLocks noGrp="1"/>
          </p:cNvSpPr>
          <p:nvPr>
            <p:ph type="sldNum" sz="quarter"/>
          </p:nvPr>
        </p:nvSpPr>
        <p:spPr>
          <a:xfrm>
            <a:off x="4016375" y="8905875"/>
            <a:ext cx="3070225" cy="466725"/>
          </a:xfrm>
          <a:prstGeom prst="rect">
            <a:avLst/>
          </a:prstGeom>
          <a:noFill/>
          <a:ln w="9525">
            <a:noFill/>
          </a:ln>
        </p:spPr>
        <p:txBody>
          <a:bodyPr wrap="none" lIns="94035" tIns="47017" rIns="94035" bIns="47017" anchor="b" anchorCtr="0"/>
          <a:p>
            <a:pPr lvl="0" algn="r" defTabSz="939800"/>
            <a:fld id="{9A0DB2DC-4C9A-4742-B13C-FB6460FD3503}" type="slidenum">
              <a:rPr lang="en-US" altLang="en-US" sz="1200" dirty="0">
                <a:latin typeface="Times New Roman" panose="02020603050405020304" pitchFamily="18" charset="0"/>
              </a:rPr>
            </a:fld>
            <a:endParaRPr lang="en-US" altLang="en-US" sz="1200" dirty="0">
              <a:latin typeface="Times New Roman" panose="02020603050405020304" pitchFamily="18" charset="0"/>
            </a:endParaRPr>
          </a:p>
        </p:txBody>
      </p:sp>
      <p:sp>
        <p:nvSpPr>
          <p:cNvPr id="51203" name="Rectangle 2"/>
          <p:cNvSpPr>
            <a:spLocks noTextEdit="1"/>
          </p:cNvSpPr>
          <p:nvPr>
            <p:ph type="sldImg"/>
          </p:nvPr>
        </p:nvSpPr>
        <p:spPr/>
      </p:sp>
      <p:sp>
        <p:nvSpPr>
          <p:cNvPr id="51204" name="Rectangle 3"/>
          <p:cNvSpPr>
            <a:spLocks noGrp="1"/>
          </p:cNvSpPr>
          <p:nvPr>
            <p:ph type="body" idx="1"/>
          </p:nvPr>
        </p:nvSpPr>
        <p:spPr>
          <a:xfrm>
            <a:off x="944563" y="4452938"/>
            <a:ext cx="5197475" cy="4214812"/>
          </a:xfrm>
        </p:spPr>
        <p:txBody>
          <a:bodyPr wrap="none" lIns="94035" tIns="47017" rIns="94035" bIns="47017" anchor="ctr" anchorCtr="0"/>
          <a:p>
            <a:pPr marL="228600" lvl="0" indent="-228600">
              <a:buFontTx/>
              <a:buAutoNum type="arabicPeriod"/>
            </a:pPr>
            <a:endParaRPr lang="en-US" altLang="en-US" dirty="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3250" name="Rectangle 7"/>
          <p:cNvSpPr txBox="1">
            <a:spLocks noGrp="1"/>
          </p:cNvSpPr>
          <p:nvPr>
            <p:ph type="sldNum" sz="quarter"/>
          </p:nvPr>
        </p:nvSpPr>
        <p:spPr>
          <a:xfrm>
            <a:off x="4016375" y="8905875"/>
            <a:ext cx="3070225" cy="466725"/>
          </a:xfrm>
          <a:prstGeom prst="rect">
            <a:avLst/>
          </a:prstGeom>
          <a:noFill/>
          <a:ln w="9525">
            <a:noFill/>
          </a:ln>
        </p:spPr>
        <p:txBody>
          <a:bodyPr wrap="none" lIns="94035" tIns="47017" rIns="94035" bIns="47017" anchor="b" anchorCtr="0"/>
          <a:p>
            <a:pPr lvl="0" algn="r" defTabSz="939800"/>
            <a:fld id="{9A0DB2DC-4C9A-4742-B13C-FB6460FD3503}" type="slidenum">
              <a:rPr lang="en-US" altLang="en-US" sz="1200" dirty="0">
                <a:latin typeface="Times New Roman" panose="02020603050405020304" pitchFamily="18" charset="0"/>
              </a:rPr>
            </a:fld>
            <a:endParaRPr lang="en-US" altLang="en-US" sz="1200" dirty="0">
              <a:latin typeface="Times New Roman" panose="02020603050405020304" pitchFamily="18" charset="0"/>
            </a:endParaRPr>
          </a:p>
        </p:txBody>
      </p:sp>
      <p:sp>
        <p:nvSpPr>
          <p:cNvPr id="53251" name="Rectangle 2"/>
          <p:cNvSpPr>
            <a:spLocks noTextEdit="1"/>
          </p:cNvSpPr>
          <p:nvPr>
            <p:ph type="sldImg"/>
          </p:nvPr>
        </p:nvSpPr>
        <p:spPr/>
      </p:sp>
      <p:sp>
        <p:nvSpPr>
          <p:cNvPr id="53252" name="Rectangle 3"/>
          <p:cNvSpPr>
            <a:spLocks noGrp="1"/>
          </p:cNvSpPr>
          <p:nvPr>
            <p:ph type="body" idx="1"/>
          </p:nvPr>
        </p:nvSpPr>
        <p:spPr>
          <a:xfrm>
            <a:off x="944563" y="4452938"/>
            <a:ext cx="5197475" cy="4214812"/>
          </a:xfrm>
        </p:spPr>
        <p:txBody>
          <a:bodyPr wrap="none" lIns="94035" tIns="47017" rIns="94035" bIns="47017" anchor="ctr" anchorCtr="0"/>
          <a:p>
            <a:pPr marL="228600" lvl="0" indent="-228600">
              <a:buFontTx/>
              <a:buAutoNum type="arabicPeriod"/>
            </a:pPr>
            <a:endParaRPr lang="en-US" altLang="en-US" dirty="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5298" name="Rectangle 7"/>
          <p:cNvSpPr txBox="1">
            <a:spLocks noGrp="1"/>
          </p:cNvSpPr>
          <p:nvPr>
            <p:ph type="sldNum" sz="quarter"/>
          </p:nvPr>
        </p:nvSpPr>
        <p:spPr>
          <a:xfrm>
            <a:off x="4016375" y="8905875"/>
            <a:ext cx="3070225" cy="466725"/>
          </a:xfrm>
          <a:prstGeom prst="rect">
            <a:avLst/>
          </a:prstGeom>
          <a:noFill/>
          <a:ln w="9525">
            <a:noFill/>
          </a:ln>
        </p:spPr>
        <p:txBody>
          <a:bodyPr wrap="none" lIns="94035" tIns="47017" rIns="94035" bIns="47017" anchor="b" anchorCtr="0"/>
          <a:p>
            <a:pPr lvl="0" algn="r" defTabSz="939800"/>
            <a:fld id="{9A0DB2DC-4C9A-4742-B13C-FB6460FD3503}" type="slidenum">
              <a:rPr lang="en-US" altLang="en-US" sz="1200" dirty="0">
                <a:latin typeface="Times New Roman" panose="02020603050405020304" pitchFamily="18" charset="0"/>
              </a:rPr>
            </a:fld>
            <a:endParaRPr lang="en-US" altLang="en-US" sz="1200" dirty="0">
              <a:latin typeface="Times New Roman" panose="02020603050405020304" pitchFamily="18" charset="0"/>
            </a:endParaRPr>
          </a:p>
        </p:txBody>
      </p:sp>
      <p:sp>
        <p:nvSpPr>
          <p:cNvPr id="55299" name="Rectangle 2"/>
          <p:cNvSpPr>
            <a:spLocks noTextEdit="1"/>
          </p:cNvSpPr>
          <p:nvPr>
            <p:ph type="sldImg"/>
          </p:nvPr>
        </p:nvSpPr>
        <p:spPr/>
      </p:sp>
      <p:sp>
        <p:nvSpPr>
          <p:cNvPr id="55300" name="Rectangle 3"/>
          <p:cNvSpPr>
            <a:spLocks noGrp="1"/>
          </p:cNvSpPr>
          <p:nvPr>
            <p:ph type="body" idx="1"/>
          </p:nvPr>
        </p:nvSpPr>
        <p:spPr>
          <a:xfrm>
            <a:off x="944563" y="4452938"/>
            <a:ext cx="5197475" cy="4214812"/>
          </a:xfrm>
        </p:spPr>
        <p:txBody>
          <a:bodyPr wrap="none" lIns="94035" tIns="47017" rIns="94035" bIns="47017" anchor="ctr" anchorCtr="0"/>
          <a:p>
            <a:pPr lvl="0"/>
            <a:endParaRPr lang="en-US" altLang="en-US" dirty="0"/>
          </a:p>
          <a:p>
            <a:pPr lvl="0"/>
            <a:endParaRPr lang="en-US" altLang="en-US" dirty="0"/>
          </a:p>
          <a:p>
            <a:pPr lvl="0"/>
            <a:endParaRPr lang="en-US" altLang="en-US" dirty="0"/>
          </a:p>
          <a:p>
            <a:pPr lvl="0"/>
            <a:endParaRPr lang="en-US" altLang="en-US" dirty="0"/>
          </a:p>
          <a:p>
            <a:pPr lvl="0"/>
            <a:endParaRPr lang="en-US" altLang="en-US" dirty="0"/>
          </a:p>
          <a:p>
            <a:pPr lvl="0"/>
            <a:endParaRPr lang="en-US" altLang="en-US" dirty="0"/>
          </a:p>
          <a:p>
            <a:pPr lvl="0"/>
            <a:endParaRPr lang="en-US" altLang="en-US" dirty="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7346" name="Rectangle 7"/>
          <p:cNvSpPr txBox="1">
            <a:spLocks noGrp="1"/>
          </p:cNvSpPr>
          <p:nvPr>
            <p:ph type="sldNum" sz="quarter"/>
          </p:nvPr>
        </p:nvSpPr>
        <p:spPr>
          <a:xfrm>
            <a:off x="4016375" y="8905875"/>
            <a:ext cx="3070225" cy="466725"/>
          </a:xfrm>
          <a:prstGeom prst="rect">
            <a:avLst/>
          </a:prstGeom>
          <a:noFill/>
          <a:ln w="9525">
            <a:noFill/>
          </a:ln>
        </p:spPr>
        <p:txBody>
          <a:bodyPr wrap="none" lIns="94035" tIns="47017" rIns="94035" bIns="47017" anchor="b" anchorCtr="0"/>
          <a:p>
            <a:pPr lvl="0" algn="r" defTabSz="939800"/>
            <a:fld id="{9A0DB2DC-4C9A-4742-B13C-FB6460FD3503}" type="slidenum">
              <a:rPr lang="en-US" altLang="en-US" sz="1200" dirty="0">
                <a:latin typeface="Times New Roman" panose="02020603050405020304" pitchFamily="18" charset="0"/>
              </a:rPr>
            </a:fld>
            <a:endParaRPr lang="en-US" altLang="en-US" sz="1200" dirty="0">
              <a:latin typeface="Times New Roman" panose="02020603050405020304" pitchFamily="18" charset="0"/>
            </a:endParaRPr>
          </a:p>
        </p:txBody>
      </p:sp>
      <p:sp>
        <p:nvSpPr>
          <p:cNvPr id="57347" name="Rectangle 2"/>
          <p:cNvSpPr>
            <a:spLocks noTextEdit="1"/>
          </p:cNvSpPr>
          <p:nvPr>
            <p:ph type="sldImg"/>
          </p:nvPr>
        </p:nvSpPr>
        <p:spPr/>
      </p:sp>
      <p:sp>
        <p:nvSpPr>
          <p:cNvPr id="57348" name="Rectangle 3"/>
          <p:cNvSpPr>
            <a:spLocks noGrp="1"/>
          </p:cNvSpPr>
          <p:nvPr>
            <p:ph type="body" idx="1"/>
          </p:nvPr>
        </p:nvSpPr>
        <p:spPr>
          <a:xfrm>
            <a:off x="944563" y="4452938"/>
            <a:ext cx="5197475" cy="4214812"/>
          </a:xfrm>
        </p:spPr>
        <p:txBody>
          <a:bodyPr wrap="none" lIns="94035" tIns="47017" rIns="94035" bIns="47017" anchor="ctr" anchorCtr="0"/>
          <a:p>
            <a:pPr lvl="0"/>
            <a:endParaRPr lang="en-US" altLang="en-US" dirty="0"/>
          </a:p>
          <a:p>
            <a:pPr lvl="0"/>
            <a:endParaRPr lang="en-US" altLang="en-US" dirty="0"/>
          </a:p>
          <a:p>
            <a:pPr lvl="0"/>
            <a:endParaRPr lang="en-US" altLang="en-US" dirty="0"/>
          </a:p>
          <a:p>
            <a:pPr lvl="0"/>
            <a:endParaRPr lang="en-US" altLang="en-US" dirty="0"/>
          </a:p>
          <a:p>
            <a:pPr lvl="0"/>
            <a:endParaRPr lang="en-US" altLang="en-US" dirty="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9394" name="Rectangle 7"/>
          <p:cNvSpPr txBox="1">
            <a:spLocks noGrp="1"/>
          </p:cNvSpPr>
          <p:nvPr>
            <p:ph type="sldNum" sz="quarter"/>
          </p:nvPr>
        </p:nvSpPr>
        <p:spPr>
          <a:xfrm>
            <a:off x="4016375" y="8905875"/>
            <a:ext cx="3070225" cy="466725"/>
          </a:xfrm>
          <a:prstGeom prst="rect">
            <a:avLst/>
          </a:prstGeom>
          <a:noFill/>
          <a:ln w="9525">
            <a:noFill/>
          </a:ln>
        </p:spPr>
        <p:txBody>
          <a:bodyPr wrap="none" lIns="94035" tIns="47017" rIns="94035" bIns="47017" anchor="b" anchorCtr="0"/>
          <a:p>
            <a:pPr lvl="0" algn="r" defTabSz="939800"/>
            <a:fld id="{9A0DB2DC-4C9A-4742-B13C-FB6460FD3503}" type="slidenum">
              <a:rPr lang="en-US" altLang="en-US" sz="1200" dirty="0">
                <a:latin typeface="Times New Roman" panose="02020603050405020304" pitchFamily="18" charset="0"/>
              </a:rPr>
            </a:fld>
            <a:endParaRPr lang="en-US" altLang="en-US" sz="1200" dirty="0">
              <a:latin typeface="Times New Roman" panose="02020603050405020304" pitchFamily="18" charset="0"/>
            </a:endParaRPr>
          </a:p>
        </p:txBody>
      </p:sp>
      <p:sp>
        <p:nvSpPr>
          <p:cNvPr id="59395" name="Rectangle 2"/>
          <p:cNvSpPr>
            <a:spLocks noTextEdit="1"/>
          </p:cNvSpPr>
          <p:nvPr>
            <p:ph type="sldImg"/>
          </p:nvPr>
        </p:nvSpPr>
        <p:spPr/>
      </p:sp>
      <p:sp>
        <p:nvSpPr>
          <p:cNvPr id="59396" name="Rectangle 3"/>
          <p:cNvSpPr>
            <a:spLocks noGrp="1"/>
          </p:cNvSpPr>
          <p:nvPr>
            <p:ph type="body" idx="1"/>
          </p:nvPr>
        </p:nvSpPr>
        <p:spPr>
          <a:xfrm>
            <a:off x="944563" y="4452938"/>
            <a:ext cx="5197475" cy="4214812"/>
          </a:xfrm>
        </p:spPr>
        <p:txBody>
          <a:bodyPr wrap="none" lIns="94035" tIns="47017" rIns="94035" bIns="47017" anchor="ctr" anchorCtr="0"/>
          <a:p>
            <a:pPr lvl="0"/>
            <a:endParaRPr lang="en-US" altLang="en-US" dirty="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9C0FE232-0859-4FEB-B794-69908630F257}" type="slidenum">
              <a:rPr lang="en-US" altLang="en-US">
                <a:latin typeface="Times New Roman" panose="02020603050405020304" pitchFamily="18" charset="0"/>
              </a:rPr>
            </a:fld>
            <a:endParaRPr lang="en-US" altLang="en-US">
              <a:latin typeface="Times New Roman" panose="02020603050405020304" pitchFamily="18" charset="0"/>
            </a:endParaRPr>
          </a:p>
        </p:txBody>
      </p:sp>
      <p:sp>
        <p:nvSpPr>
          <p:cNvPr id="32770" name="Rectangle 2"/>
          <p:cNvSpPr>
            <a:spLocks noGrp="1" noRot="1" noChangeAspect="1" noChangeArrowheads="1" noTextEdit="1"/>
          </p:cNvSpPr>
          <p:nvPr>
            <p:ph type="sldImg"/>
          </p:nvPr>
        </p:nvSpPr>
        <p:spPr/>
      </p:sp>
      <p:sp>
        <p:nvSpPr>
          <p:cNvPr id="32771"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61533BA6-63EA-4C8E-83D6-D75ED0A0DEDD}" type="slidenum">
              <a:rPr lang="en-US" altLang="en-US">
                <a:latin typeface="Times New Roman" panose="02020603050405020304" pitchFamily="18" charset="0"/>
              </a:rPr>
            </a:fld>
            <a:endParaRPr lang="en-US" altLang="en-US">
              <a:latin typeface="Times New Roman" panose="02020603050405020304" pitchFamily="18" charset="0"/>
            </a:endParaRPr>
          </a:p>
        </p:txBody>
      </p:sp>
      <p:sp>
        <p:nvSpPr>
          <p:cNvPr id="34818" name="Rectangle 2"/>
          <p:cNvSpPr>
            <a:spLocks noGrp="1" noRot="1" noChangeAspect="1" noChangeArrowheads="1" noTextEdit="1"/>
          </p:cNvSpPr>
          <p:nvPr>
            <p:ph type="sldImg"/>
          </p:nvPr>
        </p:nvSpPr>
        <p:spPr/>
      </p:sp>
      <p:sp>
        <p:nvSpPr>
          <p:cNvPr id="34819"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893F69B1-EE3C-4C05-93FA-4501AC790494}" type="slidenum">
              <a:rPr lang="en-US" altLang="en-US">
                <a:latin typeface="Times New Roman" panose="02020603050405020304" pitchFamily="18" charset="0"/>
              </a:rPr>
            </a:fld>
            <a:endParaRPr lang="en-US" altLang="en-US">
              <a:latin typeface="Times New Roman" panose="02020603050405020304" pitchFamily="18" charset="0"/>
            </a:endParaRPr>
          </a:p>
        </p:txBody>
      </p:sp>
      <p:sp>
        <p:nvSpPr>
          <p:cNvPr id="36866" name="Rectangle 2"/>
          <p:cNvSpPr>
            <a:spLocks noGrp="1" noRot="1" noChangeAspect="1" noChangeArrowheads="1" noTextEdit="1"/>
          </p:cNvSpPr>
          <p:nvPr>
            <p:ph type="sldImg"/>
          </p:nvPr>
        </p:nvSpPr>
        <p:spPr/>
      </p:sp>
      <p:sp>
        <p:nvSpPr>
          <p:cNvPr id="36867"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A22923B9-B579-4C76-9C8F-F75E541564F1}" type="slidenum">
              <a:rPr lang="en-US" altLang="en-US">
                <a:latin typeface="Times New Roman" panose="02020603050405020304" pitchFamily="18" charset="0"/>
              </a:rPr>
            </a:fld>
            <a:endParaRPr lang="en-US" altLang="en-US">
              <a:latin typeface="Times New Roman" panose="02020603050405020304" pitchFamily="18" charset="0"/>
            </a:endParaRPr>
          </a:p>
        </p:txBody>
      </p:sp>
      <p:sp>
        <p:nvSpPr>
          <p:cNvPr id="38914" name="Rectangle 2"/>
          <p:cNvSpPr>
            <a:spLocks noGrp="1" noRot="1" noChangeAspect="1" noChangeArrowheads="1" noTextEdit="1"/>
          </p:cNvSpPr>
          <p:nvPr>
            <p:ph type="sldImg"/>
          </p:nvPr>
        </p:nvSpPr>
        <p:spPr/>
      </p:sp>
      <p:sp>
        <p:nvSpPr>
          <p:cNvPr id="38915"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3ECCD7ED-0622-4446-BEE7-FC6134B518E5}" type="slidenum">
              <a:rPr lang="en-US" altLang="en-US">
                <a:latin typeface="Times New Roman" panose="02020603050405020304" pitchFamily="18" charset="0"/>
              </a:rPr>
            </a:fld>
            <a:endParaRPr lang="en-US" altLang="en-US">
              <a:latin typeface="Times New Roman" panose="02020603050405020304" pitchFamily="18" charset="0"/>
            </a:endParaRPr>
          </a:p>
        </p:txBody>
      </p:sp>
      <p:sp>
        <p:nvSpPr>
          <p:cNvPr id="40962" name="Rectangle 2"/>
          <p:cNvSpPr>
            <a:spLocks noGrp="1" noRot="1" noChangeAspect="1" noChangeArrowheads="1" noTextEdit="1"/>
          </p:cNvSpPr>
          <p:nvPr>
            <p:ph type="sldImg"/>
          </p:nvPr>
        </p:nvSpPr>
        <p:spPr/>
      </p:sp>
      <p:sp>
        <p:nvSpPr>
          <p:cNvPr id="40963"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E42AD3C6-3796-443F-BEF1-D7BB5126679A}" type="slidenum">
              <a:rPr lang="en-US" altLang="en-US">
                <a:latin typeface="Times New Roman" panose="02020603050405020304" pitchFamily="18" charset="0"/>
              </a:rPr>
            </a:fld>
            <a:endParaRPr lang="en-US" altLang="en-US">
              <a:latin typeface="Times New Roman" panose="02020603050405020304" pitchFamily="18" charset="0"/>
            </a:endParaRPr>
          </a:p>
        </p:txBody>
      </p:sp>
      <p:sp>
        <p:nvSpPr>
          <p:cNvPr id="43010" name="Rectangle 2"/>
          <p:cNvSpPr>
            <a:spLocks noGrp="1" noRot="1" noChangeAspect="1" noChangeArrowheads="1" noTextEdit="1"/>
          </p:cNvSpPr>
          <p:nvPr>
            <p:ph type="sldImg"/>
          </p:nvPr>
        </p:nvSpPr>
        <p:spPr/>
      </p:sp>
      <p:sp>
        <p:nvSpPr>
          <p:cNvPr id="43011"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87E1D3FD-B35A-4DBF-B791-BA5787967C2A}" type="slidenum">
              <a:rPr lang="en-US" altLang="en-US">
                <a:latin typeface="Times New Roman" panose="02020603050405020304" pitchFamily="18" charset="0"/>
              </a:rPr>
            </a:fld>
            <a:endParaRPr lang="en-US" altLang="en-US">
              <a:latin typeface="Times New Roman" panose="02020603050405020304" pitchFamily="18" charset="0"/>
            </a:endParaRPr>
          </a:p>
        </p:txBody>
      </p:sp>
      <p:sp>
        <p:nvSpPr>
          <p:cNvPr id="45058" name="Rectangle 2"/>
          <p:cNvSpPr>
            <a:spLocks noGrp="1" noRot="1" noChangeAspect="1" noChangeArrowheads="1" noTextEdit="1"/>
          </p:cNvSpPr>
          <p:nvPr>
            <p:ph type="sldImg"/>
          </p:nvPr>
        </p:nvSpPr>
        <p:spPr/>
      </p:sp>
      <p:sp>
        <p:nvSpPr>
          <p:cNvPr id="45059"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C024F6B0-400A-4243-88CD-37282AB90F11}" type="slidenum">
              <a:rPr lang="en-US" altLang="en-US">
                <a:latin typeface="Times New Roman" panose="02020603050405020304" pitchFamily="18" charset="0"/>
              </a:rPr>
            </a:fld>
            <a:endParaRPr lang="en-US" altLang="en-US">
              <a:latin typeface="Times New Roman" panose="02020603050405020304" pitchFamily="18" charset="0"/>
            </a:endParaRPr>
          </a:p>
        </p:txBody>
      </p:sp>
      <p:sp>
        <p:nvSpPr>
          <p:cNvPr id="47106" name="Rectangle 2"/>
          <p:cNvSpPr>
            <a:spLocks noGrp="1" noRot="1" noChangeAspect="1" noChangeArrowheads="1" noTextEdit="1"/>
          </p:cNvSpPr>
          <p:nvPr>
            <p:ph type="sldImg"/>
          </p:nvPr>
        </p:nvSpPr>
        <p:spPr/>
      </p:sp>
      <p:sp>
        <p:nvSpPr>
          <p:cNvPr id="47107"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3490" name="Rectangle 7"/>
          <p:cNvSpPr txBox="1">
            <a:spLocks noGrp="1"/>
          </p:cNvSpPr>
          <p:nvPr>
            <p:ph type="sldNum" sz="quarter"/>
          </p:nvPr>
        </p:nvSpPr>
        <p:spPr>
          <a:xfrm>
            <a:off x="4016375" y="8905875"/>
            <a:ext cx="3070225" cy="466725"/>
          </a:xfrm>
          <a:prstGeom prst="rect">
            <a:avLst/>
          </a:prstGeom>
          <a:noFill/>
          <a:ln w="9525">
            <a:noFill/>
          </a:ln>
        </p:spPr>
        <p:txBody>
          <a:bodyPr wrap="none" lIns="94035" tIns="47017" rIns="94035" bIns="47017" anchor="b" anchorCtr="0"/>
          <a:p>
            <a:pPr lvl="0" algn="r" defTabSz="939800"/>
            <a:fld id="{9A0DB2DC-4C9A-4742-B13C-FB6460FD3503}" type="slidenum">
              <a:rPr lang="en-US" altLang="en-US" sz="1200" dirty="0">
                <a:solidFill>
                  <a:srgbClr val="000000"/>
                </a:solidFill>
                <a:latin typeface="Times New Roman" panose="02020603050405020304" pitchFamily="18" charset="0"/>
              </a:rPr>
            </a:fld>
            <a:endParaRPr lang="en-US" altLang="en-US" sz="1200" dirty="0">
              <a:solidFill>
                <a:srgbClr val="000000"/>
              </a:solidFill>
              <a:latin typeface="Times New Roman" panose="02020603050405020304" pitchFamily="18" charset="0"/>
            </a:endParaRPr>
          </a:p>
        </p:txBody>
      </p:sp>
      <p:sp>
        <p:nvSpPr>
          <p:cNvPr id="63491" name="Rectangle 2"/>
          <p:cNvSpPr>
            <a:spLocks noTextEdit="1"/>
          </p:cNvSpPr>
          <p:nvPr>
            <p:ph type="sldImg"/>
          </p:nvPr>
        </p:nvSpPr>
        <p:spPr/>
      </p:sp>
      <p:sp>
        <p:nvSpPr>
          <p:cNvPr id="63492" name="Rectangle 3"/>
          <p:cNvSpPr>
            <a:spLocks noGrp="1"/>
          </p:cNvSpPr>
          <p:nvPr>
            <p:ph type="body" idx="1"/>
          </p:nvPr>
        </p:nvSpPr>
        <p:spPr>
          <a:xfrm>
            <a:off x="944563" y="4452938"/>
            <a:ext cx="5197475" cy="4214812"/>
          </a:xfrm>
        </p:spPr>
        <p:txBody>
          <a:bodyPr wrap="none" lIns="94035" tIns="47017" rIns="94035" bIns="47017" anchor="ctr" anchorCtr="0"/>
          <a:p>
            <a:pPr lvl="0"/>
            <a:endParaRPr lang="en-US" altLang="en-US" dirty="0"/>
          </a:p>
          <a:p>
            <a:pPr lvl="0"/>
            <a:endParaRPr lang="en-US" altLang="en-US" dirty="0"/>
          </a:p>
          <a:p>
            <a:pPr lvl="0"/>
            <a:endParaRPr lang="en-US" altLang="en-US" dirty="0"/>
          </a:p>
          <a:p>
            <a:pPr lvl="0"/>
            <a:endParaRPr lang="en-US" altLang="en-US" dirty="0"/>
          </a:p>
          <a:p>
            <a:pPr lvl="0"/>
            <a:endParaRPr lang="en-US" altLang="en-US" dirty="0"/>
          </a:p>
          <a:p>
            <a:pPr lvl="0"/>
            <a:endParaRPr lang="en-US" altLang="en-US" dirty="0"/>
          </a:p>
          <a:p>
            <a:pPr lvl="0"/>
            <a:endParaRPr lang="en-US" altLang="en-US" dirty="0"/>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CC586326-4BC7-4B67-B6D0-BCE4326A5AA3}" type="slidenum">
              <a:rPr lang="en-US" altLang="en-US">
                <a:latin typeface="Times New Roman" panose="02020603050405020304" pitchFamily="18" charset="0"/>
              </a:rPr>
            </a:fld>
            <a:endParaRPr lang="en-US" altLang="en-US">
              <a:latin typeface="Times New Roman" panose="02020603050405020304" pitchFamily="18" charset="0"/>
            </a:endParaRPr>
          </a:p>
        </p:txBody>
      </p:sp>
      <p:sp>
        <p:nvSpPr>
          <p:cNvPr id="49154" name="Rectangle 2"/>
          <p:cNvSpPr>
            <a:spLocks noGrp="1" noRot="1" noChangeAspect="1" noChangeArrowheads="1" noTextEdit="1"/>
          </p:cNvSpPr>
          <p:nvPr>
            <p:ph type="sldImg"/>
          </p:nvPr>
        </p:nvSpPr>
        <p:spPr/>
      </p:sp>
      <p:sp>
        <p:nvSpPr>
          <p:cNvPr id="49155"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EA929230-05BF-4F8E-AAC6-9C2CABFA3A36}" type="slidenum">
              <a:rPr lang="en-US" altLang="en-US">
                <a:latin typeface="Times New Roman" panose="02020603050405020304" pitchFamily="18" charset="0"/>
              </a:rPr>
            </a:fld>
            <a:endParaRPr lang="en-US" altLang="en-US">
              <a:latin typeface="Times New Roman" panose="02020603050405020304" pitchFamily="18" charset="0"/>
            </a:endParaRPr>
          </a:p>
        </p:txBody>
      </p:sp>
      <p:sp>
        <p:nvSpPr>
          <p:cNvPr id="51202" name="Rectangle 2"/>
          <p:cNvSpPr>
            <a:spLocks noGrp="1" noRot="1" noChangeAspect="1" noChangeArrowheads="1" noTextEdit="1"/>
          </p:cNvSpPr>
          <p:nvPr>
            <p:ph type="sldImg"/>
          </p:nvPr>
        </p:nvSpPr>
        <p:spPr/>
      </p:sp>
      <p:sp>
        <p:nvSpPr>
          <p:cNvPr id="51203"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latin typeface="Times New Roman" panose="02020603050405020304" pitchFamily="18" charset="0"/>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3844A5C6-97A1-4829-A483-FFE95AC41A71}" type="slidenum">
              <a:rPr lang="en-US" altLang="en-US">
                <a:latin typeface="Times New Roman" panose="02020603050405020304" pitchFamily="18" charset="0"/>
              </a:rPr>
            </a:fld>
            <a:endParaRPr lang="en-US" altLang="en-US">
              <a:latin typeface="Times New Roman" panose="02020603050405020304" pitchFamily="18" charset="0"/>
            </a:endParaRPr>
          </a:p>
        </p:txBody>
      </p:sp>
      <p:sp>
        <p:nvSpPr>
          <p:cNvPr id="53250" name="Rectangle 2"/>
          <p:cNvSpPr>
            <a:spLocks noGrp="1" noRot="1" noChangeAspect="1" noChangeArrowheads="1" noTextEdit="1"/>
          </p:cNvSpPr>
          <p:nvPr>
            <p:ph type="sldImg"/>
          </p:nvPr>
        </p:nvSpPr>
        <p:spPr/>
      </p:sp>
      <p:sp>
        <p:nvSpPr>
          <p:cNvPr id="53251"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47394D91-CE4B-4811-9F12-1C1C3BA044FD}" type="slidenum">
              <a:rPr lang="en-US" altLang="en-US">
                <a:latin typeface="Times New Roman" panose="02020603050405020304" pitchFamily="18" charset="0"/>
              </a:rPr>
            </a:fld>
            <a:endParaRPr lang="en-US" altLang="en-US">
              <a:latin typeface="Times New Roman" panose="02020603050405020304" pitchFamily="18" charset="0"/>
            </a:endParaRPr>
          </a:p>
        </p:txBody>
      </p:sp>
      <p:sp>
        <p:nvSpPr>
          <p:cNvPr id="55298" name="Rectangle 2"/>
          <p:cNvSpPr>
            <a:spLocks noGrp="1" noRot="1" noChangeAspect="1" noChangeArrowheads="1" noTextEdit="1"/>
          </p:cNvSpPr>
          <p:nvPr>
            <p:ph type="sldImg"/>
          </p:nvPr>
        </p:nvSpPr>
        <p:spPr/>
      </p:sp>
      <p:sp>
        <p:nvSpPr>
          <p:cNvPr id="55299"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5538" name="Rectangle 7"/>
          <p:cNvSpPr txBox="1">
            <a:spLocks noGrp="1"/>
          </p:cNvSpPr>
          <p:nvPr>
            <p:ph type="sldNum" sz="quarter"/>
          </p:nvPr>
        </p:nvSpPr>
        <p:spPr>
          <a:xfrm>
            <a:off x="4016375" y="8905875"/>
            <a:ext cx="3070225" cy="466725"/>
          </a:xfrm>
          <a:prstGeom prst="rect">
            <a:avLst/>
          </a:prstGeom>
          <a:noFill/>
          <a:ln w="9525">
            <a:noFill/>
          </a:ln>
        </p:spPr>
        <p:txBody>
          <a:bodyPr wrap="none" lIns="94035" tIns="47017" rIns="94035" bIns="47017" anchor="b" anchorCtr="0"/>
          <a:p>
            <a:pPr lvl="0" algn="r" defTabSz="939800"/>
            <a:fld id="{9A0DB2DC-4C9A-4742-B13C-FB6460FD3503}" type="slidenum">
              <a:rPr lang="en-US" altLang="en-US" sz="1200" dirty="0">
                <a:solidFill>
                  <a:srgbClr val="000000"/>
                </a:solidFill>
                <a:latin typeface="Times New Roman" panose="02020603050405020304" pitchFamily="18" charset="0"/>
              </a:rPr>
            </a:fld>
            <a:endParaRPr lang="en-US" altLang="en-US" sz="1200" dirty="0">
              <a:solidFill>
                <a:srgbClr val="000000"/>
              </a:solidFill>
              <a:latin typeface="Times New Roman" panose="02020603050405020304" pitchFamily="18" charset="0"/>
            </a:endParaRPr>
          </a:p>
        </p:txBody>
      </p:sp>
      <p:sp>
        <p:nvSpPr>
          <p:cNvPr id="65539" name="Rectangle 2"/>
          <p:cNvSpPr>
            <a:spLocks noTextEdit="1"/>
          </p:cNvSpPr>
          <p:nvPr>
            <p:ph type="sldImg"/>
          </p:nvPr>
        </p:nvSpPr>
        <p:spPr/>
      </p:sp>
      <p:sp>
        <p:nvSpPr>
          <p:cNvPr id="65540" name="Rectangle 3"/>
          <p:cNvSpPr>
            <a:spLocks noGrp="1"/>
          </p:cNvSpPr>
          <p:nvPr>
            <p:ph type="body" idx="1"/>
          </p:nvPr>
        </p:nvSpPr>
        <p:spPr>
          <a:xfrm>
            <a:off x="944563" y="4452938"/>
            <a:ext cx="5197475" cy="4214812"/>
          </a:xfrm>
        </p:spPr>
        <p:txBody>
          <a:bodyPr wrap="none" lIns="94035" tIns="47017" rIns="94035" bIns="47017" anchor="ctr" anchorCtr="0"/>
          <a:p>
            <a:pPr lvl="0"/>
            <a:endParaRPr lang="en-US" altLang="en-US" dirty="0"/>
          </a:p>
          <a:p>
            <a:pPr lvl="0"/>
            <a:endParaRPr lang="en-US" altLang="en-US" dirty="0"/>
          </a:p>
          <a:p>
            <a:pPr lvl="0"/>
            <a:endParaRPr lang="en-US" altLang="en-US" dirty="0"/>
          </a:p>
          <a:p>
            <a:pPr lvl="0"/>
            <a:endParaRPr lang="en-US" altLang="en-US" dirty="0"/>
          </a:p>
          <a:p>
            <a:pPr lvl="0"/>
            <a:endParaRPr lang="en-US" altLang="en-US" dirty="0"/>
          </a:p>
          <a:p>
            <a:pPr lvl="0"/>
            <a:endParaRPr lang="en-US" altLang="en-US" dirty="0"/>
          </a:p>
          <a:p>
            <a:pPr lvl="0"/>
            <a:endParaRPr lang="en-US" altLang="en-US" dirty="0"/>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7586" name="Rectangle 7"/>
          <p:cNvSpPr txBox="1">
            <a:spLocks noGrp="1"/>
          </p:cNvSpPr>
          <p:nvPr>
            <p:ph type="sldNum" sz="quarter"/>
          </p:nvPr>
        </p:nvSpPr>
        <p:spPr>
          <a:xfrm>
            <a:off x="4016375" y="8905875"/>
            <a:ext cx="3070225" cy="466725"/>
          </a:xfrm>
          <a:prstGeom prst="rect">
            <a:avLst/>
          </a:prstGeom>
          <a:noFill/>
          <a:ln w="9525">
            <a:noFill/>
          </a:ln>
        </p:spPr>
        <p:txBody>
          <a:bodyPr wrap="none" lIns="94035" tIns="47017" rIns="94035" bIns="47017" anchor="b" anchorCtr="0"/>
          <a:p>
            <a:pPr lvl="0" algn="r" defTabSz="939800"/>
            <a:fld id="{9A0DB2DC-4C9A-4742-B13C-FB6460FD3503}" type="slidenum">
              <a:rPr lang="en-US" altLang="en-US" sz="1200" dirty="0">
                <a:solidFill>
                  <a:srgbClr val="000000"/>
                </a:solidFill>
                <a:latin typeface="Times New Roman" panose="02020603050405020304" pitchFamily="18" charset="0"/>
              </a:rPr>
            </a:fld>
            <a:endParaRPr lang="en-US" altLang="en-US" sz="1200" dirty="0">
              <a:solidFill>
                <a:srgbClr val="000000"/>
              </a:solidFill>
              <a:latin typeface="Times New Roman" panose="02020603050405020304" pitchFamily="18" charset="0"/>
            </a:endParaRPr>
          </a:p>
        </p:txBody>
      </p:sp>
      <p:sp>
        <p:nvSpPr>
          <p:cNvPr id="67587" name="Rectangle 2"/>
          <p:cNvSpPr>
            <a:spLocks noTextEdit="1"/>
          </p:cNvSpPr>
          <p:nvPr>
            <p:ph type="sldImg"/>
          </p:nvPr>
        </p:nvSpPr>
        <p:spPr/>
      </p:sp>
      <p:sp>
        <p:nvSpPr>
          <p:cNvPr id="67588" name="Rectangle 3"/>
          <p:cNvSpPr>
            <a:spLocks noGrp="1"/>
          </p:cNvSpPr>
          <p:nvPr>
            <p:ph type="body" idx="1"/>
          </p:nvPr>
        </p:nvSpPr>
        <p:spPr>
          <a:xfrm>
            <a:off x="944563" y="4452938"/>
            <a:ext cx="5197475" cy="4214812"/>
          </a:xfrm>
        </p:spPr>
        <p:txBody>
          <a:bodyPr wrap="none" lIns="94035" tIns="47017" rIns="94035" bIns="47017" anchor="ctr" anchorCtr="0"/>
          <a:p>
            <a:pPr lvl="0"/>
            <a:endParaRPr lang="en-US" altLang="en-US" dirty="0"/>
          </a:p>
          <a:p>
            <a:pPr lvl="0"/>
            <a:endParaRPr lang="en-US" altLang="en-US" dirty="0"/>
          </a:p>
          <a:p>
            <a:pPr lvl="0"/>
            <a:endParaRPr lang="en-US" altLang="en-US" dirty="0"/>
          </a:p>
          <a:p>
            <a:pPr lvl="0"/>
            <a:endParaRPr lang="en-US" altLang="en-US" dirty="0"/>
          </a:p>
          <a:p>
            <a:pPr lvl="0"/>
            <a:endParaRPr lang="en-US" altLang="en-US" dirty="0"/>
          </a:p>
          <a:p>
            <a:pPr lvl="0"/>
            <a:endParaRPr lang="en-US" altLang="en-US" dirty="0"/>
          </a:p>
          <a:p>
            <a:pPr lvl="0"/>
            <a:endParaRPr lang="en-US" altLang="en-US" dirty="0"/>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9634" name="Rectangle 7"/>
          <p:cNvSpPr txBox="1">
            <a:spLocks noGrp="1"/>
          </p:cNvSpPr>
          <p:nvPr>
            <p:ph type="sldNum" sz="quarter"/>
          </p:nvPr>
        </p:nvSpPr>
        <p:spPr>
          <a:xfrm>
            <a:off x="4016375" y="8905875"/>
            <a:ext cx="3070225" cy="466725"/>
          </a:xfrm>
          <a:prstGeom prst="rect">
            <a:avLst/>
          </a:prstGeom>
          <a:noFill/>
          <a:ln w="9525">
            <a:noFill/>
          </a:ln>
        </p:spPr>
        <p:txBody>
          <a:bodyPr wrap="none" lIns="94035" tIns="47017" rIns="94035" bIns="47017" anchor="b" anchorCtr="0"/>
          <a:p>
            <a:pPr lvl="0" algn="r" defTabSz="939800"/>
            <a:fld id="{9A0DB2DC-4C9A-4742-B13C-FB6460FD3503}" type="slidenum">
              <a:rPr lang="en-US" altLang="en-US" sz="1200" dirty="0">
                <a:solidFill>
                  <a:srgbClr val="000000"/>
                </a:solidFill>
                <a:latin typeface="Times New Roman" panose="02020603050405020304" pitchFamily="18" charset="0"/>
              </a:rPr>
            </a:fld>
            <a:endParaRPr lang="en-US" altLang="en-US" sz="1200" dirty="0">
              <a:solidFill>
                <a:srgbClr val="000000"/>
              </a:solidFill>
              <a:latin typeface="Times New Roman" panose="02020603050405020304" pitchFamily="18" charset="0"/>
            </a:endParaRPr>
          </a:p>
        </p:txBody>
      </p:sp>
      <p:sp>
        <p:nvSpPr>
          <p:cNvPr id="69635" name="Rectangle 2"/>
          <p:cNvSpPr>
            <a:spLocks noTextEdit="1"/>
          </p:cNvSpPr>
          <p:nvPr>
            <p:ph type="sldImg"/>
          </p:nvPr>
        </p:nvSpPr>
        <p:spPr/>
      </p:sp>
      <p:sp>
        <p:nvSpPr>
          <p:cNvPr id="69636" name="Rectangle 3"/>
          <p:cNvSpPr>
            <a:spLocks noGrp="1"/>
          </p:cNvSpPr>
          <p:nvPr>
            <p:ph type="body" idx="1"/>
          </p:nvPr>
        </p:nvSpPr>
        <p:spPr>
          <a:xfrm>
            <a:off x="944563" y="4452938"/>
            <a:ext cx="5197475" cy="4214812"/>
          </a:xfrm>
        </p:spPr>
        <p:txBody>
          <a:bodyPr wrap="none" lIns="94035" tIns="47017" rIns="94035" bIns="47017" anchor="ctr" anchorCtr="0"/>
          <a:p>
            <a:pPr lvl="0"/>
            <a:endParaRPr lang="en-US" altLang="en-US" dirty="0"/>
          </a:p>
          <a:p>
            <a:pPr lvl="0"/>
            <a:endParaRPr lang="en-US" altLang="en-US" dirty="0"/>
          </a:p>
          <a:p>
            <a:pPr lvl="0"/>
            <a:endParaRPr lang="en-US" altLang="en-US" dirty="0"/>
          </a:p>
          <a:p>
            <a:pPr lvl="0"/>
            <a:endParaRPr lang="en-US" altLang="en-US" dirty="0"/>
          </a:p>
          <a:p>
            <a:pPr lvl="0"/>
            <a:endParaRPr lang="en-US" altLang="en-US" dirty="0"/>
          </a:p>
          <a:p>
            <a:pPr lvl="0"/>
            <a:endParaRPr lang="en-US" altLang="en-US" dirty="0"/>
          </a:p>
          <a:p>
            <a:pPr lvl="0"/>
            <a:endParaRPr lang="en-US" altLang="en-US" dirty="0"/>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1682" name="Rectangle 7"/>
          <p:cNvSpPr txBox="1">
            <a:spLocks noGrp="1"/>
          </p:cNvSpPr>
          <p:nvPr>
            <p:ph type="sldNum" sz="quarter"/>
          </p:nvPr>
        </p:nvSpPr>
        <p:spPr>
          <a:xfrm>
            <a:off x="4016375" y="8905875"/>
            <a:ext cx="3070225" cy="466725"/>
          </a:xfrm>
          <a:prstGeom prst="rect">
            <a:avLst/>
          </a:prstGeom>
          <a:noFill/>
          <a:ln w="9525">
            <a:noFill/>
          </a:ln>
        </p:spPr>
        <p:txBody>
          <a:bodyPr wrap="none" lIns="94035" tIns="47017" rIns="94035" bIns="47017" anchor="b" anchorCtr="0"/>
          <a:p>
            <a:pPr lvl="0" algn="r" defTabSz="939800"/>
            <a:fld id="{9A0DB2DC-4C9A-4742-B13C-FB6460FD3503}" type="slidenum">
              <a:rPr lang="en-US" altLang="en-US" sz="1200" dirty="0">
                <a:solidFill>
                  <a:srgbClr val="000000"/>
                </a:solidFill>
                <a:latin typeface="Times New Roman" panose="02020603050405020304" pitchFamily="18" charset="0"/>
              </a:rPr>
            </a:fld>
            <a:endParaRPr lang="en-US" altLang="en-US" sz="1200" dirty="0">
              <a:solidFill>
                <a:srgbClr val="000000"/>
              </a:solidFill>
              <a:latin typeface="Times New Roman" panose="02020603050405020304" pitchFamily="18" charset="0"/>
            </a:endParaRPr>
          </a:p>
        </p:txBody>
      </p:sp>
      <p:sp>
        <p:nvSpPr>
          <p:cNvPr id="71683" name="Rectangle 2"/>
          <p:cNvSpPr>
            <a:spLocks noTextEdit="1"/>
          </p:cNvSpPr>
          <p:nvPr>
            <p:ph type="sldImg"/>
          </p:nvPr>
        </p:nvSpPr>
        <p:spPr/>
      </p:sp>
      <p:sp>
        <p:nvSpPr>
          <p:cNvPr id="71684" name="Rectangle 3"/>
          <p:cNvSpPr>
            <a:spLocks noGrp="1"/>
          </p:cNvSpPr>
          <p:nvPr>
            <p:ph type="body" idx="1"/>
          </p:nvPr>
        </p:nvSpPr>
        <p:spPr>
          <a:xfrm>
            <a:off x="944563" y="4452938"/>
            <a:ext cx="5197475" cy="4214812"/>
          </a:xfrm>
        </p:spPr>
        <p:txBody>
          <a:bodyPr wrap="none" lIns="94035" tIns="47017" rIns="94035" bIns="47017" anchor="ctr" anchorCtr="0"/>
          <a:p>
            <a:pPr lvl="0"/>
            <a:endParaRPr lang="en-US" altLang="en-US" dirty="0"/>
          </a:p>
          <a:p>
            <a:pPr lvl="0"/>
            <a:endParaRPr lang="en-US" altLang="en-US" dirty="0"/>
          </a:p>
          <a:p>
            <a:pPr lvl="0"/>
            <a:endParaRPr lang="en-US" altLang="en-US" dirty="0"/>
          </a:p>
          <a:p>
            <a:pPr lvl="0"/>
            <a:endParaRPr lang="en-US" altLang="en-US" dirty="0"/>
          </a:p>
          <a:p>
            <a:pPr lvl="0"/>
            <a:endParaRPr lang="en-US" altLang="en-US" dirty="0"/>
          </a:p>
          <a:p>
            <a:pPr lvl="0"/>
            <a:endParaRPr lang="en-US" altLang="en-US" dirty="0"/>
          </a:p>
          <a:p>
            <a:pPr lvl="0"/>
            <a:endParaRPr lang="en-US" altLang="en-US" dirty="0"/>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3730" name="Rectangle 7"/>
          <p:cNvSpPr txBox="1">
            <a:spLocks noGrp="1"/>
          </p:cNvSpPr>
          <p:nvPr>
            <p:ph type="sldNum" sz="quarter"/>
          </p:nvPr>
        </p:nvSpPr>
        <p:spPr>
          <a:xfrm>
            <a:off x="4016375" y="8905875"/>
            <a:ext cx="3070225" cy="466725"/>
          </a:xfrm>
          <a:prstGeom prst="rect">
            <a:avLst/>
          </a:prstGeom>
          <a:noFill/>
          <a:ln w="9525">
            <a:noFill/>
          </a:ln>
        </p:spPr>
        <p:txBody>
          <a:bodyPr wrap="none" lIns="94035" tIns="47017" rIns="94035" bIns="47017" anchor="b" anchorCtr="0"/>
          <a:p>
            <a:pPr lvl="0" algn="r" defTabSz="939800"/>
            <a:fld id="{9A0DB2DC-4C9A-4742-B13C-FB6460FD3503}" type="slidenum">
              <a:rPr lang="en-US" altLang="en-US" sz="1200" dirty="0">
                <a:solidFill>
                  <a:srgbClr val="000000"/>
                </a:solidFill>
                <a:latin typeface="Times New Roman" panose="02020603050405020304" pitchFamily="18" charset="0"/>
              </a:rPr>
            </a:fld>
            <a:endParaRPr lang="en-US" altLang="en-US" sz="1200" dirty="0">
              <a:solidFill>
                <a:srgbClr val="000000"/>
              </a:solidFill>
              <a:latin typeface="Times New Roman" panose="02020603050405020304" pitchFamily="18" charset="0"/>
            </a:endParaRPr>
          </a:p>
        </p:txBody>
      </p:sp>
      <p:sp>
        <p:nvSpPr>
          <p:cNvPr id="73731" name="Rectangle 2"/>
          <p:cNvSpPr>
            <a:spLocks noTextEdit="1"/>
          </p:cNvSpPr>
          <p:nvPr>
            <p:ph type="sldImg"/>
          </p:nvPr>
        </p:nvSpPr>
        <p:spPr/>
      </p:sp>
      <p:sp>
        <p:nvSpPr>
          <p:cNvPr id="73732" name="Rectangle 3"/>
          <p:cNvSpPr>
            <a:spLocks noGrp="1"/>
          </p:cNvSpPr>
          <p:nvPr>
            <p:ph type="body" idx="1"/>
          </p:nvPr>
        </p:nvSpPr>
        <p:spPr>
          <a:xfrm>
            <a:off x="944563" y="4452938"/>
            <a:ext cx="5197475" cy="4214812"/>
          </a:xfrm>
        </p:spPr>
        <p:txBody>
          <a:bodyPr wrap="none" lIns="94035" tIns="47017" rIns="94035" bIns="47017" anchor="ctr" anchorCtr="0"/>
          <a:p>
            <a:pPr lvl="0"/>
            <a:endParaRPr lang="en-US" altLang="en-US" dirty="0"/>
          </a:p>
          <a:p>
            <a:pPr lvl="0"/>
            <a:endParaRPr lang="en-US" altLang="en-US" dirty="0"/>
          </a:p>
          <a:p>
            <a:pPr lvl="0"/>
            <a:endParaRPr lang="en-US" altLang="en-US" dirty="0"/>
          </a:p>
          <a:p>
            <a:pPr lvl="0"/>
            <a:endParaRPr lang="en-US" altLang="en-US" dirty="0"/>
          </a:p>
          <a:p>
            <a:pPr lvl="0"/>
            <a:endParaRPr lang="en-US" altLang="en-US" dirty="0"/>
          </a:p>
          <a:p>
            <a:pPr lvl="0"/>
            <a:endParaRPr lang="en-US" altLang="en-US" dirty="0"/>
          </a:p>
          <a:p>
            <a:pPr lvl="0"/>
            <a:endParaRPr lang="en-US" altLang="en-US" dirty="0"/>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5778" name="Rectangle 7"/>
          <p:cNvSpPr txBox="1">
            <a:spLocks noGrp="1"/>
          </p:cNvSpPr>
          <p:nvPr>
            <p:ph type="sldNum" sz="quarter"/>
          </p:nvPr>
        </p:nvSpPr>
        <p:spPr>
          <a:xfrm>
            <a:off x="4016375" y="8905875"/>
            <a:ext cx="3070225" cy="466725"/>
          </a:xfrm>
          <a:prstGeom prst="rect">
            <a:avLst/>
          </a:prstGeom>
          <a:noFill/>
          <a:ln w="9525">
            <a:noFill/>
          </a:ln>
        </p:spPr>
        <p:txBody>
          <a:bodyPr wrap="none" lIns="94035" tIns="47017" rIns="94035" bIns="47017" anchor="b" anchorCtr="0"/>
          <a:p>
            <a:pPr lvl="0" algn="r" defTabSz="939800"/>
            <a:fld id="{9A0DB2DC-4C9A-4742-B13C-FB6460FD3503}" type="slidenum">
              <a:rPr lang="en-US" altLang="en-US" sz="1200" dirty="0">
                <a:solidFill>
                  <a:srgbClr val="000000"/>
                </a:solidFill>
                <a:latin typeface="Times New Roman" panose="02020603050405020304" pitchFamily="18" charset="0"/>
              </a:rPr>
            </a:fld>
            <a:endParaRPr lang="en-US" altLang="en-US" sz="1200" dirty="0">
              <a:solidFill>
                <a:srgbClr val="000000"/>
              </a:solidFill>
              <a:latin typeface="Times New Roman" panose="02020603050405020304" pitchFamily="18" charset="0"/>
            </a:endParaRPr>
          </a:p>
        </p:txBody>
      </p:sp>
      <p:sp>
        <p:nvSpPr>
          <p:cNvPr id="75779" name="Rectangle 2"/>
          <p:cNvSpPr>
            <a:spLocks noTextEdit="1"/>
          </p:cNvSpPr>
          <p:nvPr>
            <p:ph type="sldImg"/>
          </p:nvPr>
        </p:nvSpPr>
        <p:spPr/>
      </p:sp>
      <p:sp>
        <p:nvSpPr>
          <p:cNvPr id="75780" name="Rectangle 3"/>
          <p:cNvSpPr>
            <a:spLocks noGrp="1"/>
          </p:cNvSpPr>
          <p:nvPr>
            <p:ph type="body" idx="1"/>
          </p:nvPr>
        </p:nvSpPr>
        <p:spPr>
          <a:xfrm>
            <a:off x="944563" y="4452938"/>
            <a:ext cx="5197475" cy="4214812"/>
          </a:xfrm>
        </p:spPr>
        <p:txBody>
          <a:bodyPr wrap="none" lIns="94035" tIns="47017" rIns="94035" bIns="47017" anchor="ctr" anchorCtr="0"/>
          <a:p>
            <a:pPr lvl="0"/>
            <a:endParaRPr lang="en-US" altLang="en-US" dirty="0"/>
          </a:p>
          <a:p>
            <a:pPr lvl="0"/>
            <a:endParaRPr lang="en-US" altLang="en-US" dirty="0"/>
          </a:p>
          <a:p>
            <a:pPr lvl="0"/>
            <a:endParaRPr lang="en-US" altLang="en-US" dirty="0"/>
          </a:p>
          <a:p>
            <a:pPr lvl="0"/>
            <a:endParaRPr lang="en-US" altLang="en-US" dirty="0"/>
          </a:p>
          <a:p>
            <a:pPr lvl="0"/>
            <a:endParaRPr lang="en-US" altLang="en-US" dirty="0"/>
          </a:p>
          <a:p>
            <a:pPr lvl="0"/>
            <a:endParaRPr lang="en-US" altLang="en-US" dirty="0"/>
          </a:p>
          <a:p>
            <a:pPr lvl="0"/>
            <a:endParaRPr lang="en-US" altLang="en-US" dirty="0"/>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7826" name="Rectangle 7"/>
          <p:cNvSpPr txBox="1">
            <a:spLocks noGrp="1"/>
          </p:cNvSpPr>
          <p:nvPr>
            <p:ph type="sldNum" sz="quarter"/>
          </p:nvPr>
        </p:nvSpPr>
        <p:spPr>
          <a:xfrm>
            <a:off x="4016375" y="8905875"/>
            <a:ext cx="3070225" cy="466725"/>
          </a:xfrm>
          <a:prstGeom prst="rect">
            <a:avLst/>
          </a:prstGeom>
          <a:noFill/>
          <a:ln w="9525">
            <a:noFill/>
          </a:ln>
        </p:spPr>
        <p:txBody>
          <a:bodyPr wrap="none" lIns="94035" tIns="47017" rIns="94035" bIns="47017" anchor="b" anchorCtr="0"/>
          <a:p>
            <a:pPr lvl="0" algn="r" defTabSz="939800"/>
            <a:fld id="{9A0DB2DC-4C9A-4742-B13C-FB6460FD3503}" type="slidenum">
              <a:rPr lang="en-US" altLang="en-US" sz="1200" dirty="0">
                <a:solidFill>
                  <a:srgbClr val="000000"/>
                </a:solidFill>
                <a:latin typeface="Times New Roman" panose="02020603050405020304" pitchFamily="18" charset="0"/>
              </a:rPr>
            </a:fld>
            <a:endParaRPr lang="en-US" altLang="en-US" sz="1200" dirty="0">
              <a:solidFill>
                <a:srgbClr val="000000"/>
              </a:solidFill>
              <a:latin typeface="Times New Roman" panose="02020603050405020304" pitchFamily="18" charset="0"/>
            </a:endParaRPr>
          </a:p>
        </p:txBody>
      </p:sp>
      <p:sp>
        <p:nvSpPr>
          <p:cNvPr id="77827" name="Rectangle 2"/>
          <p:cNvSpPr>
            <a:spLocks noTextEdit="1"/>
          </p:cNvSpPr>
          <p:nvPr>
            <p:ph type="sldImg"/>
          </p:nvPr>
        </p:nvSpPr>
        <p:spPr/>
      </p:sp>
      <p:sp>
        <p:nvSpPr>
          <p:cNvPr id="77828" name="Rectangle 3"/>
          <p:cNvSpPr>
            <a:spLocks noGrp="1"/>
          </p:cNvSpPr>
          <p:nvPr>
            <p:ph type="body" idx="1"/>
          </p:nvPr>
        </p:nvSpPr>
        <p:spPr>
          <a:xfrm>
            <a:off x="944563" y="4452938"/>
            <a:ext cx="5197475" cy="4214812"/>
          </a:xfrm>
        </p:spPr>
        <p:txBody>
          <a:bodyPr wrap="none" lIns="94035" tIns="47017" rIns="94035" bIns="47017" anchor="ctr" anchorCtr="0"/>
          <a:p>
            <a:pPr lvl="0"/>
            <a:endParaRPr lang="en-US" altLang="en-US" dirty="0"/>
          </a:p>
          <a:p>
            <a:pPr lvl="0"/>
            <a:endParaRPr lang="en-US" altLang="en-US" dirty="0"/>
          </a:p>
          <a:p>
            <a:pPr lvl="0"/>
            <a:endParaRPr lang="en-US" altLang="en-US" dirty="0"/>
          </a:p>
          <a:p>
            <a:pPr lvl="0"/>
            <a:endParaRPr lang="en-US" altLang="en-US" dirty="0"/>
          </a:p>
          <a:p>
            <a:pPr lvl="0"/>
            <a:endParaRPr lang="en-US" altLang="en-US" dirty="0"/>
          </a:p>
          <a:p>
            <a:pPr lvl="0"/>
            <a:endParaRPr lang="en-US" altLang="en-US" dirty="0"/>
          </a:p>
          <a:p>
            <a:pPr lvl="0"/>
            <a:endParaRPr lang="en-US" altLang="en-US" dirty="0"/>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9874" name="Rectangle 7"/>
          <p:cNvSpPr txBox="1">
            <a:spLocks noGrp="1"/>
          </p:cNvSpPr>
          <p:nvPr>
            <p:ph type="sldNum" sz="quarter"/>
          </p:nvPr>
        </p:nvSpPr>
        <p:spPr>
          <a:xfrm>
            <a:off x="4016375" y="8905875"/>
            <a:ext cx="3070225" cy="466725"/>
          </a:xfrm>
          <a:prstGeom prst="rect">
            <a:avLst/>
          </a:prstGeom>
          <a:noFill/>
          <a:ln w="9525">
            <a:noFill/>
          </a:ln>
        </p:spPr>
        <p:txBody>
          <a:bodyPr wrap="none" lIns="94035" tIns="47017" rIns="94035" bIns="47017" anchor="b" anchorCtr="0"/>
          <a:p>
            <a:pPr lvl="0" algn="r" defTabSz="939800"/>
            <a:fld id="{9A0DB2DC-4C9A-4742-B13C-FB6460FD3503}" type="slidenum">
              <a:rPr lang="en-US" altLang="en-US" sz="1200" dirty="0">
                <a:solidFill>
                  <a:srgbClr val="000000"/>
                </a:solidFill>
                <a:latin typeface="Times New Roman" panose="02020603050405020304" pitchFamily="18" charset="0"/>
              </a:rPr>
            </a:fld>
            <a:endParaRPr lang="en-US" altLang="en-US" sz="1200" dirty="0">
              <a:solidFill>
                <a:srgbClr val="000000"/>
              </a:solidFill>
              <a:latin typeface="Times New Roman" panose="02020603050405020304" pitchFamily="18" charset="0"/>
            </a:endParaRPr>
          </a:p>
        </p:txBody>
      </p:sp>
      <p:sp>
        <p:nvSpPr>
          <p:cNvPr id="79875" name="Rectangle 2"/>
          <p:cNvSpPr>
            <a:spLocks noTextEdit="1"/>
          </p:cNvSpPr>
          <p:nvPr>
            <p:ph type="sldImg"/>
          </p:nvPr>
        </p:nvSpPr>
        <p:spPr/>
      </p:sp>
      <p:sp>
        <p:nvSpPr>
          <p:cNvPr id="79876" name="Rectangle 3"/>
          <p:cNvSpPr>
            <a:spLocks noGrp="1"/>
          </p:cNvSpPr>
          <p:nvPr>
            <p:ph type="body" idx="1"/>
          </p:nvPr>
        </p:nvSpPr>
        <p:spPr>
          <a:xfrm>
            <a:off x="944563" y="4452938"/>
            <a:ext cx="5197475" cy="4214812"/>
          </a:xfrm>
        </p:spPr>
        <p:txBody>
          <a:bodyPr wrap="none" lIns="94035" tIns="47017" rIns="94035" bIns="47017" anchor="ctr" anchorCtr="0"/>
          <a:p>
            <a:pPr lvl="0"/>
            <a:endParaRPr lang="en-US" altLang="en-US" dirty="0"/>
          </a:p>
          <a:p>
            <a:pPr lvl="0"/>
            <a:endParaRPr lang="en-US" altLang="en-US" dirty="0"/>
          </a:p>
          <a:p>
            <a:pPr lvl="0"/>
            <a:endParaRPr lang="en-US" altLang="en-US" dirty="0"/>
          </a:p>
          <a:p>
            <a:pPr lvl="0"/>
            <a:endParaRPr lang="en-US" altLang="en-US" dirty="0"/>
          </a:p>
          <a:p>
            <a:pPr lvl="0"/>
            <a:endParaRPr lang="en-US" altLang="en-US" dirty="0"/>
          </a:p>
          <a:p>
            <a:pPr lvl="0"/>
            <a:endParaRPr lang="en-US" altLang="en-US" dirty="0"/>
          </a:p>
          <a:p>
            <a:pPr lvl="0"/>
            <a:endParaRPr lang="en-US" altLang="en-US" dirty="0"/>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1922" name="Rectangle 7"/>
          <p:cNvSpPr txBox="1">
            <a:spLocks noGrp="1"/>
          </p:cNvSpPr>
          <p:nvPr>
            <p:ph type="sldNum" sz="quarter"/>
          </p:nvPr>
        </p:nvSpPr>
        <p:spPr>
          <a:xfrm>
            <a:off x="4016375" y="8905875"/>
            <a:ext cx="3070225" cy="466725"/>
          </a:xfrm>
          <a:prstGeom prst="rect">
            <a:avLst/>
          </a:prstGeom>
          <a:noFill/>
          <a:ln w="9525">
            <a:noFill/>
          </a:ln>
        </p:spPr>
        <p:txBody>
          <a:bodyPr wrap="none" lIns="94035" tIns="47017" rIns="94035" bIns="47017" anchor="b" anchorCtr="0"/>
          <a:p>
            <a:pPr lvl="0" algn="r" defTabSz="939800"/>
            <a:fld id="{9A0DB2DC-4C9A-4742-B13C-FB6460FD3503}" type="slidenum">
              <a:rPr lang="en-US" altLang="en-US" sz="1200" dirty="0">
                <a:solidFill>
                  <a:srgbClr val="000000"/>
                </a:solidFill>
                <a:latin typeface="Times New Roman" panose="02020603050405020304" pitchFamily="18" charset="0"/>
              </a:rPr>
            </a:fld>
            <a:endParaRPr lang="en-US" altLang="en-US" sz="1200" dirty="0">
              <a:solidFill>
                <a:srgbClr val="000000"/>
              </a:solidFill>
              <a:latin typeface="Times New Roman" panose="02020603050405020304" pitchFamily="18" charset="0"/>
            </a:endParaRPr>
          </a:p>
        </p:txBody>
      </p:sp>
      <p:sp>
        <p:nvSpPr>
          <p:cNvPr id="81923" name="Rectangle 2"/>
          <p:cNvSpPr>
            <a:spLocks noTextEdit="1"/>
          </p:cNvSpPr>
          <p:nvPr>
            <p:ph type="sldImg"/>
          </p:nvPr>
        </p:nvSpPr>
        <p:spPr/>
      </p:sp>
      <p:sp>
        <p:nvSpPr>
          <p:cNvPr id="81924" name="Rectangle 3"/>
          <p:cNvSpPr>
            <a:spLocks noGrp="1"/>
          </p:cNvSpPr>
          <p:nvPr>
            <p:ph type="body" idx="1"/>
          </p:nvPr>
        </p:nvSpPr>
        <p:spPr>
          <a:xfrm>
            <a:off x="944563" y="4452938"/>
            <a:ext cx="5197475" cy="4214812"/>
          </a:xfrm>
        </p:spPr>
        <p:txBody>
          <a:bodyPr wrap="none" lIns="94035" tIns="47017" rIns="94035" bIns="47017" anchor="ctr" anchorCtr="0"/>
          <a:p>
            <a:pPr lvl="0"/>
            <a:endParaRPr lang="en-US" altLang="en-US" dirty="0"/>
          </a:p>
          <a:p>
            <a:pPr lvl="0"/>
            <a:endParaRPr lang="en-US" altLang="en-US" dirty="0"/>
          </a:p>
          <a:p>
            <a:pPr lvl="0"/>
            <a:endParaRPr lang="en-US" altLang="en-US" dirty="0"/>
          </a:p>
          <a:p>
            <a:pPr lvl="0"/>
            <a:endParaRPr lang="en-US" altLang="en-US" dirty="0"/>
          </a:p>
          <a:p>
            <a:pPr lvl="0"/>
            <a:endParaRPr lang="en-US" altLang="en-US" dirty="0"/>
          </a:p>
          <a:p>
            <a:pPr lvl="0"/>
            <a:endParaRPr lang="en-US" altLang="en-US" dirty="0"/>
          </a:p>
          <a:p>
            <a:pPr lvl="0"/>
            <a:endParaRPr lang="en-US" altLang="en-US" dirty="0"/>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3970" name="Rectangle 7"/>
          <p:cNvSpPr txBox="1">
            <a:spLocks noGrp="1"/>
          </p:cNvSpPr>
          <p:nvPr>
            <p:ph type="sldNum" sz="quarter"/>
          </p:nvPr>
        </p:nvSpPr>
        <p:spPr>
          <a:xfrm>
            <a:off x="4016375" y="8905875"/>
            <a:ext cx="3070225" cy="466725"/>
          </a:xfrm>
          <a:prstGeom prst="rect">
            <a:avLst/>
          </a:prstGeom>
          <a:noFill/>
          <a:ln w="9525">
            <a:noFill/>
          </a:ln>
        </p:spPr>
        <p:txBody>
          <a:bodyPr wrap="none" lIns="94035" tIns="47017" rIns="94035" bIns="47017" anchor="b" anchorCtr="0"/>
          <a:p>
            <a:pPr lvl="0" algn="r" defTabSz="939800"/>
            <a:fld id="{9A0DB2DC-4C9A-4742-B13C-FB6460FD3503}" type="slidenum">
              <a:rPr lang="en-US" altLang="en-US" sz="1200" dirty="0">
                <a:solidFill>
                  <a:srgbClr val="000000"/>
                </a:solidFill>
                <a:latin typeface="Times New Roman" panose="02020603050405020304" pitchFamily="18" charset="0"/>
              </a:rPr>
            </a:fld>
            <a:endParaRPr lang="en-US" altLang="en-US" sz="1200" dirty="0">
              <a:solidFill>
                <a:srgbClr val="000000"/>
              </a:solidFill>
              <a:latin typeface="Times New Roman" panose="02020603050405020304" pitchFamily="18" charset="0"/>
            </a:endParaRPr>
          </a:p>
        </p:txBody>
      </p:sp>
      <p:sp>
        <p:nvSpPr>
          <p:cNvPr id="83971" name="Rectangle 2"/>
          <p:cNvSpPr>
            <a:spLocks noTextEdit="1"/>
          </p:cNvSpPr>
          <p:nvPr>
            <p:ph type="sldImg"/>
          </p:nvPr>
        </p:nvSpPr>
        <p:spPr/>
      </p:sp>
      <p:sp>
        <p:nvSpPr>
          <p:cNvPr id="83972" name="Rectangle 3"/>
          <p:cNvSpPr>
            <a:spLocks noGrp="1"/>
          </p:cNvSpPr>
          <p:nvPr>
            <p:ph type="body" idx="1"/>
          </p:nvPr>
        </p:nvSpPr>
        <p:spPr>
          <a:xfrm>
            <a:off x="944563" y="4452938"/>
            <a:ext cx="5197475" cy="4214812"/>
          </a:xfrm>
        </p:spPr>
        <p:txBody>
          <a:bodyPr wrap="none" lIns="94035" tIns="47017" rIns="94035" bIns="47017" anchor="ctr" anchorCtr="0"/>
          <a:p>
            <a:pPr lvl="0"/>
            <a:endParaRPr lang="en-US" altLang="en-US" dirty="0"/>
          </a:p>
          <a:p>
            <a:pPr lvl="0"/>
            <a:endParaRPr lang="en-US" altLang="en-US" dirty="0"/>
          </a:p>
          <a:p>
            <a:pPr lvl="0"/>
            <a:endParaRPr lang="en-US" altLang="en-US" dirty="0"/>
          </a:p>
          <a:p>
            <a:pPr lvl="0"/>
            <a:endParaRPr lang="en-US" altLang="en-US" dirty="0"/>
          </a:p>
          <a:p>
            <a:pPr lvl="0"/>
            <a:endParaRPr lang="en-US" altLang="en-US" dirty="0"/>
          </a:p>
          <a:p>
            <a:pPr lvl="0"/>
            <a:endParaRPr lang="en-US" altLang="en-US" dirty="0"/>
          </a:p>
          <a:p>
            <a:pPr lvl="0"/>
            <a:endParaRPr lang="en-US" altLang="en-US" dirty="0"/>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8066" name="Rectangle 7"/>
          <p:cNvSpPr txBox="1">
            <a:spLocks noGrp="1"/>
          </p:cNvSpPr>
          <p:nvPr>
            <p:ph type="sldNum" sz="quarter"/>
          </p:nvPr>
        </p:nvSpPr>
        <p:spPr>
          <a:xfrm>
            <a:off x="4016375" y="8905875"/>
            <a:ext cx="3070225" cy="466725"/>
          </a:xfrm>
          <a:prstGeom prst="rect">
            <a:avLst/>
          </a:prstGeom>
          <a:noFill/>
          <a:ln w="9525">
            <a:noFill/>
          </a:ln>
        </p:spPr>
        <p:txBody>
          <a:bodyPr wrap="none" lIns="94035" tIns="47017" rIns="94035" bIns="47017" anchor="b" anchorCtr="0"/>
          <a:p>
            <a:pPr lvl="0" algn="r" defTabSz="939800"/>
            <a:fld id="{9A0DB2DC-4C9A-4742-B13C-FB6460FD3503}" type="slidenum">
              <a:rPr lang="en-US" altLang="en-US" sz="1200" dirty="0">
                <a:latin typeface="Times New Roman" panose="02020603050405020304" pitchFamily="18" charset="0"/>
              </a:rPr>
            </a:fld>
            <a:endParaRPr lang="en-US" altLang="en-US" sz="1200" dirty="0">
              <a:latin typeface="Times New Roman" panose="02020603050405020304" pitchFamily="18" charset="0"/>
            </a:endParaRPr>
          </a:p>
        </p:txBody>
      </p:sp>
      <p:sp>
        <p:nvSpPr>
          <p:cNvPr id="88067" name="Rectangle 2"/>
          <p:cNvSpPr>
            <a:spLocks noTextEdit="1"/>
          </p:cNvSpPr>
          <p:nvPr>
            <p:ph type="sldImg"/>
          </p:nvPr>
        </p:nvSpPr>
        <p:spPr/>
      </p:sp>
      <p:sp>
        <p:nvSpPr>
          <p:cNvPr id="88068" name="Rectangle 3"/>
          <p:cNvSpPr>
            <a:spLocks noGrp="1"/>
          </p:cNvSpPr>
          <p:nvPr>
            <p:ph type="body" idx="1"/>
          </p:nvPr>
        </p:nvSpPr>
        <p:spPr>
          <a:xfrm>
            <a:off x="944563" y="4452938"/>
            <a:ext cx="5197475" cy="4214812"/>
          </a:xfrm>
        </p:spPr>
        <p:txBody>
          <a:bodyPr wrap="none" lIns="94035" tIns="47017" rIns="94035" bIns="47017" anchor="ctr" anchorCtr="0"/>
          <a:p>
            <a:pPr lvl="0"/>
            <a:endParaRPr lang="en-US" altLang="en-US" dirty="0"/>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90114" name="Rectangle 7"/>
          <p:cNvSpPr txBox="1">
            <a:spLocks noGrp="1"/>
          </p:cNvSpPr>
          <p:nvPr>
            <p:ph type="sldNum" sz="quarter"/>
          </p:nvPr>
        </p:nvSpPr>
        <p:spPr>
          <a:xfrm>
            <a:off x="4016375" y="8905875"/>
            <a:ext cx="3070225" cy="466725"/>
          </a:xfrm>
          <a:prstGeom prst="rect">
            <a:avLst/>
          </a:prstGeom>
          <a:noFill/>
          <a:ln w="9525">
            <a:noFill/>
          </a:ln>
        </p:spPr>
        <p:txBody>
          <a:bodyPr wrap="none" lIns="94035" tIns="47017" rIns="94035" bIns="47017" anchor="b" anchorCtr="0"/>
          <a:p>
            <a:pPr lvl="0" algn="r" defTabSz="939800"/>
            <a:fld id="{9A0DB2DC-4C9A-4742-B13C-FB6460FD3503}" type="slidenum">
              <a:rPr lang="en-US" altLang="en-US" sz="1200" dirty="0">
                <a:latin typeface="Times New Roman" panose="02020603050405020304" pitchFamily="18" charset="0"/>
              </a:rPr>
            </a:fld>
            <a:endParaRPr lang="en-US" altLang="en-US" sz="1200" dirty="0">
              <a:latin typeface="Times New Roman" panose="02020603050405020304" pitchFamily="18" charset="0"/>
            </a:endParaRPr>
          </a:p>
        </p:txBody>
      </p:sp>
      <p:sp>
        <p:nvSpPr>
          <p:cNvPr id="90115" name="Rectangle 2"/>
          <p:cNvSpPr>
            <a:spLocks noTextEdit="1"/>
          </p:cNvSpPr>
          <p:nvPr>
            <p:ph type="sldImg"/>
          </p:nvPr>
        </p:nvSpPr>
        <p:spPr/>
      </p:sp>
      <p:sp>
        <p:nvSpPr>
          <p:cNvPr id="90116" name="Rectangle 3"/>
          <p:cNvSpPr>
            <a:spLocks noGrp="1"/>
          </p:cNvSpPr>
          <p:nvPr>
            <p:ph type="body" idx="1"/>
          </p:nvPr>
        </p:nvSpPr>
        <p:spPr>
          <a:xfrm>
            <a:off x="944563" y="4452938"/>
            <a:ext cx="5197475" cy="4214812"/>
          </a:xfrm>
        </p:spPr>
        <p:txBody>
          <a:bodyPr wrap="none" lIns="94035" tIns="47017" rIns="94035" bIns="47017" anchor="ctr" anchorCtr="0"/>
          <a:p>
            <a:pPr marL="228600" lvl="0" indent="-228600">
              <a:buFontTx/>
              <a:buAutoNum type="arabicPeriod"/>
            </a:pPr>
            <a:r>
              <a:rPr lang="en-US" altLang="en-US" dirty="0"/>
              <a:t>We should abort those processes whose termination will incur the minimum cost</a:t>
            </a:r>
            <a:endParaRPr lang="en-US" altLang="en-US" dirty="0"/>
          </a:p>
          <a:p>
            <a:pPr marL="228600" lvl="0" indent="-228600">
              <a:buFontTx/>
              <a:buAutoNum type="arabicPeriod"/>
            </a:pPr>
            <a:endParaRPr lang="en-US" altLang="en-US" dirty="0"/>
          </a:p>
          <a:p>
            <a:pPr marL="228600" lvl="0" indent="-228600">
              <a:buFontTx/>
              <a:buAutoNum type="arabicPeriod"/>
            </a:pPr>
            <a:endParaRPr lang="en-US" altLang="en-US" dirty="0"/>
          </a:p>
          <a:p>
            <a:pPr marL="228600" lvl="0" indent="-228600">
              <a:buFontTx/>
              <a:buAutoNum type="arabicPeriod"/>
            </a:pPr>
            <a:endParaRPr lang="en-US" altLang="en-US" dirty="0"/>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92162" name="Rectangle 7"/>
          <p:cNvSpPr txBox="1">
            <a:spLocks noGrp="1"/>
          </p:cNvSpPr>
          <p:nvPr>
            <p:ph type="sldNum" sz="quarter"/>
          </p:nvPr>
        </p:nvSpPr>
        <p:spPr>
          <a:xfrm>
            <a:off x="4016375" y="8905875"/>
            <a:ext cx="3070225" cy="466725"/>
          </a:xfrm>
          <a:prstGeom prst="rect">
            <a:avLst/>
          </a:prstGeom>
          <a:noFill/>
          <a:ln w="9525">
            <a:noFill/>
          </a:ln>
        </p:spPr>
        <p:txBody>
          <a:bodyPr wrap="none" lIns="94035" tIns="47017" rIns="94035" bIns="47017" anchor="b" anchorCtr="0"/>
          <a:p>
            <a:pPr lvl="0" algn="r" defTabSz="939800"/>
            <a:fld id="{9A0DB2DC-4C9A-4742-B13C-FB6460FD3503}" type="slidenum">
              <a:rPr lang="en-US" altLang="en-US" sz="1200" dirty="0">
                <a:latin typeface="Times New Roman" panose="02020603050405020304" pitchFamily="18" charset="0"/>
              </a:rPr>
            </a:fld>
            <a:endParaRPr lang="en-US" altLang="en-US" sz="1200" dirty="0">
              <a:latin typeface="Times New Roman" panose="02020603050405020304" pitchFamily="18" charset="0"/>
            </a:endParaRPr>
          </a:p>
        </p:txBody>
      </p:sp>
      <p:sp>
        <p:nvSpPr>
          <p:cNvPr id="92163" name="Rectangle 2"/>
          <p:cNvSpPr>
            <a:spLocks noTextEdit="1"/>
          </p:cNvSpPr>
          <p:nvPr>
            <p:ph type="sldImg"/>
          </p:nvPr>
        </p:nvSpPr>
        <p:spPr/>
      </p:sp>
      <p:sp>
        <p:nvSpPr>
          <p:cNvPr id="51204" name="Rectangle 3"/>
          <p:cNvSpPr>
            <a:spLocks noGrp="1" noChangeArrowheads="1"/>
          </p:cNvSpPr>
          <p:nvPr>
            <p:ph type="body" idx="1"/>
          </p:nvPr>
        </p:nvSpPr>
        <p:spPr/>
        <p:txBody>
          <a:bodyPr wrap="none" lIns="94035" tIns="47017" rIns="94035" bIns="47017" numCol="1" anchor="ctr" anchorCtr="0" compatLnSpc="1"/>
          <a:lstStyle/>
          <a:p>
            <a:pPr marL="228600" marR="0" lvl="0" indent="-228600" algn="l" defTabSz="914400" rtl="0" eaLnBrk="0" fontAlgn="base" latinLnBrk="0" hangingPunct="0">
              <a:lnSpc>
                <a:spcPct val="100000"/>
              </a:lnSpc>
              <a:spcBef>
                <a:spcPct val="30000"/>
              </a:spcBef>
              <a:spcAft>
                <a:spcPct val="0"/>
              </a:spcAft>
              <a:buClrTx/>
              <a:buSzTx/>
              <a:buFontTx/>
              <a:buAutoNum type="arabicPeriod"/>
              <a:defRPr/>
            </a:pPr>
            <a:endParaRPr kumimoji="0" lang="en-US"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S PGothic" panose="020B0600070205080204" pitchFamily="34" charset="-128"/>
              <a:cs typeface="MS PGothic" panose="020B0600070205080204" pitchFamily="34" charset="-128"/>
            </a:endParaRPr>
          </a:p>
          <a:p>
            <a:pPr marL="228600" marR="0" lvl="0" indent="-228600" algn="l" defTabSz="914400" rtl="0" eaLnBrk="0" fontAlgn="base" latinLnBrk="0" hangingPunct="0">
              <a:lnSpc>
                <a:spcPct val="100000"/>
              </a:lnSpc>
              <a:spcBef>
                <a:spcPct val="30000"/>
              </a:spcBef>
              <a:spcAft>
                <a:spcPct val="0"/>
              </a:spcAft>
              <a:buClrTx/>
              <a:buSzTx/>
              <a:buFontTx/>
              <a:buAutoNum type="arabicPeriod"/>
              <a:defRPr/>
            </a:pPr>
            <a:endParaRPr kumimoji="0" lang="en-US"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S PGothic" panose="020B0600070205080204" pitchFamily="34" charset="-128"/>
              <a:cs typeface="MS PGothic" panose="020B0600070205080204" pitchFamily="34" charset="-128"/>
            </a:endParaRPr>
          </a:p>
          <a:p>
            <a:pPr marL="228600" marR="0" lvl="0" indent="-228600" algn="l" defTabSz="914400" rtl="0" eaLnBrk="0" fontAlgn="base" latinLnBrk="0" hangingPunct="0">
              <a:lnSpc>
                <a:spcPct val="100000"/>
              </a:lnSpc>
              <a:spcBef>
                <a:spcPct val="30000"/>
              </a:spcBef>
              <a:spcAft>
                <a:spcPct val="0"/>
              </a:spcAft>
              <a:buClrTx/>
              <a:buSzTx/>
              <a:buFontTx/>
              <a:buAutoNum type="arabicPeriod"/>
              <a:defRPr/>
            </a:pPr>
            <a:endParaRPr kumimoji="0" lang="en-US"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S PGothic" panose="020B0600070205080204" pitchFamily="34" charset="-128"/>
              <a:cs typeface="MS PGothic" panose="020B0600070205080204" pitchFamily="34" charset="-128"/>
            </a:endParaRPr>
          </a:p>
          <a:p>
            <a:pPr marL="228600" marR="0" lvl="0" indent="-228600" algn="l" defTabSz="914400" rtl="0" eaLnBrk="0" fontAlgn="base" latinLnBrk="0" hangingPunct="0">
              <a:lnSpc>
                <a:spcPct val="100000"/>
              </a:lnSpc>
              <a:spcBef>
                <a:spcPct val="30000"/>
              </a:spcBef>
              <a:spcAft>
                <a:spcPct val="0"/>
              </a:spcAft>
              <a:buClrTx/>
              <a:buSzTx/>
              <a:buFontTx/>
              <a:buAutoNum type="arabicPeriod"/>
              <a:defRPr/>
            </a:pPr>
            <a:endParaRPr kumimoji="0" lang="en-US"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S PGothic" panose="020B0600070205080204" pitchFamily="34" charset="-128"/>
              <a:cs typeface="MS PGothic" panose="020B0600070205080204" pitchFamily="34" charset="-128"/>
            </a:endParaRPr>
          </a:p>
          <a:p>
            <a:pPr marL="228600" marR="0" lvl="0" indent="-228600" algn="l" defTabSz="914400" rtl="0" eaLnBrk="0" fontAlgn="base" latinLnBrk="0" hangingPunct="0">
              <a:lnSpc>
                <a:spcPct val="100000"/>
              </a:lnSpc>
              <a:spcBef>
                <a:spcPct val="30000"/>
              </a:spcBef>
              <a:spcAft>
                <a:spcPct val="0"/>
              </a:spcAft>
              <a:buClrTx/>
              <a:buSzTx/>
              <a:buFontTx/>
              <a:buAutoNum type="arabicPeriod"/>
              <a:defRPr/>
            </a:pPr>
            <a:endParaRPr kumimoji="0" lang="en-US"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S PGothic" panose="020B0600070205080204" pitchFamily="34" charset="-128"/>
              <a:cs typeface="MS PGothic" panose="020B0600070205080204" pitchFamily="34" charset="-128"/>
            </a:endParaRPr>
          </a:p>
          <a:p>
            <a:pPr marL="0" marR="0" lvl="0" indent="0" algn="l" defTabSz="914400" rtl="0" eaLnBrk="0" fontAlgn="base" latinLnBrk="0" hangingPunct="0">
              <a:lnSpc>
                <a:spcPct val="100000"/>
              </a:lnSpc>
              <a:spcBef>
                <a:spcPct val="30000"/>
              </a:spcBef>
              <a:spcAft>
                <a:spcPct val="0"/>
              </a:spcAft>
              <a:buClrTx/>
              <a:buSzTx/>
              <a:buFontTx/>
              <a:buNone/>
              <a:defRPr/>
            </a:pPr>
            <a:endParaRPr kumimoji="0" lang="en-US"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S PGothic" panose="020B0600070205080204" pitchFamily="34" charset="-128"/>
              <a:cs typeface="MS PGothic" panose="020B0600070205080204" pitchFamily="34" charset="-128"/>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94210" name="Rectangle 7"/>
          <p:cNvSpPr txBox="1">
            <a:spLocks noGrp="1"/>
          </p:cNvSpPr>
          <p:nvPr>
            <p:ph type="sldNum" sz="quarter"/>
          </p:nvPr>
        </p:nvSpPr>
        <p:spPr>
          <a:xfrm>
            <a:off x="4016375" y="8905875"/>
            <a:ext cx="3070225" cy="466725"/>
          </a:xfrm>
          <a:prstGeom prst="rect">
            <a:avLst/>
          </a:prstGeom>
          <a:noFill/>
          <a:ln w="9525">
            <a:noFill/>
          </a:ln>
        </p:spPr>
        <p:txBody>
          <a:bodyPr wrap="none" lIns="94035" tIns="47017" rIns="94035" bIns="47017" anchor="b" anchorCtr="0"/>
          <a:p>
            <a:pPr lvl="0" algn="r" defTabSz="939800"/>
            <a:fld id="{9A0DB2DC-4C9A-4742-B13C-FB6460FD3503}" type="slidenum">
              <a:rPr lang="en-US" altLang="en-US" sz="1200" dirty="0">
                <a:solidFill>
                  <a:srgbClr val="000000"/>
                </a:solidFill>
                <a:latin typeface="Times New Roman" panose="02020603050405020304" pitchFamily="18" charset="0"/>
              </a:rPr>
            </a:fld>
            <a:endParaRPr lang="en-US" altLang="en-US" sz="1200" dirty="0">
              <a:solidFill>
                <a:srgbClr val="000000"/>
              </a:solidFill>
              <a:latin typeface="Times New Roman" panose="02020603050405020304" pitchFamily="18" charset="0"/>
            </a:endParaRPr>
          </a:p>
        </p:txBody>
      </p:sp>
      <p:sp>
        <p:nvSpPr>
          <p:cNvPr id="94211" name="Rectangle 2"/>
          <p:cNvSpPr>
            <a:spLocks noTextEdit="1"/>
          </p:cNvSpPr>
          <p:nvPr>
            <p:ph type="sldImg"/>
          </p:nvPr>
        </p:nvSpPr>
        <p:spPr/>
      </p:sp>
      <p:sp>
        <p:nvSpPr>
          <p:cNvPr id="62468" name="Rectangle 3"/>
          <p:cNvSpPr>
            <a:spLocks noGrp="1" noChangeArrowheads="1"/>
          </p:cNvSpPr>
          <p:nvPr>
            <p:ph type="body" idx="1"/>
          </p:nvPr>
        </p:nvSpPr>
        <p:spPr/>
        <p:txBody>
          <a:bodyPr wrap="none" lIns="94035" tIns="47017" rIns="94035" bIns="47017" numCol="1" anchor="ctr" anchorCtr="0" compatLnSpc="1"/>
          <a:lstStyle/>
          <a:p>
            <a:pPr marL="228600" marR="0" lvl="0" indent="-228600" algn="l" defTabSz="914400" rtl="0" eaLnBrk="0" fontAlgn="base" latinLnBrk="0" hangingPunct="0">
              <a:lnSpc>
                <a:spcPct val="100000"/>
              </a:lnSpc>
              <a:spcBef>
                <a:spcPct val="30000"/>
              </a:spcBef>
              <a:spcAft>
                <a:spcPct val="0"/>
              </a:spcAft>
              <a:buClrTx/>
              <a:buSzTx/>
              <a:buFontTx/>
              <a:buAutoNum type="arabicPeriod"/>
              <a:defRPr/>
            </a:pPr>
            <a:endParaRPr kumimoji="0" lang="en-US"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S PGothic" panose="020B0600070205080204" pitchFamily="34" charset="-128"/>
              <a:cs typeface="MS PGothic" panose="020B0600070205080204" pitchFamily="34" charset="-128"/>
            </a:endParaRPr>
          </a:p>
          <a:p>
            <a:pPr marL="228600" marR="0" lvl="0" indent="-228600" algn="l" defTabSz="914400" rtl="0" eaLnBrk="0" fontAlgn="base" latinLnBrk="0" hangingPunct="0">
              <a:lnSpc>
                <a:spcPct val="100000"/>
              </a:lnSpc>
              <a:spcBef>
                <a:spcPct val="30000"/>
              </a:spcBef>
              <a:spcAft>
                <a:spcPct val="0"/>
              </a:spcAft>
              <a:buClrTx/>
              <a:buSzTx/>
              <a:buFontTx/>
              <a:buAutoNum type="arabicPeriod"/>
              <a:defRPr/>
            </a:pPr>
            <a:endParaRPr kumimoji="0" lang="en-US"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S PGothic" panose="020B0600070205080204" pitchFamily="34" charset="-128"/>
              <a:cs typeface="MS PGothic" panose="020B0600070205080204" pitchFamily="34" charset="-128"/>
            </a:endParaRPr>
          </a:p>
          <a:p>
            <a:pPr marL="0" marR="0" lvl="0" indent="0" algn="l" defTabSz="914400" rtl="0" eaLnBrk="0" fontAlgn="base" latinLnBrk="0" hangingPunct="0">
              <a:lnSpc>
                <a:spcPct val="100000"/>
              </a:lnSpc>
              <a:spcBef>
                <a:spcPct val="30000"/>
              </a:spcBef>
              <a:spcAft>
                <a:spcPct val="0"/>
              </a:spcAft>
              <a:buClrTx/>
              <a:buSzTx/>
              <a:buFontTx/>
              <a:buNone/>
              <a:defRPr/>
            </a:pPr>
            <a:endParaRPr kumimoji="0" lang="en-US"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S PGothic" panose="020B0600070205080204" pitchFamily="34" charset="-128"/>
              <a:cs typeface="MS PGothic" panose="020B0600070205080204" pitchFamily="34" charset="-128"/>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96258" name="Rectangle 7"/>
          <p:cNvSpPr txBox="1">
            <a:spLocks noGrp="1"/>
          </p:cNvSpPr>
          <p:nvPr>
            <p:ph type="sldNum" sz="quarter"/>
          </p:nvPr>
        </p:nvSpPr>
        <p:spPr>
          <a:xfrm>
            <a:off x="4016375" y="8905875"/>
            <a:ext cx="3070225" cy="466725"/>
          </a:xfrm>
          <a:prstGeom prst="rect">
            <a:avLst/>
          </a:prstGeom>
          <a:noFill/>
          <a:ln w="9525">
            <a:noFill/>
          </a:ln>
        </p:spPr>
        <p:txBody>
          <a:bodyPr wrap="none" lIns="94035" tIns="47017" rIns="94035" bIns="47017" anchor="b" anchorCtr="0"/>
          <a:p>
            <a:pPr lvl="0" algn="r" defTabSz="939800"/>
            <a:fld id="{9A0DB2DC-4C9A-4742-B13C-FB6460FD3503}" type="slidenum">
              <a:rPr lang="en-US" altLang="en-US" sz="1200" dirty="0">
                <a:solidFill>
                  <a:srgbClr val="000000"/>
                </a:solidFill>
                <a:latin typeface="Times New Roman" panose="02020603050405020304" pitchFamily="18" charset="0"/>
              </a:rPr>
            </a:fld>
            <a:endParaRPr lang="en-US" altLang="en-US" sz="1200" dirty="0">
              <a:solidFill>
                <a:srgbClr val="000000"/>
              </a:solidFill>
              <a:latin typeface="Times New Roman" panose="02020603050405020304" pitchFamily="18" charset="0"/>
            </a:endParaRPr>
          </a:p>
        </p:txBody>
      </p:sp>
      <p:sp>
        <p:nvSpPr>
          <p:cNvPr id="96259" name="Rectangle 2"/>
          <p:cNvSpPr>
            <a:spLocks noTextEdit="1"/>
          </p:cNvSpPr>
          <p:nvPr>
            <p:ph type="sldImg"/>
          </p:nvPr>
        </p:nvSpPr>
        <p:spPr/>
      </p:sp>
      <p:sp>
        <p:nvSpPr>
          <p:cNvPr id="62468" name="Rectangle 3"/>
          <p:cNvSpPr>
            <a:spLocks noGrp="1" noChangeArrowheads="1"/>
          </p:cNvSpPr>
          <p:nvPr>
            <p:ph type="body" idx="1"/>
          </p:nvPr>
        </p:nvSpPr>
        <p:spPr/>
        <p:txBody>
          <a:bodyPr wrap="none" lIns="94035" tIns="47017" rIns="94035" bIns="47017" numCol="1" anchor="ctr" anchorCtr="0" compatLnSpc="1"/>
          <a:lstStyle/>
          <a:p>
            <a:pPr marL="228600" marR="0" lvl="0" indent="-228600" algn="l" defTabSz="914400" rtl="0" eaLnBrk="0" fontAlgn="base" latinLnBrk="0" hangingPunct="0">
              <a:lnSpc>
                <a:spcPct val="100000"/>
              </a:lnSpc>
              <a:spcBef>
                <a:spcPct val="30000"/>
              </a:spcBef>
              <a:spcAft>
                <a:spcPct val="0"/>
              </a:spcAft>
              <a:buClrTx/>
              <a:buSzTx/>
              <a:buFontTx/>
              <a:buAutoNum type="arabicPeriod"/>
              <a:defRPr/>
            </a:pPr>
            <a:endParaRPr kumimoji="0" lang="en-US"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S PGothic" panose="020B0600070205080204" pitchFamily="34" charset="-128"/>
              <a:cs typeface="MS PGothic" panose="020B0600070205080204" pitchFamily="34" charset="-128"/>
            </a:endParaRPr>
          </a:p>
          <a:p>
            <a:pPr marL="228600" marR="0" lvl="0" indent="-228600" algn="l" defTabSz="914400" rtl="0" eaLnBrk="0" fontAlgn="base" latinLnBrk="0" hangingPunct="0">
              <a:lnSpc>
                <a:spcPct val="100000"/>
              </a:lnSpc>
              <a:spcBef>
                <a:spcPct val="30000"/>
              </a:spcBef>
              <a:spcAft>
                <a:spcPct val="0"/>
              </a:spcAft>
              <a:buClrTx/>
              <a:buSzTx/>
              <a:buFontTx/>
              <a:buAutoNum type="arabicPeriod"/>
              <a:defRPr/>
            </a:pPr>
            <a:endParaRPr kumimoji="0" lang="en-US"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S PGothic" panose="020B0600070205080204" pitchFamily="34" charset="-128"/>
              <a:cs typeface="MS PGothic" panose="020B0600070205080204" pitchFamily="34" charset="-128"/>
            </a:endParaRPr>
          </a:p>
          <a:p>
            <a:pPr marL="0" marR="0" lvl="0" indent="0" algn="l" defTabSz="914400" rtl="0" eaLnBrk="0" fontAlgn="base" latinLnBrk="0" hangingPunct="0">
              <a:lnSpc>
                <a:spcPct val="100000"/>
              </a:lnSpc>
              <a:spcBef>
                <a:spcPct val="30000"/>
              </a:spcBef>
              <a:spcAft>
                <a:spcPct val="0"/>
              </a:spcAft>
              <a:buClrTx/>
              <a:buSzTx/>
              <a:buFontTx/>
              <a:buNone/>
              <a:defRPr/>
            </a:pPr>
            <a:endParaRPr kumimoji="0" lang="en-US"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S PGothic" panose="020B0600070205080204" pitchFamily="34" charset="-128"/>
              <a:cs typeface="MS PGothic" panose="020B0600070205080204" pitchFamily="34" charset="-128"/>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96258" name="Rectangle 7"/>
          <p:cNvSpPr txBox="1">
            <a:spLocks noGrp="1"/>
          </p:cNvSpPr>
          <p:nvPr>
            <p:ph type="sldNum" sz="quarter"/>
          </p:nvPr>
        </p:nvSpPr>
        <p:spPr>
          <a:xfrm>
            <a:off x="4016375" y="8905875"/>
            <a:ext cx="3070225" cy="466725"/>
          </a:xfrm>
          <a:prstGeom prst="rect">
            <a:avLst/>
          </a:prstGeom>
          <a:noFill/>
          <a:ln w="9525">
            <a:noFill/>
          </a:ln>
        </p:spPr>
        <p:txBody>
          <a:bodyPr wrap="none" lIns="94035" tIns="47017" rIns="94035" bIns="47017" anchor="b" anchorCtr="0"/>
          <a:p>
            <a:pPr lvl="0" algn="r" defTabSz="939800"/>
            <a:fld id="{9A0DB2DC-4C9A-4742-B13C-FB6460FD3503}" type="slidenum">
              <a:rPr lang="en-US" altLang="en-US" sz="1200" dirty="0">
                <a:solidFill>
                  <a:srgbClr val="000000"/>
                </a:solidFill>
                <a:latin typeface="Times New Roman" panose="02020603050405020304" pitchFamily="18" charset="0"/>
              </a:rPr>
            </a:fld>
            <a:endParaRPr lang="en-US" altLang="en-US" sz="1200" dirty="0">
              <a:solidFill>
                <a:srgbClr val="000000"/>
              </a:solidFill>
              <a:latin typeface="Times New Roman" panose="02020603050405020304" pitchFamily="18" charset="0"/>
            </a:endParaRPr>
          </a:p>
        </p:txBody>
      </p:sp>
      <p:sp>
        <p:nvSpPr>
          <p:cNvPr id="96259" name="Rectangle 2"/>
          <p:cNvSpPr>
            <a:spLocks noTextEdit="1"/>
          </p:cNvSpPr>
          <p:nvPr>
            <p:ph type="sldImg"/>
          </p:nvPr>
        </p:nvSpPr>
        <p:spPr/>
      </p:sp>
      <p:sp>
        <p:nvSpPr>
          <p:cNvPr id="62468" name="Rectangle 3"/>
          <p:cNvSpPr>
            <a:spLocks noGrp="1" noChangeArrowheads="1"/>
          </p:cNvSpPr>
          <p:nvPr>
            <p:ph type="body" idx="1"/>
          </p:nvPr>
        </p:nvSpPr>
        <p:spPr/>
        <p:txBody>
          <a:bodyPr wrap="none" lIns="94035" tIns="47017" rIns="94035" bIns="47017" numCol="1" anchor="ctr" anchorCtr="0" compatLnSpc="1"/>
          <a:lstStyle/>
          <a:p>
            <a:pPr marL="228600" marR="0" lvl="0" indent="-228600" algn="l" defTabSz="914400" rtl="0" eaLnBrk="0" fontAlgn="base" latinLnBrk="0" hangingPunct="0">
              <a:lnSpc>
                <a:spcPct val="100000"/>
              </a:lnSpc>
              <a:spcBef>
                <a:spcPct val="30000"/>
              </a:spcBef>
              <a:spcAft>
                <a:spcPct val="0"/>
              </a:spcAft>
              <a:buClrTx/>
              <a:buSzTx/>
              <a:buFontTx/>
              <a:buAutoNum type="arabicPeriod"/>
              <a:defRPr/>
            </a:pPr>
            <a:endParaRPr kumimoji="0" lang="en-US"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S PGothic" panose="020B0600070205080204" pitchFamily="34" charset="-128"/>
              <a:cs typeface="MS PGothic" panose="020B0600070205080204" pitchFamily="34" charset="-128"/>
            </a:endParaRPr>
          </a:p>
          <a:p>
            <a:pPr marL="228600" marR="0" lvl="0" indent="-228600" algn="l" defTabSz="914400" rtl="0" eaLnBrk="0" fontAlgn="base" latinLnBrk="0" hangingPunct="0">
              <a:lnSpc>
                <a:spcPct val="100000"/>
              </a:lnSpc>
              <a:spcBef>
                <a:spcPct val="30000"/>
              </a:spcBef>
              <a:spcAft>
                <a:spcPct val="0"/>
              </a:spcAft>
              <a:buClrTx/>
              <a:buSzTx/>
              <a:buFontTx/>
              <a:buAutoNum type="arabicPeriod"/>
              <a:defRPr/>
            </a:pPr>
            <a:endParaRPr kumimoji="0" lang="en-US"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S PGothic" panose="020B0600070205080204" pitchFamily="34" charset="-128"/>
              <a:cs typeface="MS PGothic" panose="020B0600070205080204" pitchFamily="34" charset="-128"/>
            </a:endParaRPr>
          </a:p>
          <a:p>
            <a:pPr marL="0" marR="0" lvl="0" indent="0" algn="l" defTabSz="914400" rtl="0" eaLnBrk="0" fontAlgn="base" latinLnBrk="0" hangingPunct="0">
              <a:lnSpc>
                <a:spcPct val="100000"/>
              </a:lnSpc>
              <a:spcBef>
                <a:spcPct val="30000"/>
              </a:spcBef>
              <a:spcAft>
                <a:spcPct val="0"/>
              </a:spcAft>
              <a:buClrTx/>
              <a:buSzTx/>
              <a:buFontTx/>
              <a:buNone/>
              <a:defRPr/>
            </a:pPr>
            <a:endParaRPr kumimoji="0" lang="en-US"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S PGothic" panose="020B0600070205080204" pitchFamily="34" charset="-128"/>
              <a:cs typeface="MS PGothic" panose="020B0600070205080204" pitchFamily="34" charset="-128"/>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98306" name="Rectangle 7"/>
          <p:cNvSpPr txBox="1">
            <a:spLocks noGrp="1"/>
          </p:cNvSpPr>
          <p:nvPr>
            <p:ph type="sldNum" sz="quarter"/>
          </p:nvPr>
        </p:nvSpPr>
        <p:spPr>
          <a:xfrm>
            <a:off x="4016375" y="8905875"/>
            <a:ext cx="3070225" cy="466725"/>
          </a:xfrm>
          <a:prstGeom prst="rect">
            <a:avLst/>
          </a:prstGeom>
          <a:noFill/>
          <a:ln w="9525">
            <a:noFill/>
          </a:ln>
        </p:spPr>
        <p:txBody>
          <a:bodyPr wrap="none" lIns="94035" tIns="47017" rIns="94035" bIns="47017" anchor="b" anchorCtr="0"/>
          <a:p>
            <a:pPr lvl="0" algn="r" defTabSz="939800"/>
            <a:fld id="{9A0DB2DC-4C9A-4742-B13C-FB6460FD3503}" type="slidenum">
              <a:rPr lang="en-US" altLang="en-US" sz="1200" dirty="0">
                <a:solidFill>
                  <a:srgbClr val="000000"/>
                </a:solidFill>
                <a:latin typeface="Times New Roman" panose="02020603050405020304" pitchFamily="18" charset="0"/>
              </a:rPr>
            </a:fld>
            <a:endParaRPr lang="en-US" altLang="en-US" sz="1200" dirty="0">
              <a:solidFill>
                <a:srgbClr val="000000"/>
              </a:solidFill>
              <a:latin typeface="Times New Roman" panose="02020603050405020304" pitchFamily="18" charset="0"/>
            </a:endParaRPr>
          </a:p>
        </p:txBody>
      </p:sp>
      <p:sp>
        <p:nvSpPr>
          <p:cNvPr id="98307" name="Rectangle 2"/>
          <p:cNvSpPr>
            <a:spLocks noTextEdit="1"/>
          </p:cNvSpPr>
          <p:nvPr>
            <p:ph type="sldImg"/>
          </p:nvPr>
        </p:nvSpPr>
        <p:spPr/>
      </p:sp>
      <p:sp>
        <p:nvSpPr>
          <p:cNvPr id="62468" name="Rectangle 3"/>
          <p:cNvSpPr>
            <a:spLocks noGrp="1" noChangeArrowheads="1"/>
          </p:cNvSpPr>
          <p:nvPr>
            <p:ph type="body" idx="1"/>
          </p:nvPr>
        </p:nvSpPr>
        <p:spPr/>
        <p:txBody>
          <a:bodyPr wrap="none" lIns="94035" tIns="47017" rIns="94035" bIns="47017" numCol="1" anchor="ctr" anchorCtr="0" compatLnSpc="1"/>
          <a:lstStyle/>
          <a:p>
            <a:pPr marL="228600" marR="0" lvl="0" indent="-228600" algn="l" defTabSz="914400" rtl="0" eaLnBrk="0" fontAlgn="base" latinLnBrk="0" hangingPunct="0">
              <a:lnSpc>
                <a:spcPct val="100000"/>
              </a:lnSpc>
              <a:spcBef>
                <a:spcPct val="30000"/>
              </a:spcBef>
              <a:spcAft>
                <a:spcPct val="0"/>
              </a:spcAft>
              <a:buClrTx/>
              <a:buSzTx/>
              <a:buFontTx/>
              <a:buAutoNum type="arabicPeriod"/>
              <a:defRPr/>
            </a:pPr>
            <a:endParaRPr kumimoji="0" lang="en-US"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S PGothic" panose="020B0600070205080204" pitchFamily="34" charset="-128"/>
              <a:cs typeface="MS PGothic" panose="020B0600070205080204" pitchFamily="34" charset="-128"/>
            </a:endParaRPr>
          </a:p>
          <a:p>
            <a:pPr marL="228600" marR="0" lvl="0" indent="-228600" algn="l" defTabSz="914400" rtl="0" eaLnBrk="0" fontAlgn="base" latinLnBrk="0" hangingPunct="0">
              <a:lnSpc>
                <a:spcPct val="100000"/>
              </a:lnSpc>
              <a:spcBef>
                <a:spcPct val="30000"/>
              </a:spcBef>
              <a:spcAft>
                <a:spcPct val="0"/>
              </a:spcAft>
              <a:buClrTx/>
              <a:buSzTx/>
              <a:buFontTx/>
              <a:buAutoNum type="arabicPeriod"/>
              <a:defRPr/>
            </a:pPr>
            <a:endParaRPr kumimoji="0" lang="en-US"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S PGothic" panose="020B0600070205080204" pitchFamily="34" charset="-128"/>
              <a:cs typeface="MS PGothic" panose="020B0600070205080204" pitchFamily="34" charset="-128"/>
            </a:endParaRPr>
          </a:p>
          <a:p>
            <a:pPr marL="0" marR="0" lvl="0" indent="0" algn="l" defTabSz="914400" rtl="0" eaLnBrk="0" fontAlgn="base" latinLnBrk="0" hangingPunct="0">
              <a:lnSpc>
                <a:spcPct val="100000"/>
              </a:lnSpc>
              <a:spcBef>
                <a:spcPct val="30000"/>
              </a:spcBef>
              <a:spcAft>
                <a:spcPct val="0"/>
              </a:spcAft>
              <a:buClrTx/>
              <a:buSzTx/>
              <a:buFontTx/>
              <a:buNone/>
              <a:defRPr/>
            </a:pPr>
            <a:endParaRPr kumimoji="0" lang="en-US"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S PGothic" panose="020B0600070205080204" pitchFamily="34" charset="-128"/>
              <a:cs typeface="MS PGothic" panose="020B0600070205080204" pitchFamily="34" charset="-128"/>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98306" name="Rectangle 7"/>
          <p:cNvSpPr txBox="1">
            <a:spLocks noGrp="1"/>
          </p:cNvSpPr>
          <p:nvPr>
            <p:ph type="sldNum" sz="quarter"/>
          </p:nvPr>
        </p:nvSpPr>
        <p:spPr>
          <a:xfrm>
            <a:off x="4016375" y="8905875"/>
            <a:ext cx="3070225" cy="466725"/>
          </a:xfrm>
          <a:prstGeom prst="rect">
            <a:avLst/>
          </a:prstGeom>
          <a:noFill/>
          <a:ln w="9525">
            <a:noFill/>
          </a:ln>
        </p:spPr>
        <p:txBody>
          <a:bodyPr wrap="none" lIns="94035" tIns="47017" rIns="94035" bIns="47017" anchor="b" anchorCtr="0"/>
          <a:p>
            <a:pPr lvl="0" algn="r" defTabSz="939800"/>
            <a:fld id="{9A0DB2DC-4C9A-4742-B13C-FB6460FD3503}" type="slidenum">
              <a:rPr lang="en-US" altLang="en-US" sz="1200" dirty="0">
                <a:solidFill>
                  <a:srgbClr val="000000"/>
                </a:solidFill>
                <a:latin typeface="Times New Roman" panose="02020603050405020304" pitchFamily="18" charset="0"/>
              </a:rPr>
            </a:fld>
            <a:endParaRPr lang="en-US" altLang="en-US" sz="1200" dirty="0">
              <a:solidFill>
                <a:srgbClr val="000000"/>
              </a:solidFill>
              <a:latin typeface="Times New Roman" panose="02020603050405020304" pitchFamily="18" charset="0"/>
            </a:endParaRPr>
          </a:p>
        </p:txBody>
      </p:sp>
      <p:sp>
        <p:nvSpPr>
          <p:cNvPr id="98307" name="Rectangle 2"/>
          <p:cNvSpPr>
            <a:spLocks noTextEdit="1"/>
          </p:cNvSpPr>
          <p:nvPr>
            <p:ph type="sldImg"/>
          </p:nvPr>
        </p:nvSpPr>
        <p:spPr/>
      </p:sp>
      <p:sp>
        <p:nvSpPr>
          <p:cNvPr id="62468" name="Rectangle 3"/>
          <p:cNvSpPr>
            <a:spLocks noGrp="1" noChangeArrowheads="1"/>
          </p:cNvSpPr>
          <p:nvPr>
            <p:ph type="body" idx="1"/>
          </p:nvPr>
        </p:nvSpPr>
        <p:spPr/>
        <p:txBody>
          <a:bodyPr wrap="none" lIns="94035" tIns="47017" rIns="94035" bIns="47017" numCol="1" anchor="ctr" anchorCtr="0" compatLnSpc="1"/>
          <a:lstStyle/>
          <a:p>
            <a:pPr marL="228600" marR="0" lvl="0" indent="-228600" algn="l" defTabSz="914400" rtl="0" eaLnBrk="0" fontAlgn="base" latinLnBrk="0" hangingPunct="0">
              <a:lnSpc>
                <a:spcPct val="100000"/>
              </a:lnSpc>
              <a:spcBef>
                <a:spcPct val="30000"/>
              </a:spcBef>
              <a:spcAft>
                <a:spcPct val="0"/>
              </a:spcAft>
              <a:buClrTx/>
              <a:buSzTx/>
              <a:buFontTx/>
              <a:buAutoNum type="arabicPeriod"/>
              <a:defRPr/>
            </a:pPr>
            <a:endParaRPr kumimoji="0" lang="en-US"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S PGothic" panose="020B0600070205080204" pitchFamily="34" charset="-128"/>
              <a:cs typeface="MS PGothic" panose="020B0600070205080204" pitchFamily="34" charset="-128"/>
            </a:endParaRPr>
          </a:p>
          <a:p>
            <a:pPr marL="228600" marR="0" lvl="0" indent="-228600" algn="l" defTabSz="914400" rtl="0" eaLnBrk="0" fontAlgn="base" latinLnBrk="0" hangingPunct="0">
              <a:lnSpc>
                <a:spcPct val="100000"/>
              </a:lnSpc>
              <a:spcBef>
                <a:spcPct val="30000"/>
              </a:spcBef>
              <a:spcAft>
                <a:spcPct val="0"/>
              </a:spcAft>
              <a:buClrTx/>
              <a:buSzTx/>
              <a:buFontTx/>
              <a:buAutoNum type="arabicPeriod"/>
              <a:defRPr/>
            </a:pPr>
            <a:endParaRPr kumimoji="0" lang="en-US"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S PGothic" panose="020B0600070205080204" pitchFamily="34" charset="-128"/>
              <a:cs typeface="MS PGothic" panose="020B0600070205080204" pitchFamily="34" charset="-128"/>
            </a:endParaRPr>
          </a:p>
          <a:p>
            <a:pPr marL="0" marR="0" lvl="0" indent="0" algn="l" defTabSz="914400" rtl="0" eaLnBrk="0" fontAlgn="base" latinLnBrk="0" hangingPunct="0">
              <a:lnSpc>
                <a:spcPct val="100000"/>
              </a:lnSpc>
              <a:spcBef>
                <a:spcPct val="30000"/>
              </a:spcBef>
              <a:spcAft>
                <a:spcPct val="0"/>
              </a:spcAft>
              <a:buClrTx/>
              <a:buSzTx/>
              <a:buFontTx/>
              <a:buNone/>
              <a:defRPr/>
            </a:pPr>
            <a:endParaRPr kumimoji="0" lang="en-US"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S PGothic" panose="020B0600070205080204" pitchFamily="34" charset="-128"/>
              <a:cs typeface="MS PGothic" panose="020B0600070205080204" pitchFamily="34" charset="-128"/>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00354" name="Rectangle 7"/>
          <p:cNvSpPr txBox="1">
            <a:spLocks noGrp="1"/>
          </p:cNvSpPr>
          <p:nvPr>
            <p:ph type="sldNum" sz="quarter"/>
          </p:nvPr>
        </p:nvSpPr>
        <p:spPr>
          <a:xfrm>
            <a:off x="4016375" y="8905875"/>
            <a:ext cx="3070225" cy="466725"/>
          </a:xfrm>
          <a:prstGeom prst="rect">
            <a:avLst/>
          </a:prstGeom>
          <a:noFill/>
          <a:ln w="9525">
            <a:noFill/>
          </a:ln>
        </p:spPr>
        <p:txBody>
          <a:bodyPr wrap="none" lIns="94035" tIns="47017" rIns="94035" bIns="47017" anchor="b" anchorCtr="0"/>
          <a:p>
            <a:pPr lvl="0" algn="r" defTabSz="939800"/>
            <a:fld id="{9A0DB2DC-4C9A-4742-B13C-FB6460FD3503}" type="slidenum">
              <a:rPr lang="en-US" altLang="en-US" sz="1200" dirty="0">
                <a:solidFill>
                  <a:srgbClr val="000000"/>
                </a:solidFill>
                <a:latin typeface="Times New Roman" panose="02020603050405020304" pitchFamily="18" charset="0"/>
              </a:rPr>
            </a:fld>
            <a:endParaRPr lang="en-US" altLang="en-US" sz="1200" dirty="0">
              <a:solidFill>
                <a:srgbClr val="000000"/>
              </a:solidFill>
              <a:latin typeface="Times New Roman" panose="02020603050405020304" pitchFamily="18" charset="0"/>
            </a:endParaRPr>
          </a:p>
        </p:txBody>
      </p:sp>
      <p:sp>
        <p:nvSpPr>
          <p:cNvPr id="100355" name="Rectangle 2"/>
          <p:cNvSpPr>
            <a:spLocks noTextEdit="1"/>
          </p:cNvSpPr>
          <p:nvPr>
            <p:ph type="sldImg"/>
          </p:nvPr>
        </p:nvSpPr>
        <p:spPr/>
      </p:sp>
      <p:sp>
        <p:nvSpPr>
          <p:cNvPr id="62468" name="Rectangle 3"/>
          <p:cNvSpPr>
            <a:spLocks noGrp="1" noChangeArrowheads="1"/>
          </p:cNvSpPr>
          <p:nvPr>
            <p:ph type="body" idx="1"/>
          </p:nvPr>
        </p:nvSpPr>
        <p:spPr/>
        <p:txBody>
          <a:bodyPr wrap="none" lIns="94035" tIns="47017" rIns="94035" bIns="47017" numCol="1" anchor="ctr" anchorCtr="0" compatLnSpc="1"/>
          <a:lstStyle/>
          <a:p>
            <a:pPr marL="228600" marR="0" lvl="0" indent="-228600" algn="l" defTabSz="914400" rtl="0" eaLnBrk="0" fontAlgn="base" latinLnBrk="0" hangingPunct="0">
              <a:lnSpc>
                <a:spcPct val="100000"/>
              </a:lnSpc>
              <a:spcBef>
                <a:spcPct val="30000"/>
              </a:spcBef>
              <a:spcAft>
                <a:spcPct val="0"/>
              </a:spcAft>
              <a:buClrTx/>
              <a:buSzTx/>
              <a:buFontTx/>
              <a:buAutoNum type="arabicPeriod"/>
              <a:defRPr/>
            </a:pPr>
            <a:endParaRPr kumimoji="0" lang="en-US"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S PGothic" panose="020B0600070205080204" pitchFamily="34" charset="-128"/>
              <a:cs typeface="MS PGothic" panose="020B0600070205080204" pitchFamily="34" charset="-128"/>
            </a:endParaRPr>
          </a:p>
          <a:p>
            <a:pPr marL="228600" marR="0" lvl="0" indent="-228600" algn="l" defTabSz="914400" rtl="0" eaLnBrk="0" fontAlgn="base" latinLnBrk="0" hangingPunct="0">
              <a:lnSpc>
                <a:spcPct val="100000"/>
              </a:lnSpc>
              <a:spcBef>
                <a:spcPct val="30000"/>
              </a:spcBef>
              <a:spcAft>
                <a:spcPct val="0"/>
              </a:spcAft>
              <a:buClrTx/>
              <a:buSzTx/>
              <a:buFontTx/>
              <a:buAutoNum type="arabicPeriod"/>
              <a:defRPr/>
            </a:pPr>
            <a:endParaRPr kumimoji="0" lang="en-US"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S PGothic" panose="020B0600070205080204" pitchFamily="34" charset="-128"/>
              <a:cs typeface="MS PGothic" panose="020B0600070205080204" pitchFamily="34" charset="-128"/>
            </a:endParaRPr>
          </a:p>
          <a:p>
            <a:pPr marL="0" marR="0" lvl="0" indent="0" algn="l" defTabSz="914400" rtl="0" eaLnBrk="0" fontAlgn="base" latinLnBrk="0" hangingPunct="0">
              <a:lnSpc>
                <a:spcPct val="100000"/>
              </a:lnSpc>
              <a:spcBef>
                <a:spcPct val="30000"/>
              </a:spcBef>
              <a:spcAft>
                <a:spcPct val="0"/>
              </a:spcAft>
              <a:buClrTx/>
              <a:buSzTx/>
              <a:buFontTx/>
              <a:buNone/>
              <a:defRPr/>
            </a:pPr>
            <a:endParaRPr kumimoji="0" lang="en-US"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S PGothic" panose="020B0600070205080204" pitchFamily="34" charset="-128"/>
              <a:cs typeface="MS PGothic" panose="020B0600070205080204" pitchFamily="34" charset="-128"/>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00354" name="Rectangle 7"/>
          <p:cNvSpPr txBox="1">
            <a:spLocks noGrp="1"/>
          </p:cNvSpPr>
          <p:nvPr>
            <p:ph type="sldNum" sz="quarter"/>
          </p:nvPr>
        </p:nvSpPr>
        <p:spPr>
          <a:xfrm>
            <a:off x="4016375" y="8905875"/>
            <a:ext cx="3070225" cy="466725"/>
          </a:xfrm>
          <a:prstGeom prst="rect">
            <a:avLst/>
          </a:prstGeom>
          <a:noFill/>
          <a:ln w="9525">
            <a:noFill/>
          </a:ln>
        </p:spPr>
        <p:txBody>
          <a:bodyPr wrap="none" lIns="94035" tIns="47017" rIns="94035" bIns="47017" anchor="b" anchorCtr="0"/>
          <a:p>
            <a:pPr lvl="0" algn="r" defTabSz="939800"/>
            <a:fld id="{9A0DB2DC-4C9A-4742-B13C-FB6460FD3503}" type="slidenum">
              <a:rPr lang="en-US" altLang="en-US" sz="1200" dirty="0">
                <a:solidFill>
                  <a:srgbClr val="000000"/>
                </a:solidFill>
                <a:latin typeface="Times New Roman" panose="02020603050405020304" pitchFamily="18" charset="0"/>
              </a:rPr>
            </a:fld>
            <a:endParaRPr lang="en-US" altLang="en-US" sz="1200" dirty="0">
              <a:solidFill>
                <a:srgbClr val="000000"/>
              </a:solidFill>
              <a:latin typeface="Times New Roman" panose="02020603050405020304" pitchFamily="18" charset="0"/>
            </a:endParaRPr>
          </a:p>
        </p:txBody>
      </p:sp>
      <p:sp>
        <p:nvSpPr>
          <p:cNvPr id="100355" name="Rectangle 2"/>
          <p:cNvSpPr>
            <a:spLocks noTextEdit="1"/>
          </p:cNvSpPr>
          <p:nvPr>
            <p:ph type="sldImg"/>
          </p:nvPr>
        </p:nvSpPr>
        <p:spPr/>
      </p:sp>
      <p:sp>
        <p:nvSpPr>
          <p:cNvPr id="62468" name="Rectangle 3"/>
          <p:cNvSpPr>
            <a:spLocks noGrp="1" noChangeArrowheads="1"/>
          </p:cNvSpPr>
          <p:nvPr>
            <p:ph type="body" idx="1"/>
          </p:nvPr>
        </p:nvSpPr>
        <p:spPr/>
        <p:txBody>
          <a:bodyPr wrap="none" lIns="94035" tIns="47017" rIns="94035" bIns="47017" numCol="1" anchor="ctr" anchorCtr="0" compatLnSpc="1"/>
          <a:lstStyle/>
          <a:p>
            <a:pPr marL="228600" marR="0" lvl="0" indent="-228600" algn="l" defTabSz="914400" rtl="0" eaLnBrk="0" fontAlgn="base" latinLnBrk="0" hangingPunct="0">
              <a:lnSpc>
                <a:spcPct val="100000"/>
              </a:lnSpc>
              <a:spcBef>
                <a:spcPct val="30000"/>
              </a:spcBef>
              <a:spcAft>
                <a:spcPct val="0"/>
              </a:spcAft>
              <a:buClrTx/>
              <a:buSzTx/>
              <a:buFontTx/>
              <a:buAutoNum type="arabicPeriod"/>
              <a:defRPr/>
            </a:pPr>
            <a:endParaRPr kumimoji="0" lang="en-US"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S PGothic" panose="020B0600070205080204" pitchFamily="34" charset="-128"/>
              <a:cs typeface="MS PGothic" panose="020B0600070205080204" pitchFamily="34" charset="-128"/>
            </a:endParaRPr>
          </a:p>
          <a:p>
            <a:pPr marL="228600" marR="0" lvl="0" indent="-228600" algn="l" defTabSz="914400" rtl="0" eaLnBrk="0" fontAlgn="base" latinLnBrk="0" hangingPunct="0">
              <a:lnSpc>
                <a:spcPct val="100000"/>
              </a:lnSpc>
              <a:spcBef>
                <a:spcPct val="30000"/>
              </a:spcBef>
              <a:spcAft>
                <a:spcPct val="0"/>
              </a:spcAft>
              <a:buClrTx/>
              <a:buSzTx/>
              <a:buFontTx/>
              <a:buAutoNum type="arabicPeriod"/>
              <a:defRPr/>
            </a:pPr>
            <a:endParaRPr kumimoji="0" lang="en-US"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S PGothic" panose="020B0600070205080204" pitchFamily="34" charset="-128"/>
              <a:cs typeface="MS PGothic" panose="020B0600070205080204" pitchFamily="34" charset="-128"/>
            </a:endParaRPr>
          </a:p>
          <a:p>
            <a:pPr marL="0" marR="0" lvl="0" indent="0" algn="l" defTabSz="914400" rtl="0" eaLnBrk="0" fontAlgn="base" latinLnBrk="0" hangingPunct="0">
              <a:lnSpc>
                <a:spcPct val="100000"/>
              </a:lnSpc>
              <a:spcBef>
                <a:spcPct val="30000"/>
              </a:spcBef>
              <a:spcAft>
                <a:spcPct val="0"/>
              </a:spcAft>
              <a:buClrTx/>
              <a:buSzTx/>
              <a:buFontTx/>
              <a:buNone/>
              <a:defRPr/>
            </a:pPr>
            <a:endParaRPr kumimoji="0" lang="en-US"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S PGothic" panose="020B0600070205080204" pitchFamily="34" charset="-128"/>
              <a:cs typeface="MS PGothic" panose="020B0600070205080204" pitchFamily="34" charset="-128"/>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02" name="Rectangle 7"/>
          <p:cNvSpPr txBox="1">
            <a:spLocks noGrp="1"/>
          </p:cNvSpPr>
          <p:nvPr>
            <p:ph type="sldNum" sz="quarter"/>
          </p:nvPr>
        </p:nvSpPr>
        <p:spPr>
          <a:xfrm>
            <a:off x="4016375" y="8905875"/>
            <a:ext cx="3070225" cy="466725"/>
          </a:xfrm>
          <a:prstGeom prst="rect">
            <a:avLst/>
          </a:prstGeom>
          <a:noFill/>
          <a:ln w="9525">
            <a:noFill/>
          </a:ln>
        </p:spPr>
        <p:txBody>
          <a:bodyPr wrap="none" lIns="94035" tIns="47017" rIns="94035" bIns="47017" anchor="b" anchorCtr="0"/>
          <a:p>
            <a:pPr lvl="0" algn="r" defTabSz="939800"/>
            <a:fld id="{9A0DB2DC-4C9A-4742-B13C-FB6460FD3503}" type="slidenum">
              <a:rPr lang="en-US" altLang="en-US" sz="1200" dirty="0">
                <a:solidFill>
                  <a:srgbClr val="000000"/>
                </a:solidFill>
                <a:latin typeface="Times New Roman" panose="02020603050405020304" pitchFamily="18" charset="0"/>
              </a:rPr>
            </a:fld>
            <a:endParaRPr lang="en-US" altLang="en-US" sz="1200" dirty="0">
              <a:solidFill>
                <a:srgbClr val="000000"/>
              </a:solidFill>
              <a:latin typeface="Times New Roman" panose="02020603050405020304" pitchFamily="18" charset="0"/>
            </a:endParaRPr>
          </a:p>
        </p:txBody>
      </p:sp>
      <p:sp>
        <p:nvSpPr>
          <p:cNvPr id="102403" name="Rectangle 2"/>
          <p:cNvSpPr>
            <a:spLocks noTextEdit="1"/>
          </p:cNvSpPr>
          <p:nvPr>
            <p:ph type="sldImg"/>
          </p:nvPr>
        </p:nvSpPr>
        <p:spPr/>
      </p:sp>
      <p:sp>
        <p:nvSpPr>
          <p:cNvPr id="62468" name="Rectangle 3"/>
          <p:cNvSpPr>
            <a:spLocks noGrp="1" noChangeArrowheads="1"/>
          </p:cNvSpPr>
          <p:nvPr>
            <p:ph type="body" idx="1"/>
          </p:nvPr>
        </p:nvSpPr>
        <p:spPr/>
        <p:txBody>
          <a:bodyPr wrap="none" lIns="94035" tIns="47017" rIns="94035" bIns="47017" numCol="1" anchor="ctr" anchorCtr="0" compatLnSpc="1"/>
          <a:lstStyle/>
          <a:p>
            <a:pPr marL="228600" marR="0" lvl="0" indent="-228600" algn="l" defTabSz="914400" rtl="0" eaLnBrk="0" fontAlgn="base" latinLnBrk="0" hangingPunct="0">
              <a:lnSpc>
                <a:spcPct val="100000"/>
              </a:lnSpc>
              <a:spcBef>
                <a:spcPct val="30000"/>
              </a:spcBef>
              <a:spcAft>
                <a:spcPct val="0"/>
              </a:spcAft>
              <a:buClrTx/>
              <a:buSzTx/>
              <a:buFontTx/>
              <a:buAutoNum type="arabicPeriod"/>
              <a:defRPr/>
            </a:pPr>
            <a:endParaRPr kumimoji="0" lang="en-US"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S PGothic" panose="020B0600070205080204" pitchFamily="34" charset="-128"/>
              <a:cs typeface="MS PGothic" panose="020B0600070205080204" pitchFamily="34" charset="-128"/>
            </a:endParaRPr>
          </a:p>
          <a:p>
            <a:pPr marL="228600" marR="0" lvl="0" indent="-228600" algn="l" defTabSz="914400" rtl="0" eaLnBrk="0" fontAlgn="base" latinLnBrk="0" hangingPunct="0">
              <a:lnSpc>
                <a:spcPct val="100000"/>
              </a:lnSpc>
              <a:spcBef>
                <a:spcPct val="30000"/>
              </a:spcBef>
              <a:spcAft>
                <a:spcPct val="0"/>
              </a:spcAft>
              <a:buClrTx/>
              <a:buSzTx/>
              <a:buFontTx/>
              <a:buAutoNum type="arabicPeriod"/>
              <a:defRPr/>
            </a:pPr>
            <a:endParaRPr kumimoji="0" lang="en-US"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S PGothic" panose="020B0600070205080204" pitchFamily="34" charset="-128"/>
              <a:cs typeface="MS PGothic" panose="020B0600070205080204" pitchFamily="34" charset="-128"/>
            </a:endParaRPr>
          </a:p>
          <a:p>
            <a:pPr marL="0" marR="0" lvl="0" indent="0" algn="l" defTabSz="914400" rtl="0" eaLnBrk="0" fontAlgn="base" latinLnBrk="0" hangingPunct="0">
              <a:lnSpc>
                <a:spcPct val="100000"/>
              </a:lnSpc>
              <a:spcBef>
                <a:spcPct val="30000"/>
              </a:spcBef>
              <a:spcAft>
                <a:spcPct val="0"/>
              </a:spcAft>
              <a:buClrTx/>
              <a:buSzTx/>
              <a:buFontTx/>
              <a:buNone/>
              <a:defRPr/>
            </a:pPr>
            <a:endParaRPr kumimoji="0" lang="en-US"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S PGothic" panose="020B0600070205080204" pitchFamily="34" charset="-128"/>
              <a:cs typeface="MS PGothic" panose="020B0600070205080204" pitchFamily="34" charset="-128"/>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02" name="Rectangle 7"/>
          <p:cNvSpPr txBox="1">
            <a:spLocks noGrp="1"/>
          </p:cNvSpPr>
          <p:nvPr>
            <p:ph type="sldNum" sz="quarter"/>
          </p:nvPr>
        </p:nvSpPr>
        <p:spPr>
          <a:xfrm>
            <a:off x="4016375" y="8905875"/>
            <a:ext cx="3070225" cy="466725"/>
          </a:xfrm>
          <a:prstGeom prst="rect">
            <a:avLst/>
          </a:prstGeom>
          <a:noFill/>
          <a:ln w="9525">
            <a:noFill/>
          </a:ln>
        </p:spPr>
        <p:txBody>
          <a:bodyPr wrap="none" lIns="94035" tIns="47017" rIns="94035" bIns="47017" anchor="b" anchorCtr="0"/>
          <a:p>
            <a:pPr lvl="0" algn="r" defTabSz="939800"/>
            <a:fld id="{9A0DB2DC-4C9A-4742-B13C-FB6460FD3503}" type="slidenum">
              <a:rPr lang="en-US" altLang="en-US" sz="1200" dirty="0">
                <a:solidFill>
                  <a:srgbClr val="000000"/>
                </a:solidFill>
                <a:latin typeface="Times New Roman" panose="02020603050405020304" pitchFamily="18" charset="0"/>
              </a:rPr>
            </a:fld>
            <a:endParaRPr lang="en-US" altLang="en-US" sz="1200" dirty="0">
              <a:solidFill>
                <a:srgbClr val="000000"/>
              </a:solidFill>
              <a:latin typeface="Times New Roman" panose="02020603050405020304" pitchFamily="18" charset="0"/>
            </a:endParaRPr>
          </a:p>
        </p:txBody>
      </p:sp>
      <p:sp>
        <p:nvSpPr>
          <p:cNvPr id="102403" name="Rectangle 2"/>
          <p:cNvSpPr>
            <a:spLocks noTextEdit="1"/>
          </p:cNvSpPr>
          <p:nvPr>
            <p:ph type="sldImg"/>
          </p:nvPr>
        </p:nvSpPr>
        <p:spPr/>
      </p:sp>
      <p:sp>
        <p:nvSpPr>
          <p:cNvPr id="62468" name="Rectangle 3"/>
          <p:cNvSpPr>
            <a:spLocks noGrp="1" noChangeArrowheads="1"/>
          </p:cNvSpPr>
          <p:nvPr>
            <p:ph type="body" idx="1"/>
          </p:nvPr>
        </p:nvSpPr>
        <p:spPr/>
        <p:txBody>
          <a:bodyPr wrap="none" lIns="94035" tIns="47017" rIns="94035" bIns="47017" numCol="1" anchor="ctr" anchorCtr="0" compatLnSpc="1"/>
          <a:lstStyle/>
          <a:p>
            <a:pPr marL="228600" marR="0" lvl="0" indent="-228600" algn="l" defTabSz="914400" rtl="0" eaLnBrk="0" fontAlgn="base" latinLnBrk="0" hangingPunct="0">
              <a:lnSpc>
                <a:spcPct val="100000"/>
              </a:lnSpc>
              <a:spcBef>
                <a:spcPct val="30000"/>
              </a:spcBef>
              <a:spcAft>
                <a:spcPct val="0"/>
              </a:spcAft>
              <a:buClrTx/>
              <a:buSzTx/>
              <a:buFontTx/>
              <a:buAutoNum type="arabicPeriod"/>
              <a:defRPr/>
            </a:pPr>
            <a:endParaRPr kumimoji="0" lang="en-US"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S PGothic" panose="020B0600070205080204" pitchFamily="34" charset="-128"/>
              <a:cs typeface="MS PGothic" panose="020B0600070205080204" pitchFamily="34" charset="-128"/>
            </a:endParaRPr>
          </a:p>
          <a:p>
            <a:pPr marL="228600" marR="0" lvl="0" indent="-228600" algn="l" defTabSz="914400" rtl="0" eaLnBrk="0" fontAlgn="base" latinLnBrk="0" hangingPunct="0">
              <a:lnSpc>
                <a:spcPct val="100000"/>
              </a:lnSpc>
              <a:spcBef>
                <a:spcPct val="30000"/>
              </a:spcBef>
              <a:spcAft>
                <a:spcPct val="0"/>
              </a:spcAft>
              <a:buClrTx/>
              <a:buSzTx/>
              <a:buFontTx/>
              <a:buAutoNum type="arabicPeriod"/>
              <a:defRPr/>
            </a:pPr>
            <a:endParaRPr kumimoji="0" lang="en-US"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S PGothic" panose="020B0600070205080204" pitchFamily="34" charset="-128"/>
              <a:cs typeface="MS PGothic" panose="020B0600070205080204" pitchFamily="34" charset="-128"/>
            </a:endParaRPr>
          </a:p>
          <a:p>
            <a:pPr marL="0" marR="0" lvl="0" indent="0" algn="l" defTabSz="914400" rtl="0" eaLnBrk="0" fontAlgn="base" latinLnBrk="0" hangingPunct="0">
              <a:lnSpc>
                <a:spcPct val="100000"/>
              </a:lnSpc>
              <a:spcBef>
                <a:spcPct val="30000"/>
              </a:spcBef>
              <a:spcAft>
                <a:spcPct val="0"/>
              </a:spcAft>
              <a:buClrTx/>
              <a:buSzTx/>
              <a:buFontTx/>
              <a:buNone/>
              <a:defRPr/>
            </a:pPr>
            <a:endParaRPr kumimoji="0" lang="en-US"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S PGothic" panose="020B0600070205080204" pitchFamily="34" charset="-128"/>
              <a:cs typeface="MS PGothic" panose="020B0600070205080204" pitchFamily="34" charset="-128"/>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06498" name="Rectangle 7"/>
          <p:cNvSpPr txBox="1">
            <a:spLocks noGrp="1"/>
          </p:cNvSpPr>
          <p:nvPr>
            <p:ph type="sldNum" sz="quarter"/>
          </p:nvPr>
        </p:nvSpPr>
        <p:spPr>
          <a:xfrm>
            <a:off x="4016375" y="8905875"/>
            <a:ext cx="3070225" cy="466725"/>
          </a:xfrm>
          <a:prstGeom prst="rect">
            <a:avLst/>
          </a:prstGeom>
          <a:noFill/>
          <a:ln w="9525">
            <a:noFill/>
          </a:ln>
        </p:spPr>
        <p:txBody>
          <a:bodyPr wrap="none" lIns="94035" tIns="47017" rIns="94035" bIns="47017" anchor="b" anchorCtr="0"/>
          <a:p>
            <a:pPr lvl="0" algn="r" defTabSz="939800"/>
            <a:fld id="{9A0DB2DC-4C9A-4742-B13C-FB6460FD3503}" type="slidenum">
              <a:rPr lang="en-US" altLang="en-US" sz="1200" dirty="0">
                <a:solidFill>
                  <a:srgbClr val="000000"/>
                </a:solidFill>
                <a:latin typeface="Times New Roman" panose="02020603050405020304" pitchFamily="18" charset="0"/>
              </a:rPr>
            </a:fld>
            <a:endParaRPr lang="en-US" altLang="en-US" sz="1200" dirty="0">
              <a:solidFill>
                <a:srgbClr val="000000"/>
              </a:solidFill>
              <a:latin typeface="Times New Roman" panose="02020603050405020304" pitchFamily="18" charset="0"/>
            </a:endParaRPr>
          </a:p>
        </p:txBody>
      </p:sp>
      <p:sp>
        <p:nvSpPr>
          <p:cNvPr id="106499" name="Rectangle 2"/>
          <p:cNvSpPr>
            <a:spLocks noTextEdit="1"/>
          </p:cNvSpPr>
          <p:nvPr>
            <p:ph type="sldImg"/>
          </p:nvPr>
        </p:nvSpPr>
        <p:spPr/>
      </p:sp>
      <p:sp>
        <p:nvSpPr>
          <p:cNvPr id="62468" name="Rectangle 3"/>
          <p:cNvSpPr>
            <a:spLocks noGrp="1" noChangeArrowheads="1"/>
          </p:cNvSpPr>
          <p:nvPr>
            <p:ph type="body" idx="1"/>
          </p:nvPr>
        </p:nvSpPr>
        <p:spPr/>
        <p:txBody>
          <a:bodyPr wrap="none" lIns="94035" tIns="47017" rIns="94035" bIns="47017" numCol="1" anchor="ctr" anchorCtr="0" compatLnSpc="1"/>
          <a:lstStyle/>
          <a:p>
            <a:pPr marL="228600" marR="0" lvl="0" indent="-228600" algn="l" defTabSz="914400" rtl="0" eaLnBrk="0" fontAlgn="base" latinLnBrk="0" hangingPunct="0">
              <a:lnSpc>
                <a:spcPct val="100000"/>
              </a:lnSpc>
              <a:spcBef>
                <a:spcPct val="30000"/>
              </a:spcBef>
              <a:spcAft>
                <a:spcPct val="0"/>
              </a:spcAft>
              <a:buClrTx/>
              <a:buSzTx/>
              <a:buFontTx/>
              <a:buAutoNum type="arabicPeriod"/>
              <a:defRPr/>
            </a:pPr>
            <a:endParaRPr kumimoji="0" lang="en-US"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S PGothic" panose="020B0600070205080204" pitchFamily="34" charset="-128"/>
              <a:cs typeface="MS PGothic" panose="020B0600070205080204" pitchFamily="34" charset="-128"/>
            </a:endParaRPr>
          </a:p>
          <a:p>
            <a:pPr marL="228600" marR="0" lvl="0" indent="-228600" algn="l" defTabSz="914400" rtl="0" eaLnBrk="0" fontAlgn="base" latinLnBrk="0" hangingPunct="0">
              <a:lnSpc>
                <a:spcPct val="100000"/>
              </a:lnSpc>
              <a:spcBef>
                <a:spcPct val="30000"/>
              </a:spcBef>
              <a:spcAft>
                <a:spcPct val="0"/>
              </a:spcAft>
              <a:buClrTx/>
              <a:buSzTx/>
              <a:buFontTx/>
              <a:buAutoNum type="arabicPeriod"/>
              <a:defRPr/>
            </a:pPr>
            <a:endParaRPr kumimoji="0" lang="en-US"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S PGothic" panose="020B0600070205080204" pitchFamily="34" charset="-128"/>
              <a:cs typeface="MS PGothic" panose="020B0600070205080204" pitchFamily="34" charset="-128"/>
            </a:endParaRPr>
          </a:p>
          <a:p>
            <a:pPr marL="0" marR="0" lvl="0" indent="0" algn="l" defTabSz="914400" rtl="0" eaLnBrk="0" fontAlgn="base" latinLnBrk="0" hangingPunct="0">
              <a:lnSpc>
                <a:spcPct val="100000"/>
              </a:lnSpc>
              <a:spcBef>
                <a:spcPct val="30000"/>
              </a:spcBef>
              <a:spcAft>
                <a:spcPct val="0"/>
              </a:spcAft>
              <a:buClrTx/>
              <a:buSzTx/>
              <a:buFontTx/>
              <a:buNone/>
              <a:defRPr/>
            </a:pPr>
            <a:endParaRPr kumimoji="0" lang="en-US"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S PGothic" panose="020B0600070205080204" pitchFamily="34" charset="-128"/>
              <a:cs typeface="MS PGothic" panose="020B0600070205080204" pitchFamily="34" charset="-128"/>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06498" name="Rectangle 7"/>
          <p:cNvSpPr txBox="1">
            <a:spLocks noGrp="1"/>
          </p:cNvSpPr>
          <p:nvPr>
            <p:ph type="sldNum" sz="quarter"/>
          </p:nvPr>
        </p:nvSpPr>
        <p:spPr>
          <a:xfrm>
            <a:off x="4016375" y="8905875"/>
            <a:ext cx="3070225" cy="466725"/>
          </a:xfrm>
          <a:prstGeom prst="rect">
            <a:avLst/>
          </a:prstGeom>
          <a:noFill/>
          <a:ln w="9525">
            <a:noFill/>
          </a:ln>
        </p:spPr>
        <p:txBody>
          <a:bodyPr wrap="none" lIns="94035" tIns="47017" rIns="94035" bIns="47017" anchor="b" anchorCtr="0"/>
          <a:p>
            <a:pPr lvl="0" algn="r" defTabSz="939800"/>
            <a:fld id="{9A0DB2DC-4C9A-4742-B13C-FB6460FD3503}" type="slidenum">
              <a:rPr lang="en-US" altLang="en-US" sz="1200" dirty="0">
                <a:solidFill>
                  <a:srgbClr val="000000"/>
                </a:solidFill>
                <a:latin typeface="Times New Roman" panose="02020603050405020304" pitchFamily="18" charset="0"/>
              </a:rPr>
            </a:fld>
            <a:endParaRPr lang="en-US" altLang="en-US" sz="1200" dirty="0">
              <a:solidFill>
                <a:srgbClr val="000000"/>
              </a:solidFill>
              <a:latin typeface="Times New Roman" panose="02020603050405020304" pitchFamily="18" charset="0"/>
            </a:endParaRPr>
          </a:p>
        </p:txBody>
      </p:sp>
      <p:sp>
        <p:nvSpPr>
          <p:cNvPr id="106499" name="Rectangle 2"/>
          <p:cNvSpPr>
            <a:spLocks noTextEdit="1"/>
          </p:cNvSpPr>
          <p:nvPr>
            <p:ph type="sldImg"/>
          </p:nvPr>
        </p:nvSpPr>
        <p:spPr/>
      </p:sp>
      <p:sp>
        <p:nvSpPr>
          <p:cNvPr id="62468" name="Rectangle 3"/>
          <p:cNvSpPr>
            <a:spLocks noGrp="1" noChangeArrowheads="1"/>
          </p:cNvSpPr>
          <p:nvPr>
            <p:ph type="body" idx="1"/>
          </p:nvPr>
        </p:nvSpPr>
        <p:spPr/>
        <p:txBody>
          <a:bodyPr wrap="none" lIns="94035" tIns="47017" rIns="94035" bIns="47017" numCol="1" anchor="ctr" anchorCtr="0" compatLnSpc="1"/>
          <a:lstStyle/>
          <a:p>
            <a:pPr marL="228600" marR="0" lvl="0" indent="-228600" algn="l" defTabSz="914400" rtl="0" eaLnBrk="0" fontAlgn="base" latinLnBrk="0" hangingPunct="0">
              <a:lnSpc>
                <a:spcPct val="100000"/>
              </a:lnSpc>
              <a:spcBef>
                <a:spcPct val="30000"/>
              </a:spcBef>
              <a:spcAft>
                <a:spcPct val="0"/>
              </a:spcAft>
              <a:buClrTx/>
              <a:buSzTx/>
              <a:buFontTx/>
              <a:buAutoNum type="arabicPeriod"/>
              <a:defRPr/>
            </a:pPr>
            <a:endParaRPr kumimoji="0" lang="en-US"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S PGothic" panose="020B0600070205080204" pitchFamily="34" charset="-128"/>
              <a:cs typeface="MS PGothic" panose="020B0600070205080204" pitchFamily="34" charset="-128"/>
            </a:endParaRPr>
          </a:p>
          <a:p>
            <a:pPr marL="228600" marR="0" lvl="0" indent="-228600" algn="l" defTabSz="914400" rtl="0" eaLnBrk="0" fontAlgn="base" latinLnBrk="0" hangingPunct="0">
              <a:lnSpc>
                <a:spcPct val="100000"/>
              </a:lnSpc>
              <a:spcBef>
                <a:spcPct val="30000"/>
              </a:spcBef>
              <a:spcAft>
                <a:spcPct val="0"/>
              </a:spcAft>
              <a:buClrTx/>
              <a:buSzTx/>
              <a:buFontTx/>
              <a:buAutoNum type="arabicPeriod"/>
              <a:defRPr/>
            </a:pPr>
            <a:endParaRPr kumimoji="0" lang="en-US"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S PGothic" panose="020B0600070205080204" pitchFamily="34" charset="-128"/>
              <a:cs typeface="MS PGothic" panose="020B0600070205080204" pitchFamily="34" charset="-128"/>
            </a:endParaRPr>
          </a:p>
          <a:p>
            <a:pPr marL="0" marR="0" lvl="0" indent="0" algn="l" defTabSz="914400" rtl="0" eaLnBrk="0" fontAlgn="base" latinLnBrk="0" hangingPunct="0">
              <a:lnSpc>
                <a:spcPct val="100000"/>
              </a:lnSpc>
              <a:spcBef>
                <a:spcPct val="30000"/>
              </a:spcBef>
              <a:spcAft>
                <a:spcPct val="0"/>
              </a:spcAft>
              <a:buClrTx/>
              <a:buSzTx/>
              <a:buFontTx/>
              <a:buNone/>
              <a:defRPr/>
            </a:pPr>
            <a:endParaRPr kumimoji="0" lang="en-US"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S PGothic" panose="020B0600070205080204" pitchFamily="34" charset="-128"/>
              <a:cs typeface="MS PGothic" panose="020B0600070205080204" pitchFamily="34" charset="-128"/>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04450" name="Rectangle 7"/>
          <p:cNvSpPr txBox="1">
            <a:spLocks noGrp="1"/>
          </p:cNvSpPr>
          <p:nvPr>
            <p:ph type="sldNum" sz="quarter"/>
          </p:nvPr>
        </p:nvSpPr>
        <p:spPr>
          <a:xfrm>
            <a:off x="4016375" y="8905875"/>
            <a:ext cx="3070225" cy="466725"/>
          </a:xfrm>
          <a:prstGeom prst="rect">
            <a:avLst/>
          </a:prstGeom>
          <a:noFill/>
          <a:ln w="9525">
            <a:noFill/>
          </a:ln>
        </p:spPr>
        <p:txBody>
          <a:bodyPr wrap="none" lIns="94035" tIns="47017" rIns="94035" bIns="47017" anchor="b" anchorCtr="0"/>
          <a:p>
            <a:pPr lvl="0" algn="r" defTabSz="939800"/>
            <a:fld id="{9A0DB2DC-4C9A-4742-B13C-FB6460FD3503}" type="slidenum">
              <a:rPr lang="en-US" altLang="en-US" sz="1200" dirty="0">
                <a:solidFill>
                  <a:srgbClr val="000000"/>
                </a:solidFill>
                <a:latin typeface="Times New Roman" panose="02020603050405020304" pitchFamily="18" charset="0"/>
              </a:rPr>
            </a:fld>
            <a:endParaRPr lang="en-US" altLang="en-US" sz="1200" dirty="0">
              <a:solidFill>
                <a:srgbClr val="000000"/>
              </a:solidFill>
              <a:latin typeface="Times New Roman" panose="02020603050405020304" pitchFamily="18" charset="0"/>
            </a:endParaRPr>
          </a:p>
        </p:txBody>
      </p:sp>
      <p:sp>
        <p:nvSpPr>
          <p:cNvPr id="104451" name="Rectangle 2"/>
          <p:cNvSpPr>
            <a:spLocks noTextEdit="1"/>
          </p:cNvSpPr>
          <p:nvPr>
            <p:ph type="sldImg"/>
          </p:nvPr>
        </p:nvSpPr>
        <p:spPr/>
      </p:sp>
      <p:sp>
        <p:nvSpPr>
          <p:cNvPr id="62468" name="Rectangle 3"/>
          <p:cNvSpPr>
            <a:spLocks noGrp="1" noChangeArrowheads="1"/>
          </p:cNvSpPr>
          <p:nvPr>
            <p:ph type="body" idx="1"/>
          </p:nvPr>
        </p:nvSpPr>
        <p:spPr/>
        <p:txBody>
          <a:bodyPr wrap="none" lIns="94035" tIns="47017" rIns="94035" bIns="47017" numCol="1" anchor="ctr" anchorCtr="0" compatLnSpc="1"/>
          <a:lstStyle/>
          <a:p>
            <a:pPr marL="228600" marR="0" lvl="0" indent="-228600" algn="l" defTabSz="914400" rtl="0" eaLnBrk="0" fontAlgn="base" latinLnBrk="0" hangingPunct="0">
              <a:lnSpc>
                <a:spcPct val="100000"/>
              </a:lnSpc>
              <a:spcBef>
                <a:spcPct val="30000"/>
              </a:spcBef>
              <a:spcAft>
                <a:spcPct val="0"/>
              </a:spcAft>
              <a:buClrTx/>
              <a:buSzTx/>
              <a:buFontTx/>
              <a:buAutoNum type="arabicPeriod"/>
              <a:defRPr/>
            </a:pPr>
            <a:endParaRPr kumimoji="0" lang="en-US"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S PGothic" panose="020B0600070205080204" pitchFamily="34" charset="-128"/>
              <a:cs typeface="MS PGothic" panose="020B0600070205080204" pitchFamily="34" charset="-128"/>
            </a:endParaRPr>
          </a:p>
          <a:p>
            <a:pPr marL="228600" marR="0" lvl="0" indent="-228600" algn="l" defTabSz="914400" rtl="0" eaLnBrk="0" fontAlgn="base" latinLnBrk="0" hangingPunct="0">
              <a:lnSpc>
                <a:spcPct val="100000"/>
              </a:lnSpc>
              <a:spcBef>
                <a:spcPct val="30000"/>
              </a:spcBef>
              <a:spcAft>
                <a:spcPct val="0"/>
              </a:spcAft>
              <a:buClrTx/>
              <a:buSzTx/>
              <a:buFontTx/>
              <a:buAutoNum type="arabicPeriod"/>
              <a:defRPr/>
            </a:pPr>
            <a:endParaRPr kumimoji="0" lang="en-US"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S PGothic" panose="020B0600070205080204" pitchFamily="34" charset="-128"/>
              <a:cs typeface="MS PGothic" panose="020B0600070205080204" pitchFamily="34" charset="-128"/>
            </a:endParaRPr>
          </a:p>
          <a:p>
            <a:pPr marL="0" marR="0" lvl="0" indent="0" algn="l" defTabSz="914400" rtl="0" eaLnBrk="0" fontAlgn="base" latinLnBrk="0" hangingPunct="0">
              <a:lnSpc>
                <a:spcPct val="100000"/>
              </a:lnSpc>
              <a:spcBef>
                <a:spcPct val="30000"/>
              </a:spcBef>
              <a:spcAft>
                <a:spcPct val="0"/>
              </a:spcAft>
              <a:buClrTx/>
              <a:buSzTx/>
              <a:buFontTx/>
              <a:buNone/>
              <a:defRPr/>
            </a:pPr>
            <a:endParaRPr kumimoji="0" lang="en-US"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S PGothic" panose="020B0600070205080204" pitchFamily="34" charset="-128"/>
              <a:cs typeface="MS PGothic" panose="020B0600070205080204" pitchFamily="34" charset="-128"/>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08546" name="Rectangle 7"/>
          <p:cNvSpPr txBox="1">
            <a:spLocks noGrp="1"/>
          </p:cNvSpPr>
          <p:nvPr>
            <p:ph type="sldNum" sz="quarter"/>
          </p:nvPr>
        </p:nvSpPr>
        <p:spPr>
          <a:xfrm>
            <a:off x="4016375" y="8905875"/>
            <a:ext cx="3070225" cy="466725"/>
          </a:xfrm>
          <a:prstGeom prst="rect">
            <a:avLst/>
          </a:prstGeom>
          <a:noFill/>
          <a:ln w="9525">
            <a:noFill/>
          </a:ln>
        </p:spPr>
        <p:txBody>
          <a:bodyPr wrap="none" lIns="94035" tIns="47017" rIns="94035" bIns="47017" anchor="b" anchorCtr="0"/>
          <a:p>
            <a:pPr lvl="0" algn="r" defTabSz="939800"/>
            <a:fld id="{9A0DB2DC-4C9A-4742-B13C-FB6460FD3503}" type="slidenum">
              <a:rPr lang="en-US" altLang="en-US" sz="1200" dirty="0">
                <a:solidFill>
                  <a:srgbClr val="000000"/>
                </a:solidFill>
                <a:latin typeface="Times New Roman" panose="02020603050405020304" pitchFamily="18" charset="0"/>
              </a:rPr>
            </a:fld>
            <a:endParaRPr lang="en-US" altLang="en-US" sz="1200" dirty="0">
              <a:solidFill>
                <a:srgbClr val="000000"/>
              </a:solidFill>
              <a:latin typeface="Times New Roman" panose="02020603050405020304" pitchFamily="18" charset="0"/>
            </a:endParaRPr>
          </a:p>
        </p:txBody>
      </p:sp>
      <p:sp>
        <p:nvSpPr>
          <p:cNvPr id="108547" name="Rectangle 2"/>
          <p:cNvSpPr>
            <a:spLocks noTextEdit="1"/>
          </p:cNvSpPr>
          <p:nvPr>
            <p:ph type="sldImg"/>
          </p:nvPr>
        </p:nvSpPr>
        <p:spPr/>
      </p:sp>
      <p:sp>
        <p:nvSpPr>
          <p:cNvPr id="62468" name="Rectangle 3"/>
          <p:cNvSpPr>
            <a:spLocks noGrp="1" noChangeArrowheads="1"/>
          </p:cNvSpPr>
          <p:nvPr>
            <p:ph type="body" idx="1"/>
          </p:nvPr>
        </p:nvSpPr>
        <p:spPr/>
        <p:txBody>
          <a:bodyPr wrap="none" lIns="94035" tIns="47017" rIns="94035" bIns="47017" numCol="1" anchor="ctr" anchorCtr="0" compatLnSpc="1"/>
          <a:lstStyle/>
          <a:p>
            <a:pPr marL="228600" marR="0" lvl="0" indent="-228600" algn="l" defTabSz="914400" rtl="0" eaLnBrk="0" fontAlgn="base" latinLnBrk="0" hangingPunct="0">
              <a:lnSpc>
                <a:spcPct val="100000"/>
              </a:lnSpc>
              <a:spcBef>
                <a:spcPct val="30000"/>
              </a:spcBef>
              <a:spcAft>
                <a:spcPct val="0"/>
              </a:spcAft>
              <a:buClrTx/>
              <a:buSzTx/>
              <a:buFontTx/>
              <a:buAutoNum type="arabicPeriod"/>
              <a:defRPr/>
            </a:pPr>
            <a:endParaRPr kumimoji="0" lang="en-US"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S PGothic" panose="020B0600070205080204" pitchFamily="34" charset="-128"/>
              <a:cs typeface="MS PGothic" panose="020B0600070205080204" pitchFamily="34" charset="-128"/>
            </a:endParaRPr>
          </a:p>
          <a:p>
            <a:pPr marL="228600" marR="0" lvl="0" indent="-228600" algn="l" defTabSz="914400" rtl="0" eaLnBrk="0" fontAlgn="base" latinLnBrk="0" hangingPunct="0">
              <a:lnSpc>
                <a:spcPct val="100000"/>
              </a:lnSpc>
              <a:spcBef>
                <a:spcPct val="30000"/>
              </a:spcBef>
              <a:spcAft>
                <a:spcPct val="0"/>
              </a:spcAft>
              <a:buClrTx/>
              <a:buSzTx/>
              <a:buFontTx/>
              <a:buAutoNum type="arabicPeriod"/>
              <a:defRPr/>
            </a:pPr>
            <a:endParaRPr kumimoji="0" lang="en-US"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S PGothic" panose="020B0600070205080204" pitchFamily="34" charset="-128"/>
              <a:cs typeface="MS PGothic" panose="020B0600070205080204" pitchFamily="34" charset="-128"/>
            </a:endParaRPr>
          </a:p>
          <a:p>
            <a:pPr marL="0" marR="0" lvl="0" indent="0" algn="l" defTabSz="914400" rtl="0" eaLnBrk="0" fontAlgn="base" latinLnBrk="0" hangingPunct="0">
              <a:lnSpc>
                <a:spcPct val="100000"/>
              </a:lnSpc>
              <a:spcBef>
                <a:spcPct val="30000"/>
              </a:spcBef>
              <a:spcAft>
                <a:spcPct val="0"/>
              </a:spcAft>
              <a:buClrTx/>
              <a:buSzTx/>
              <a:buFontTx/>
              <a:buNone/>
              <a:defRPr/>
            </a:pPr>
            <a:endParaRPr kumimoji="0" lang="en-US"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S PGothic" panose="020B0600070205080204" pitchFamily="34" charset="-128"/>
              <a:cs typeface="MS PGothic" panose="020B0600070205080204" pitchFamily="34" charset="-128"/>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10594" name="Rectangle 7"/>
          <p:cNvSpPr txBox="1">
            <a:spLocks noGrp="1"/>
          </p:cNvSpPr>
          <p:nvPr>
            <p:ph type="sldNum" sz="quarter"/>
          </p:nvPr>
        </p:nvSpPr>
        <p:spPr>
          <a:xfrm>
            <a:off x="4016375" y="8905875"/>
            <a:ext cx="3070225" cy="466725"/>
          </a:xfrm>
          <a:prstGeom prst="rect">
            <a:avLst/>
          </a:prstGeom>
          <a:noFill/>
          <a:ln w="9525">
            <a:noFill/>
          </a:ln>
        </p:spPr>
        <p:txBody>
          <a:bodyPr wrap="none" lIns="94035" tIns="47017" rIns="94035" bIns="47017" anchor="b" anchorCtr="0"/>
          <a:p>
            <a:pPr lvl="0" algn="r" defTabSz="939800"/>
            <a:fld id="{9A0DB2DC-4C9A-4742-B13C-FB6460FD3503}" type="slidenum">
              <a:rPr lang="en-US" altLang="en-US" sz="1200" dirty="0">
                <a:solidFill>
                  <a:srgbClr val="000000"/>
                </a:solidFill>
                <a:latin typeface="Times New Roman" panose="02020603050405020304" pitchFamily="18" charset="0"/>
              </a:rPr>
            </a:fld>
            <a:endParaRPr lang="en-US" altLang="en-US" sz="1200" dirty="0">
              <a:solidFill>
                <a:srgbClr val="000000"/>
              </a:solidFill>
              <a:latin typeface="Times New Roman" panose="02020603050405020304" pitchFamily="18" charset="0"/>
            </a:endParaRPr>
          </a:p>
        </p:txBody>
      </p:sp>
      <p:sp>
        <p:nvSpPr>
          <p:cNvPr id="110595" name="Rectangle 2"/>
          <p:cNvSpPr>
            <a:spLocks noTextEdit="1"/>
          </p:cNvSpPr>
          <p:nvPr>
            <p:ph type="sldImg"/>
          </p:nvPr>
        </p:nvSpPr>
        <p:spPr/>
      </p:sp>
      <p:sp>
        <p:nvSpPr>
          <p:cNvPr id="62468" name="Rectangle 3"/>
          <p:cNvSpPr>
            <a:spLocks noGrp="1" noChangeArrowheads="1"/>
          </p:cNvSpPr>
          <p:nvPr>
            <p:ph type="body" idx="1"/>
          </p:nvPr>
        </p:nvSpPr>
        <p:spPr/>
        <p:txBody>
          <a:bodyPr wrap="none" lIns="94035" tIns="47017" rIns="94035" bIns="47017" numCol="1" anchor="ctr" anchorCtr="0" compatLnSpc="1"/>
          <a:lstStyle/>
          <a:p>
            <a:pPr marL="228600" marR="0" lvl="0" indent="-228600" algn="l" defTabSz="914400" rtl="0" eaLnBrk="0" fontAlgn="base" latinLnBrk="0" hangingPunct="0">
              <a:lnSpc>
                <a:spcPct val="100000"/>
              </a:lnSpc>
              <a:spcBef>
                <a:spcPct val="30000"/>
              </a:spcBef>
              <a:spcAft>
                <a:spcPct val="0"/>
              </a:spcAft>
              <a:buClrTx/>
              <a:buSzTx/>
              <a:buFontTx/>
              <a:buAutoNum type="arabicPeriod"/>
              <a:defRPr/>
            </a:pPr>
            <a:endParaRPr kumimoji="0" lang="en-US"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S PGothic" panose="020B0600070205080204" pitchFamily="34" charset="-128"/>
              <a:cs typeface="MS PGothic" panose="020B0600070205080204" pitchFamily="34" charset="-128"/>
            </a:endParaRPr>
          </a:p>
          <a:p>
            <a:pPr marL="228600" marR="0" lvl="0" indent="-228600" algn="l" defTabSz="914400" rtl="0" eaLnBrk="0" fontAlgn="base" latinLnBrk="0" hangingPunct="0">
              <a:lnSpc>
                <a:spcPct val="100000"/>
              </a:lnSpc>
              <a:spcBef>
                <a:spcPct val="30000"/>
              </a:spcBef>
              <a:spcAft>
                <a:spcPct val="0"/>
              </a:spcAft>
              <a:buClrTx/>
              <a:buSzTx/>
              <a:buFontTx/>
              <a:buAutoNum type="arabicPeriod"/>
              <a:defRPr/>
            </a:pPr>
            <a:endParaRPr kumimoji="0" lang="en-US"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S PGothic" panose="020B0600070205080204" pitchFamily="34" charset="-128"/>
              <a:cs typeface="MS PGothic" panose="020B0600070205080204" pitchFamily="34" charset="-128"/>
            </a:endParaRPr>
          </a:p>
          <a:p>
            <a:pPr marL="0" marR="0" lvl="0" indent="0" algn="l" defTabSz="914400" rtl="0" eaLnBrk="0" fontAlgn="base" latinLnBrk="0" hangingPunct="0">
              <a:lnSpc>
                <a:spcPct val="100000"/>
              </a:lnSpc>
              <a:spcBef>
                <a:spcPct val="30000"/>
              </a:spcBef>
              <a:spcAft>
                <a:spcPct val="0"/>
              </a:spcAft>
              <a:buClrTx/>
              <a:buSzTx/>
              <a:buFontTx/>
              <a:buNone/>
              <a:defRPr/>
            </a:pPr>
            <a:endParaRPr kumimoji="0" lang="en-US"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S PGothic" panose="020B0600070205080204" pitchFamily="34" charset="-128"/>
              <a:cs typeface="MS PGothic" panose="020B0600070205080204" pitchFamily="34" charset="-128"/>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42" name="Rectangle 7"/>
          <p:cNvSpPr txBox="1">
            <a:spLocks noGrp="1"/>
          </p:cNvSpPr>
          <p:nvPr>
            <p:ph type="sldNum" sz="quarter"/>
          </p:nvPr>
        </p:nvSpPr>
        <p:spPr>
          <a:xfrm>
            <a:off x="4016375" y="8905875"/>
            <a:ext cx="3070225" cy="466725"/>
          </a:xfrm>
          <a:prstGeom prst="rect">
            <a:avLst/>
          </a:prstGeom>
          <a:noFill/>
          <a:ln w="9525">
            <a:noFill/>
          </a:ln>
        </p:spPr>
        <p:txBody>
          <a:bodyPr wrap="none" lIns="94035" tIns="47017" rIns="94035" bIns="47017" anchor="b" anchorCtr="0"/>
          <a:p>
            <a:pPr lvl="0" algn="r" defTabSz="939800"/>
            <a:fld id="{9A0DB2DC-4C9A-4742-B13C-FB6460FD3503}" type="slidenum">
              <a:rPr lang="en-US" altLang="en-US" sz="1200" dirty="0">
                <a:solidFill>
                  <a:srgbClr val="000000"/>
                </a:solidFill>
                <a:latin typeface="Times New Roman" panose="02020603050405020304" pitchFamily="18" charset="0"/>
              </a:rPr>
            </a:fld>
            <a:endParaRPr lang="en-US" altLang="en-US" sz="1200" dirty="0">
              <a:solidFill>
                <a:srgbClr val="000000"/>
              </a:solidFill>
              <a:latin typeface="Times New Roman" panose="02020603050405020304" pitchFamily="18" charset="0"/>
            </a:endParaRPr>
          </a:p>
        </p:txBody>
      </p:sp>
      <p:sp>
        <p:nvSpPr>
          <p:cNvPr id="112643" name="Rectangle 2"/>
          <p:cNvSpPr>
            <a:spLocks noTextEdit="1"/>
          </p:cNvSpPr>
          <p:nvPr>
            <p:ph type="sldImg"/>
          </p:nvPr>
        </p:nvSpPr>
        <p:spPr/>
      </p:sp>
      <p:sp>
        <p:nvSpPr>
          <p:cNvPr id="62468" name="Rectangle 3"/>
          <p:cNvSpPr>
            <a:spLocks noGrp="1" noChangeArrowheads="1"/>
          </p:cNvSpPr>
          <p:nvPr>
            <p:ph type="body" idx="1"/>
          </p:nvPr>
        </p:nvSpPr>
        <p:spPr/>
        <p:txBody>
          <a:bodyPr wrap="none" lIns="94035" tIns="47017" rIns="94035" bIns="47017" numCol="1" anchor="ctr" anchorCtr="0" compatLnSpc="1"/>
          <a:lstStyle/>
          <a:p>
            <a:pPr marL="228600" marR="0" lvl="0" indent="-228600" algn="l" defTabSz="914400" rtl="0" eaLnBrk="0" fontAlgn="base" latinLnBrk="0" hangingPunct="0">
              <a:lnSpc>
                <a:spcPct val="100000"/>
              </a:lnSpc>
              <a:spcBef>
                <a:spcPct val="30000"/>
              </a:spcBef>
              <a:spcAft>
                <a:spcPct val="0"/>
              </a:spcAft>
              <a:buClrTx/>
              <a:buSzTx/>
              <a:buFontTx/>
              <a:buAutoNum type="arabicPeriod"/>
              <a:defRPr/>
            </a:pPr>
            <a:endParaRPr kumimoji="0" lang="en-US"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S PGothic" panose="020B0600070205080204" pitchFamily="34" charset="-128"/>
              <a:cs typeface="MS PGothic" panose="020B0600070205080204" pitchFamily="34" charset="-128"/>
            </a:endParaRPr>
          </a:p>
          <a:p>
            <a:pPr marL="228600" marR="0" lvl="0" indent="-228600" algn="l" defTabSz="914400" rtl="0" eaLnBrk="0" fontAlgn="base" latinLnBrk="0" hangingPunct="0">
              <a:lnSpc>
                <a:spcPct val="100000"/>
              </a:lnSpc>
              <a:spcBef>
                <a:spcPct val="30000"/>
              </a:spcBef>
              <a:spcAft>
                <a:spcPct val="0"/>
              </a:spcAft>
              <a:buClrTx/>
              <a:buSzTx/>
              <a:buFontTx/>
              <a:buAutoNum type="arabicPeriod"/>
              <a:defRPr/>
            </a:pPr>
            <a:endParaRPr kumimoji="0" lang="en-US"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S PGothic" panose="020B0600070205080204" pitchFamily="34" charset="-128"/>
              <a:cs typeface="MS PGothic" panose="020B0600070205080204" pitchFamily="34" charset="-128"/>
            </a:endParaRPr>
          </a:p>
          <a:p>
            <a:pPr marL="0" marR="0" lvl="0" indent="0" algn="l" defTabSz="914400" rtl="0" eaLnBrk="0" fontAlgn="base" latinLnBrk="0" hangingPunct="0">
              <a:lnSpc>
                <a:spcPct val="100000"/>
              </a:lnSpc>
              <a:spcBef>
                <a:spcPct val="30000"/>
              </a:spcBef>
              <a:spcAft>
                <a:spcPct val="0"/>
              </a:spcAft>
              <a:buClrTx/>
              <a:buSzTx/>
              <a:buFontTx/>
              <a:buNone/>
              <a:defRPr/>
            </a:pPr>
            <a:endParaRPr kumimoji="0" lang="en-US"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S PGothic" panose="020B0600070205080204" pitchFamily="34" charset="-128"/>
              <a:cs typeface="MS PGothic" panose="020B0600070205080204" pitchFamily="34" charset="-128"/>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14690" name="Rectangle 7"/>
          <p:cNvSpPr txBox="1">
            <a:spLocks noGrp="1"/>
          </p:cNvSpPr>
          <p:nvPr>
            <p:ph type="sldNum" sz="quarter"/>
          </p:nvPr>
        </p:nvSpPr>
        <p:spPr>
          <a:xfrm>
            <a:off x="4016375" y="8905875"/>
            <a:ext cx="3070225" cy="466725"/>
          </a:xfrm>
          <a:prstGeom prst="rect">
            <a:avLst/>
          </a:prstGeom>
          <a:noFill/>
          <a:ln w="9525">
            <a:noFill/>
          </a:ln>
        </p:spPr>
        <p:txBody>
          <a:bodyPr wrap="none" lIns="94035" tIns="47017" rIns="94035" bIns="47017" anchor="b" anchorCtr="0"/>
          <a:p>
            <a:pPr lvl="0" algn="r" defTabSz="939800"/>
            <a:fld id="{9A0DB2DC-4C9A-4742-B13C-FB6460FD3503}" type="slidenum">
              <a:rPr lang="en-US" altLang="en-US" sz="1200" dirty="0">
                <a:solidFill>
                  <a:srgbClr val="000000"/>
                </a:solidFill>
                <a:latin typeface="Times New Roman" panose="02020603050405020304" pitchFamily="18" charset="0"/>
              </a:rPr>
            </a:fld>
            <a:endParaRPr lang="en-US" altLang="en-US" sz="1200" dirty="0">
              <a:solidFill>
                <a:srgbClr val="000000"/>
              </a:solidFill>
              <a:latin typeface="Times New Roman" panose="02020603050405020304" pitchFamily="18" charset="0"/>
            </a:endParaRPr>
          </a:p>
        </p:txBody>
      </p:sp>
      <p:sp>
        <p:nvSpPr>
          <p:cNvPr id="114691" name="Rectangle 2"/>
          <p:cNvSpPr>
            <a:spLocks noTextEdit="1"/>
          </p:cNvSpPr>
          <p:nvPr>
            <p:ph type="sldImg"/>
          </p:nvPr>
        </p:nvSpPr>
        <p:spPr/>
      </p:sp>
      <p:sp>
        <p:nvSpPr>
          <p:cNvPr id="62468" name="Rectangle 3"/>
          <p:cNvSpPr>
            <a:spLocks noGrp="1" noChangeArrowheads="1"/>
          </p:cNvSpPr>
          <p:nvPr>
            <p:ph type="body" idx="1"/>
          </p:nvPr>
        </p:nvSpPr>
        <p:spPr/>
        <p:txBody>
          <a:bodyPr wrap="none" lIns="94035" tIns="47017" rIns="94035" bIns="47017" numCol="1" anchor="ctr" anchorCtr="0" compatLnSpc="1"/>
          <a:lstStyle/>
          <a:p>
            <a:pPr marL="228600" marR="0" lvl="0" indent="-228600" algn="l" defTabSz="914400" rtl="0" eaLnBrk="0" fontAlgn="base" latinLnBrk="0" hangingPunct="0">
              <a:lnSpc>
                <a:spcPct val="100000"/>
              </a:lnSpc>
              <a:spcBef>
                <a:spcPct val="30000"/>
              </a:spcBef>
              <a:spcAft>
                <a:spcPct val="0"/>
              </a:spcAft>
              <a:buClrTx/>
              <a:buSzTx/>
              <a:buFontTx/>
              <a:buAutoNum type="arabicPeriod"/>
              <a:defRPr/>
            </a:pPr>
            <a:endParaRPr kumimoji="0" lang="en-US"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S PGothic" panose="020B0600070205080204" pitchFamily="34" charset="-128"/>
              <a:cs typeface="MS PGothic" panose="020B0600070205080204" pitchFamily="34" charset="-128"/>
            </a:endParaRPr>
          </a:p>
          <a:p>
            <a:pPr marL="228600" marR="0" lvl="0" indent="-228600" algn="l" defTabSz="914400" rtl="0" eaLnBrk="0" fontAlgn="base" latinLnBrk="0" hangingPunct="0">
              <a:lnSpc>
                <a:spcPct val="100000"/>
              </a:lnSpc>
              <a:spcBef>
                <a:spcPct val="30000"/>
              </a:spcBef>
              <a:spcAft>
                <a:spcPct val="0"/>
              </a:spcAft>
              <a:buClrTx/>
              <a:buSzTx/>
              <a:buFontTx/>
              <a:buAutoNum type="arabicPeriod"/>
              <a:defRPr/>
            </a:pPr>
            <a:endParaRPr kumimoji="0" lang="en-US"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S PGothic" panose="020B0600070205080204" pitchFamily="34" charset="-128"/>
              <a:cs typeface="MS PGothic" panose="020B0600070205080204" pitchFamily="34" charset="-128"/>
            </a:endParaRPr>
          </a:p>
          <a:p>
            <a:pPr marL="0" marR="0" lvl="0" indent="0" algn="l" defTabSz="914400" rtl="0" eaLnBrk="0" fontAlgn="base" latinLnBrk="0" hangingPunct="0">
              <a:lnSpc>
                <a:spcPct val="100000"/>
              </a:lnSpc>
              <a:spcBef>
                <a:spcPct val="30000"/>
              </a:spcBef>
              <a:spcAft>
                <a:spcPct val="0"/>
              </a:spcAft>
              <a:buClrTx/>
              <a:buSzTx/>
              <a:buFontTx/>
              <a:buNone/>
              <a:defRPr/>
            </a:pPr>
            <a:endParaRPr kumimoji="0" lang="en-US"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S PGothic" panose="020B0600070205080204" pitchFamily="34" charset="-128"/>
              <a:cs typeface="MS PGothic" panose="020B0600070205080204" pitchFamily="34" charset="-128"/>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16738" name="Rectangle 7"/>
          <p:cNvSpPr txBox="1">
            <a:spLocks noGrp="1"/>
          </p:cNvSpPr>
          <p:nvPr>
            <p:ph type="sldNum" sz="quarter"/>
          </p:nvPr>
        </p:nvSpPr>
        <p:spPr>
          <a:xfrm>
            <a:off x="4016375" y="8905875"/>
            <a:ext cx="3070225" cy="466725"/>
          </a:xfrm>
          <a:prstGeom prst="rect">
            <a:avLst/>
          </a:prstGeom>
          <a:noFill/>
          <a:ln w="9525">
            <a:noFill/>
          </a:ln>
        </p:spPr>
        <p:txBody>
          <a:bodyPr wrap="none" lIns="94035" tIns="47017" rIns="94035" bIns="47017" anchor="b" anchorCtr="0"/>
          <a:p>
            <a:pPr lvl="0" algn="r" defTabSz="939800"/>
            <a:fld id="{9A0DB2DC-4C9A-4742-B13C-FB6460FD3503}" type="slidenum">
              <a:rPr lang="en-US" altLang="en-US" sz="1200" dirty="0">
                <a:solidFill>
                  <a:srgbClr val="000000"/>
                </a:solidFill>
                <a:latin typeface="Times New Roman" panose="02020603050405020304" pitchFamily="18" charset="0"/>
              </a:rPr>
            </a:fld>
            <a:endParaRPr lang="en-US" altLang="en-US" sz="1200" dirty="0">
              <a:solidFill>
                <a:srgbClr val="000000"/>
              </a:solidFill>
              <a:latin typeface="Times New Roman" panose="02020603050405020304" pitchFamily="18" charset="0"/>
            </a:endParaRPr>
          </a:p>
        </p:txBody>
      </p:sp>
      <p:sp>
        <p:nvSpPr>
          <p:cNvPr id="116739" name="Rectangle 2"/>
          <p:cNvSpPr>
            <a:spLocks noTextEdit="1"/>
          </p:cNvSpPr>
          <p:nvPr>
            <p:ph type="sldImg"/>
          </p:nvPr>
        </p:nvSpPr>
        <p:spPr/>
      </p:sp>
      <p:sp>
        <p:nvSpPr>
          <p:cNvPr id="62468" name="Rectangle 3"/>
          <p:cNvSpPr>
            <a:spLocks noGrp="1" noChangeArrowheads="1"/>
          </p:cNvSpPr>
          <p:nvPr>
            <p:ph type="body" idx="1"/>
          </p:nvPr>
        </p:nvSpPr>
        <p:spPr/>
        <p:txBody>
          <a:bodyPr wrap="none" lIns="94035" tIns="47017" rIns="94035" bIns="47017" numCol="1" anchor="ctr" anchorCtr="0" compatLnSpc="1"/>
          <a:lstStyle/>
          <a:p>
            <a:pPr marL="228600" marR="0" lvl="0" indent="-228600" algn="l" defTabSz="914400" rtl="0" eaLnBrk="0" fontAlgn="base" latinLnBrk="0" hangingPunct="0">
              <a:lnSpc>
                <a:spcPct val="100000"/>
              </a:lnSpc>
              <a:spcBef>
                <a:spcPct val="30000"/>
              </a:spcBef>
              <a:spcAft>
                <a:spcPct val="0"/>
              </a:spcAft>
              <a:buClrTx/>
              <a:buSzTx/>
              <a:buFontTx/>
              <a:buAutoNum type="arabicPeriod"/>
              <a:defRPr/>
            </a:pPr>
            <a:endParaRPr kumimoji="0" lang="en-US"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S PGothic" panose="020B0600070205080204" pitchFamily="34" charset="-128"/>
              <a:cs typeface="MS PGothic" panose="020B0600070205080204" pitchFamily="34" charset="-128"/>
            </a:endParaRPr>
          </a:p>
          <a:p>
            <a:pPr marL="228600" marR="0" lvl="0" indent="-228600" algn="l" defTabSz="914400" rtl="0" eaLnBrk="0" fontAlgn="base" latinLnBrk="0" hangingPunct="0">
              <a:lnSpc>
                <a:spcPct val="100000"/>
              </a:lnSpc>
              <a:spcBef>
                <a:spcPct val="30000"/>
              </a:spcBef>
              <a:spcAft>
                <a:spcPct val="0"/>
              </a:spcAft>
              <a:buClrTx/>
              <a:buSzTx/>
              <a:buFontTx/>
              <a:buAutoNum type="arabicPeriod"/>
              <a:defRPr/>
            </a:pPr>
            <a:endParaRPr kumimoji="0" lang="en-US"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S PGothic" panose="020B0600070205080204" pitchFamily="34" charset="-128"/>
              <a:cs typeface="MS PGothic" panose="020B0600070205080204" pitchFamily="34" charset="-128"/>
            </a:endParaRPr>
          </a:p>
          <a:p>
            <a:pPr marL="0" marR="0" lvl="0" indent="0" algn="l" defTabSz="914400" rtl="0" eaLnBrk="0" fontAlgn="base" latinLnBrk="0" hangingPunct="0">
              <a:lnSpc>
                <a:spcPct val="100000"/>
              </a:lnSpc>
              <a:spcBef>
                <a:spcPct val="30000"/>
              </a:spcBef>
              <a:spcAft>
                <a:spcPct val="0"/>
              </a:spcAft>
              <a:buClrTx/>
              <a:buSzTx/>
              <a:buFontTx/>
              <a:buNone/>
              <a:defRPr/>
            </a:pPr>
            <a:endParaRPr kumimoji="0" lang="en-US"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S PGothic" panose="020B0600070205080204" pitchFamily="34" charset="-128"/>
              <a:cs typeface="MS PGothic" panose="020B0600070205080204" pitchFamily="34" charset="-128"/>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18786" name="Rectangle 7"/>
          <p:cNvSpPr txBox="1">
            <a:spLocks noGrp="1"/>
          </p:cNvSpPr>
          <p:nvPr>
            <p:ph type="sldNum" sz="quarter"/>
          </p:nvPr>
        </p:nvSpPr>
        <p:spPr>
          <a:xfrm>
            <a:off x="4016375" y="8905875"/>
            <a:ext cx="3070225" cy="466725"/>
          </a:xfrm>
          <a:prstGeom prst="rect">
            <a:avLst/>
          </a:prstGeom>
          <a:noFill/>
          <a:ln w="9525">
            <a:noFill/>
          </a:ln>
        </p:spPr>
        <p:txBody>
          <a:bodyPr wrap="none" lIns="94035" tIns="47017" rIns="94035" bIns="47017" anchor="b" anchorCtr="0"/>
          <a:p>
            <a:pPr lvl="0" algn="r" defTabSz="939800"/>
            <a:fld id="{9A0DB2DC-4C9A-4742-B13C-FB6460FD3503}" type="slidenum">
              <a:rPr lang="en-US" altLang="en-US" sz="1200" dirty="0">
                <a:solidFill>
                  <a:srgbClr val="000000"/>
                </a:solidFill>
                <a:latin typeface="Times New Roman" panose="02020603050405020304" pitchFamily="18" charset="0"/>
              </a:rPr>
            </a:fld>
            <a:endParaRPr lang="en-US" altLang="en-US" sz="1200" dirty="0">
              <a:solidFill>
                <a:srgbClr val="000000"/>
              </a:solidFill>
              <a:latin typeface="Times New Roman" panose="02020603050405020304" pitchFamily="18" charset="0"/>
            </a:endParaRPr>
          </a:p>
        </p:txBody>
      </p:sp>
      <p:sp>
        <p:nvSpPr>
          <p:cNvPr id="118787" name="Rectangle 2"/>
          <p:cNvSpPr>
            <a:spLocks noTextEdit="1"/>
          </p:cNvSpPr>
          <p:nvPr>
            <p:ph type="sldImg"/>
          </p:nvPr>
        </p:nvSpPr>
        <p:spPr/>
      </p:sp>
      <p:sp>
        <p:nvSpPr>
          <p:cNvPr id="62468" name="Rectangle 3"/>
          <p:cNvSpPr>
            <a:spLocks noGrp="1" noChangeArrowheads="1"/>
          </p:cNvSpPr>
          <p:nvPr>
            <p:ph type="body" idx="1"/>
          </p:nvPr>
        </p:nvSpPr>
        <p:spPr/>
        <p:txBody>
          <a:bodyPr wrap="none" lIns="94035" tIns="47017" rIns="94035" bIns="47017" numCol="1" anchor="ctr" anchorCtr="0" compatLnSpc="1"/>
          <a:lstStyle/>
          <a:p>
            <a:pPr marL="228600" marR="0" lvl="0" indent="-228600" algn="l" defTabSz="914400" rtl="0" eaLnBrk="0" fontAlgn="base" latinLnBrk="0" hangingPunct="0">
              <a:lnSpc>
                <a:spcPct val="100000"/>
              </a:lnSpc>
              <a:spcBef>
                <a:spcPct val="30000"/>
              </a:spcBef>
              <a:spcAft>
                <a:spcPct val="0"/>
              </a:spcAft>
              <a:buClrTx/>
              <a:buSzTx/>
              <a:buFontTx/>
              <a:buAutoNum type="arabicPeriod"/>
              <a:defRPr/>
            </a:pPr>
            <a:endParaRPr kumimoji="0" lang="en-US"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S PGothic" panose="020B0600070205080204" pitchFamily="34" charset="-128"/>
              <a:cs typeface="MS PGothic" panose="020B0600070205080204" pitchFamily="34" charset="-128"/>
            </a:endParaRPr>
          </a:p>
          <a:p>
            <a:pPr marL="228600" marR="0" lvl="0" indent="-228600" algn="l" defTabSz="914400" rtl="0" eaLnBrk="0" fontAlgn="base" latinLnBrk="0" hangingPunct="0">
              <a:lnSpc>
                <a:spcPct val="100000"/>
              </a:lnSpc>
              <a:spcBef>
                <a:spcPct val="30000"/>
              </a:spcBef>
              <a:spcAft>
                <a:spcPct val="0"/>
              </a:spcAft>
              <a:buClrTx/>
              <a:buSzTx/>
              <a:buFontTx/>
              <a:buAutoNum type="arabicPeriod"/>
              <a:defRPr/>
            </a:pPr>
            <a:endParaRPr kumimoji="0" lang="en-US"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S PGothic" panose="020B0600070205080204" pitchFamily="34" charset="-128"/>
              <a:cs typeface="MS PGothic" panose="020B0600070205080204" pitchFamily="34" charset="-128"/>
            </a:endParaRPr>
          </a:p>
          <a:p>
            <a:pPr marL="0" marR="0" lvl="0" indent="0" algn="l" defTabSz="914400" rtl="0" eaLnBrk="0" fontAlgn="base" latinLnBrk="0" hangingPunct="0">
              <a:lnSpc>
                <a:spcPct val="100000"/>
              </a:lnSpc>
              <a:spcBef>
                <a:spcPct val="30000"/>
              </a:spcBef>
              <a:spcAft>
                <a:spcPct val="0"/>
              </a:spcAft>
              <a:buClrTx/>
              <a:buSzTx/>
              <a:buFontTx/>
              <a:buNone/>
              <a:defRPr/>
            </a:pPr>
            <a:endParaRPr kumimoji="0" lang="en-US"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S PGothic" panose="020B0600070205080204" pitchFamily="34" charset="-128"/>
              <a:cs typeface="MS PGothic" panose="020B0600070205080204" pitchFamily="34" charset="-128"/>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20834" name="Rectangle 7"/>
          <p:cNvSpPr txBox="1">
            <a:spLocks noGrp="1"/>
          </p:cNvSpPr>
          <p:nvPr>
            <p:ph type="sldNum" sz="quarter"/>
          </p:nvPr>
        </p:nvSpPr>
        <p:spPr>
          <a:xfrm>
            <a:off x="4016375" y="8905875"/>
            <a:ext cx="3070225" cy="466725"/>
          </a:xfrm>
          <a:prstGeom prst="rect">
            <a:avLst/>
          </a:prstGeom>
          <a:noFill/>
          <a:ln w="9525">
            <a:noFill/>
          </a:ln>
        </p:spPr>
        <p:txBody>
          <a:bodyPr wrap="none" lIns="94035" tIns="47017" rIns="94035" bIns="47017" anchor="b" anchorCtr="0"/>
          <a:p>
            <a:pPr lvl="0" algn="r" defTabSz="939800"/>
            <a:fld id="{9A0DB2DC-4C9A-4742-B13C-FB6460FD3503}" type="slidenum">
              <a:rPr lang="en-US" altLang="en-US" sz="1200" dirty="0">
                <a:solidFill>
                  <a:srgbClr val="000000"/>
                </a:solidFill>
                <a:latin typeface="Times New Roman" panose="02020603050405020304" pitchFamily="18" charset="0"/>
              </a:rPr>
            </a:fld>
            <a:endParaRPr lang="en-US" altLang="en-US" sz="1200" dirty="0">
              <a:solidFill>
                <a:srgbClr val="000000"/>
              </a:solidFill>
              <a:latin typeface="Times New Roman" panose="02020603050405020304" pitchFamily="18" charset="0"/>
            </a:endParaRPr>
          </a:p>
        </p:txBody>
      </p:sp>
      <p:sp>
        <p:nvSpPr>
          <p:cNvPr id="120835" name="Rectangle 2"/>
          <p:cNvSpPr>
            <a:spLocks noTextEdit="1"/>
          </p:cNvSpPr>
          <p:nvPr>
            <p:ph type="sldImg"/>
          </p:nvPr>
        </p:nvSpPr>
        <p:spPr/>
      </p:sp>
      <p:sp>
        <p:nvSpPr>
          <p:cNvPr id="62468" name="Rectangle 3"/>
          <p:cNvSpPr>
            <a:spLocks noGrp="1" noChangeArrowheads="1"/>
          </p:cNvSpPr>
          <p:nvPr>
            <p:ph type="body" idx="1"/>
          </p:nvPr>
        </p:nvSpPr>
        <p:spPr/>
        <p:txBody>
          <a:bodyPr wrap="none" lIns="94035" tIns="47017" rIns="94035" bIns="47017" numCol="1" anchor="ctr" anchorCtr="0" compatLnSpc="1"/>
          <a:lstStyle/>
          <a:p>
            <a:pPr marL="228600" marR="0" lvl="0" indent="-228600" algn="l" defTabSz="914400" rtl="0" eaLnBrk="0" fontAlgn="base" latinLnBrk="0" hangingPunct="0">
              <a:lnSpc>
                <a:spcPct val="100000"/>
              </a:lnSpc>
              <a:spcBef>
                <a:spcPct val="30000"/>
              </a:spcBef>
              <a:spcAft>
                <a:spcPct val="0"/>
              </a:spcAft>
              <a:buClrTx/>
              <a:buSzTx/>
              <a:buFontTx/>
              <a:buAutoNum type="arabicPeriod"/>
              <a:defRPr/>
            </a:pPr>
            <a:endParaRPr kumimoji="0" lang="en-US"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S PGothic" panose="020B0600070205080204" pitchFamily="34" charset="-128"/>
              <a:cs typeface="MS PGothic" panose="020B0600070205080204" pitchFamily="34" charset="-128"/>
            </a:endParaRPr>
          </a:p>
          <a:p>
            <a:pPr marL="228600" marR="0" lvl="0" indent="-228600" algn="l" defTabSz="914400" rtl="0" eaLnBrk="0" fontAlgn="base" latinLnBrk="0" hangingPunct="0">
              <a:lnSpc>
                <a:spcPct val="100000"/>
              </a:lnSpc>
              <a:spcBef>
                <a:spcPct val="30000"/>
              </a:spcBef>
              <a:spcAft>
                <a:spcPct val="0"/>
              </a:spcAft>
              <a:buClrTx/>
              <a:buSzTx/>
              <a:buFontTx/>
              <a:buAutoNum type="arabicPeriod"/>
              <a:defRPr/>
            </a:pPr>
            <a:endParaRPr kumimoji="0" lang="en-US"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S PGothic" panose="020B0600070205080204" pitchFamily="34" charset="-128"/>
              <a:cs typeface="MS PGothic" panose="020B0600070205080204" pitchFamily="34" charset="-128"/>
            </a:endParaRPr>
          </a:p>
          <a:p>
            <a:pPr marL="0" marR="0" lvl="0" indent="0" algn="l" defTabSz="914400" rtl="0" eaLnBrk="0" fontAlgn="base" latinLnBrk="0" hangingPunct="0">
              <a:lnSpc>
                <a:spcPct val="100000"/>
              </a:lnSpc>
              <a:spcBef>
                <a:spcPct val="30000"/>
              </a:spcBef>
              <a:spcAft>
                <a:spcPct val="0"/>
              </a:spcAft>
              <a:buClrTx/>
              <a:buSzTx/>
              <a:buFontTx/>
              <a:buNone/>
              <a:defRPr/>
            </a:pPr>
            <a:endParaRPr kumimoji="0" lang="en-US"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S PGothic" panose="020B0600070205080204" pitchFamily="34" charset="-128"/>
              <a:cs typeface="MS PGothic" panose="020B0600070205080204" pitchFamily="34" charset="-128"/>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22882" name="Rectangle 7"/>
          <p:cNvSpPr txBox="1">
            <a:spLocks noGrp="1"/>
          </p:cNvSpPr>
          <p:nvPr>
            <p:ph type="sldNum" sz="quarter"/>
          </p:nvPr>
        </p:nvSpPr>
        <p:spPr>
          <a:xfrm>
            <a:off x="4016375" y="8905875"/>
            <a:ext cx="3070225" cy="466725"/>
          </a:xfrm>
          <a:prstGeom prst="rect">
            <a:avLst/>
          </a:prstGeom>
          <a:noFill/>
          <a:ln w="9525">
            <a:noFill/>
          </a:ln>
        </p:spPr>
        <p:txBody>
          <a:bodyPr wrap="none" lIns="94035" tIns="47017" rIns="94035" bIns="47017" anchor="b" anchorCtr="0"/>
          <a:p>
            <a:pPr lvl="0" algn="r" defTabSz="939800"/>
            <a:fld id="{9A0DB2DC-4C9A-4742-B13C-FB6460FD3503}" type="slidenum">
              <a:rPr lang="en-US" altLang="en-US" sz="1200" dirty="0">
                <a:solidFill>
                  <a:srgbClr val="000000"/>
                </a:solidFill>
                <a:latin typeface="Times New Roman" panose="02020603050405020304" pitchFamily="18" charset="0"/>
              </a:rPr>
            </a:fld>
            <a:endParaRPr lang="en-US" altLang="en-US" sz="1200" dirty="0">
              <a:solidFill>
                <a:srgbClr val="000000"/>
              </a:solidFill>
              <a:latin typeface="Times New Roman" panose="02020603050405020304" pitchFamily="18" charset="0"/>
            </a:endParaRPr>
          </a:p>
        </p:txBody>
      </p:sp>
      <p:sp>
        <p:nvSpPr>
          <p:cNvPr id="122883" name="Rectangle 2"/>
          <p:cNvSpPr>
            <a:spLocks noTextEdit="1"/>
          </p:cNvSpPr>
          <p:nvPr>
            <p:ph type="sldImg"/>
          </p:nvPr>
        </p:nvSpPr>
        <p:spPr/>
      </p:sp>
      <p:sp>
        <p:nvSpPr>
          <p:cNvPr id="62468" name="Rectangle 3"/>
          <p:cNvSpPr>
            <a:spLocks noGrp="1" noChangeArrowheads="1"/>
          </p:cNvSpPr>
          <p:nvPr>
            <p:ph type="body" idx="1"/>
          </p:nvPr>
        </p:nvSpPr>
        <p:spPr/>
        <p:txBody>
          <a:bodyPr wrap="none" lIns="94035" tIns="47017" rIns="94035" bIns="47017" numCol="1" anchor="ctr" anchorCtr="0" compatLnSpc="1"/>
          <a:lstStyle/>
          <a:p>
            <a:pPr marL="228600" marR="0" lvl="0" indent="-228600" algn="l" defTabSz="914400" rtl="0" eaLnBrk="0" fontAlgn="base" latinLnBrk="0" hangingPunct="0">
              <a:lnSpc>
                <a:spcPct val="100000"/>
              </a:lnSpc>
              <a:spcBef>
                <a:spcPct val="30000"/>
              </a:spcBef>
              <a:spcAft>
                <a:spcPct val="0"/>
              </a:spcAft>
              <a:buClrTx/>
              <a:buSzTx/>
              <a:buFontTx/>
              <a:buAutoNum type="arabicPeriod"/>
              <a:defRPr/>
            </a:pPr>
            <a:endParaRPr kumimoji="0" lang="en-US"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S PGothic" panose="020B0600070205080204" pitchFamily="34" charset="-128"/>
              <a:cs typeface="MS PGothic" panose="020B0600070205080204" pitchFamily="34" charset="-128"/>
            </a:endParaRPr>
          </a:p>
          <a:p>
            <a:pPr marL="228600" marR="0" lvl="0" indent="-228600" algn="l" defTabSz="914400" rtl="0" eaLnBrk="0" fontAlgn="base" latinLnBrk="0" hangingPunct="0">
              <a:lnSpc>
                <a:spcPct val="100000"/>
              </a:lnSpc>
              <a:spcBef>
                <a:spcPct val="30000"/>
              </a:spcBef>
              <a:spcAft>
                <a:spcPct val="0"/>
              </a:spcAft>
              <a:buClrTx/>
              <a:buSzTx/>
              <a:buFontTx/>
              <a:buAutoNum type="arabicPeriod"/>
              <a:defRPr/>
            </a:pPr>
            <a:endParaRPr kumimoji="0" lang="en-US"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S PGothic" panose="020B0600070205080204" pitchFamily="34" charset="-128"/>
              <a:cs typeface="MS PGothic" panose="020B0600070205080204" pitchFamily="34" charset="-128"/>
            </a:endParaRPr>
          </a:p>
          <a:p>
            <a:pPr marL="228600" marR="0" lvl="0" indent="-228600" algn="l" defTabSz="914400" rtl="0" eaLnBrk="0" fontAlgn="base" latinLnBrk="0" hangingPunct="0">
              <a:lnSpc>
                <a:spcPct val="100000"/>
              </a:lnSpc>
              <a:spcBef>
                <a:spcPct val="30000"/>
              </a:spcBef>
              <a:spcAft>
                <a:spcPct val="0"/>
              </a:spcAft>
              <a:buClrTx/>
              <a:buSzTx/>
              <a:buFontTx/>
              <a:buAutoNum type="arabicPeriod"/>
              <a:defRPr/>
            </a:pPr>
            <a:endParaRPr kumimoji="0" lang="en-US"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S PGothic" panose="020B0600070205080204" pitchFamily="34" charset="-128"/>
              <a:cs typeface="MS PGothic" panose="020B0600070205080204" pitchFamily="34" charset="-128"/>
            </a:endParaRPr>
          </a:p>
          <a:p>
            <a:pPr marL="228600" marR="0" lvl="0" indent="-228600" algn="l" defTabSz="914400" rtl="0" eaLnBrk="0" fontAlgn="base" latinLnBrk="0" hangingPunct="0">
              <a:lnSpc>
                <a:spcPct val="100000"/>
              </a:lnSpc>
              <a:spcBef>
                <a:spcPct val="30000"/>
              </a:spcBef>
              <a:spcAft>
                <a:spcPct val="0"/>
              </a:spcAft>
              <a:buClrTx/>
              <a:buSzTx/>
              <a:buFontTx/>
              <a:buAutoNum type="arabicPeriod"/>
              <a:defRPr/>
            </a:pPr>
            <a:endParaRPr kumimoji="0" lang="en-US"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S PGothic" panose="020B0600070205080204" pitchFamily="34" charset="-128"/>
              <a:cs typeface="MS PGothic" panose="020B0600070205080204" pitchFamily="34" charset="-128"/>
            </a:endParaRPr>
          </a:p>
          <a:p>
            <a:pPr marL="228600" marR="0" lvl="0" indent="-228600" algn="l" defTabSz="914400" rtl="0" eaLnBrk="0" fontAlgn="base" latinLnBrk="0" hangingPunct="0">
              <a:lnSpc>
                <a:spcPct val="100000"/>
              </a:lnSpc>
              <a:spcBef>
                <a:spcPct val="30000"/>
              </a:spcBef>
              <a:spcAft>
                <a:spcPct val="0"/>
              </a:spcAft>
              <a:buClrTx/>
              <a:buSzTx/>
              <a:buFontTx/>
              <a:buAutoNum type="arabicPeriod"/>
              <a:defRPr/>
            </a:pPr>
            <a:endParaRPr kumimoji="0" lang="en-US"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S PGothic" panose="020B0600070205080204" pitchFamily="34" charset="-128"/>
              <a:cs typeface="MS PGothic" panose="020B0600070205080204" pitchFamily="34" charset="-128"/>
            </a:endParaRPr>
          </a:p>
          <a:p>
            <a:pPr marL="0" marR="0" lvl="0" indent="0" algn="l" defTabSz="914400" rtl="0" eaLnBrk="0" fontAlgn="base" latinLnBrk="0" hangingPunct="0">
              <a:lnSpc>
                <a:spcPct val="100000"/>
              </a:lnSpc>
              <a:spcBef>
                <a:spcPct val="30000"/>
              </a:spcBef>
              <a:spcAft>
                <a:spcPct val="0"/>
              </a:spcAft>
              <a:buClrTx/>
              <a:buSzTx/>
              <a:buFontTx/>
              <a:buNone/>
              <a:defRPr/>
            </a:pPr>
            <a:endParaRPr kumimoji="0" lang="en-US"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S PGothic" panose="020B0600070205080204" pitchFamily="34" charset="-128"/>
              <a:cs typeface="MS PGothic" panose="020B0600070205080204" pitchFamily="34" charset="-128"/>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24930" name="Rectangle 7"/>
          <p:cNvSpPr txBox="1">
            <a:spLocks noGrp="1"/>
          </p:cNvSpPr>
          <p:nvPr>
            <p:ph type="sldNum" sz="quarter"/>
          </p:nvPr>
        </p:nvSpPr>
        <p:spPr>
          <a:xfrm>
            <a:off x="4016375" y="8905875"/>
            <a:ext cx="3070225" cy="466725"/>
          </a:xfrm>
          <a:prstGeom prst="rect">
            <a:avLst/>
          </a:prstGeom>
          <a:noFill/>
          <a:ln w="9525">
            <a:noFill/>
          </a:ln>
        </p:spPr>
        <p:txBody>
          <a:bodyPr wrap="none" lIns="94035" tIns="47017" rIns="94035" bIns="47017" anchor="b" anchorCtr="0"/>
          <a:p>
            <a:pPr lvl="0" algn="r" defTabSz="939800"/>
            <a:fld id="{9A0DB2DC-4C9A-4742-B13C-FB6460FD3503}" type="slidenum">
              <a:rPr lang="en-US" altLang="en-US" sz="1200" dirty="0">
                <a:solidFill>
                  <a:srgbClr val="000000"/>
                </a:solidFill>
                <a:latin typeface="Times New Roman" panose="02020603050405020304" pitchFamily="18" charset="0"/>
              </a:rPr>
            </a:fld>
            <a:endParaRPr lang="en-US" altLang="en-US" sz="1200" dirty="0">
              <a:solidFill>
                <a:srgbClr val="000000"/>
              </a:solidFill>
              <a:latin typeface="Times New Roman" panose="02020603050405020304" pitchFamily="18" charset="0"/>
            </a:endParaRPr>
          </a:p>
        </p:txBody>
      </p:sp>
      <p:sp>
        <p:nvSpPr>
          <p:cNvPr id="124931" name="Rectangle 2"/>
          <p:cNvSpPr>
            <a:spLocks noTextEdit="1"/>
          </p:cNvSpPr>
          <p:nvPr>
            <p:ph type="sldImg"/>
          </p:nvPr>
        </p:nvSpPr>
        <p:spPr/>
      </p:sp>
      <p:sp>
        <p:nvSpPr>
          <p:cNvPr id="62468" name="Rectangle 3"/>
          <p:cNvSpPr>
            <a:spLocks noGrp="1" noChangeArrowheads="1"/>
          </p:cNvSpPr>
          <p:nvPr>
            <p:ph type="body" idx="1"/>
          </p:nvPr>
        </p:nvSpPr>
        <p:spPr/>
        <p:txBody>
          <a:bodyPr wrap="none" lIns="94035" tIns="47017" rIns="94035" bIns="47017" numCol="1" anchor="ctr" anchorCtr="0" compatLnSpc="1"/>
          <a:lstStyle/>
          <a:p>
            <a:pPr marL="228600" marR="0" lvl="0" indent="-228600" algn="l" defTabSz="914400" rtl="0" eaLnBrk="0" fontAlgn="base" latinLnBrk="0" hangingPunct="0">
              <a:lnSpc>
                <a:spcPct val="100000"/>
              </a:lnSpc>
              <a:spcBef>
                <a:spcPct val="30000"/>
              </a:spcBef>
              <a:spcAft>
                <a:spcPct val="0"/>
              </a:spcAft>
              <a:buClrTx/>
              <a:buSzTx/>
              <a:buFontTx/>
              <a:buAutoNum type="arabicPeriod"/>
              <a:defRPr/>
            </a:pPr>
            <a:endParaRPr kumimoji="0" lang="en-US"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S PGothic" panose="020B0600070205080204" pitchFamily="34" charset="-128"/>
              <a:cs typeface="MS PGothic" panose="020B0600070205080204" pitchFamily="34" charset="-128"/>
            </a:endParaRPr>
          </a:p>
          <a:p>
            <a:pPr marL="228600" marR="0" lvl="0" indent="-228600" algn="l" defTabSz="914400" rtl="0" eaLnBrk="0" fontAlgn="base" latinLnBrk="0" hangingPunct="0">
              <a:lnSpc>
                <a:spcPct val="100000"/>
              </a:lnSpc>
              <a:spcBef>
                <a:spcPct val="30000"/>
              </a:spcBef>
              <a:spcAft>
                <a:spcPct val="0"/>
              </a:spcAft>
              <a:buClrTx/>
              <a:buSzTx/>
              <a:buFontTx/>
              <a:buAutoNum type="arabicPeriod"/>
              <a:defRPr/>
            </a:pPr>
            <a:endParaRPr kumimoji="0" lang="en-US"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S PGothic" panose="020B0600070205080204" pitchFamily="34" charset="-128"/>
              <a:cs typeface="MS PGothic" panose="020B0600070205080204" pitchFamily="34" charset="-128"/>
            </a:endParaRPr>
          </a:p>
          <a:p>
            <a:pPr marL="228600" marR="0" lvl="0" indent="-228600" algn="l" defTabSz="914400" rtl="0" eaLnBrk="0" fontAlgn="base" latinLnBrk="0" hangingPunct="0">
              <a:lnSpc>
                <a:spcPct val="100000"/>
              </a:lnSpc>
              <a:spcBef>
                <a:spcPct val="30000"/>
              </a:spcBef>
              <a:spcAft>
                <a:spcPct val="0"/>
              </a:spcAft>
              <a:buClrTx/>
              <a:buSzTx/>
              <a:buFontTx/>
              <a:buAutoNum type="arabicPeriod"/>
              <a:defRPr/>
            </a:pPr>
            <a:endParaRPr kumimoji="0" lang="en-US"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S PGothic" panose="020B0600070205080204" pitchFamily="34" charset="-128"/>
              <a:cs typeface="MS PGothic" panose="020B0600070205080204" pitchFamily="34" charset="-128"/>
            </a:endParaRPr>
          </a:p>
          <a:p>
            <a:pPr marL="228600" marR="0" lvl="0" indent="-228600" algn="l" defTabSz="914400" rtl="0" eaLnBrk="0" fontAlgn="base" latinLnBrk="0" hangingPunct="0">
              <a:lnSpc>
                <a:spcPct val="100000"/>
              </a:lnSpc>
              <a:spcBef>
                <a:spcPct val="30000"/>
              </a:spcBef>
              <a:spcAft>
                <a:spcPct val="0"/>
              </a:spcAft>
              <a:buClrTx/>
              <a:buSzTx/>
              <a:buFontTx/>
              <a:buAutoNum type="arabicPeriod"/>
              <a:defRPr/>
            </a:pPr>
            <a:endParaRPr kumimoji="0" lang="en-US"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S PGothic" panose="020B0600070205080204" pitchFamily="34" charset="-128"/>
              <a:cs typeface="MS PGothic" panose="020B0600070205080204" pitchFamily="34" charset="-128"/>
            </a:endParaRPr>
          </a:p>
          <a:p>
            <a:pPr marL="228600" marR="0" lvl="0" indent="-228600" algn="l" defTabSz="914400" rtl="0" eaLnBrk="0" fontAlgn="base" latinLnBrk="0" hangingPunct="0">
              <a:lnSpc>
                <a:spcPct val="100000"/>
              </a:lnSpc>
              <a:spcBef>
                <a:spcPct val="30000"/>
              </a:spcBef>
              <a:spcAft>
                <a:spcPct val="0"/>
              </a:spcAft>
              <a:buClrTx/>
              <a:buSzTx/>
              <a:buFontTx/>
              <a:buAutoNum type="arabicPeriod"/>
              <a:defRPr/>
            </a:pPr>
            <a:endParaRPr kumimoji="0" lang="en-US"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S PGothic" panose="020B0600070205080204" pitchFamily="34" charset="-128"/>
              <a:cs typeface="MS PGothic" panose="020B0600070205080204" pitchFamily="34" charset="-128"/>
            </a:endParaRPr>
          </a:p>
          <a:p>
            <a:pPr marL="0" marR="0" lvl="0" indent="0" algn="l" defTabSz="914400" rtl="0" eaLnBrk="0" fontAlgn="base" latinLnBrk="0" hangingPunct="0">
              <a:lnSpc>
                <a:spcPct val="100000"/>
              </a:lnSpc>
              <a:spcBef>
                <a:spcPct val="30000"/>
              </a:spcBef>
              <a:spcAft>
                <a:spcPct val="0"/>
              </a:spcAft>
              <a:buClrTx/>
              <a:buSzTx/>
              <a:buFontTx/>
              <a:buNone/>
              <a:defRPr/>
            </a:pPr>
            <a:endParaRPr kumimoji="0" lang="en-US"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S PGothic" panose="020B0600070205080204" pitchFamily="34" charset="-128"/>
              <a:cs typeface="MS PGothic" panose="020B0600070205080204" pitchFamily="34" charset="-128"/>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24930" name="Rectangle 7"/>
          <p:cNvSpPr txBox="1">
            <a:spLocks noGrp="1"/>
          </p:cNvSpPr>
          <p:nvPr>
            <p:ph type="sldNum" sz="quarter"/>
          </p:nvPr>
        </p:nvSpPr>
        <p:spPr>
          <a:xfrm>
            <a:off x="4016375" y="8905875"/>
            <a:ext cx="3070225" cy="466725"/>
          </a:xfrm>
          <a:prstGeom prst="rect">
            <a:avLst/>
          </a:prstGeom>
          <a:noFill/>
          <a:ln w="9525">
            <a:noFill/>
          </a:ln>
        </p:spPr>
        <p:txBody>
          <a:bodyPr wrap="none" lIns="94035" tIns="47017" rIns="94035" bIns="47017" anchor="b" anchorCtr="0"/>
          <a:p>
            <a:pPr lvl="0" algn="r" defTabSz="939800"/>
            <a:fld id="{9A0DB2DC-4C9A-4742-B13C-FB6460FD3503}" type="slidenum">
              <a:rPr lang="en-US" altLang="en-US" sz="1200" dirty="0">
                <a:solidFill>
                  <a:srgbClr val="000000"/>
                </a:solidFill>
                <a:latin typeface="Times New Roman" panose="02020603050405020304" pitchFamily="18" charset="0"/>
              </a:rPr>
            </a:fld>
            <a:endParaRPr lang="en-US" altLang="en-US" sz="1200" dirty="0">
              <a:solidFill>
                <a:srgbClr val="000000"/>
              </a:solidFill>
              <a:latin typeface="Times New Roman" panose="02020603050405020304" pitchFamily="18" charset="0"/>
            </a:endParaRPr>
          </a:p>
        </p:txBody>
      </p:sp>
      <p:sp>
        <p:nvSpPr>
          <p:cNvPr id="124931" name="Rectangle 2"/>
          <p:cNvSpPr>
            <a:spLocks noTextEdit="1"/>
          </p:cNvSpPr>
          <p:nvPr>
            <p:ph type="sldImg"/>
          </p:nvPr>
        </p:nvSpPr>
        <p:spPr/>
      </p:sp>
      <p:sp>
        <p:nvSpPr>
          <p:cNvPr id="62468" name="Rectangle 3"/>
          <p:cNvSpPr>
            <a:spLocks noGrp="1" noChangeArrowheads="1"/>
          </p:cNvSpPr>
          <p:nvPr>
            <p:ph type="body" idx="1"/>
          </p:nvPr>
        </p:nvSpPr>
        <p:spPr/>
        <p:txBody>
          <a:bodyPr wrap="none" lIns="94035" tIns="47017" rIns="94035" bIns="47017" numCol="1" anchor="ctr" anchorCtr="0" compatLnSpc="1"/>
          <a:lstStyle/>
          <a:p>
            <a:pPr marL="228600" marR="0" lvl="0" indent="-228600" algn="l" defTabSz="914400" rtl="0" eaLnBrk="0" fontAlgn="base" latinLnBrk="0" hangingPunct="0">
              <a:lnSpc>
                <a:spcPct val="100000"/>
              </a:lnSpc>
              <a:spcBef>
                <a:spcPct val="30000"/>
              </a:spcBef>
              <a:spcAft>
                <a:spcPct val="0"/>
              </a:spcAft>
              <a:buClrTx/>
              <a:buSzTx/>
              <a:buFontTx/>
              <a:buAutoNum type="arabicPeriod"/>
              <a:defRPr/>
            </a:pPr>
            <a:endParaRPr kumimoji="0" lang="en-US"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S PGothic" panose="020B0600070205080204" pitchFamily="34" charset="-128"/>
              <a:cs typeface="MS PGothic" panose="020B0600070205080204" pitchFamily="34" charset="-128"/>
            </a:endParaRPr>
          </a:p>
          <a:p>
            <a:pPr marL="228600" marR="0" lvl="0" indent="-228600" algn="l" defTabSz="914400" rtl="0" eaLnBrk="0" fontAlgn="base" latinLnBrk="0" hangingPunct="0">
              <a:lnSpc>
                <a:spcPct val="100000"/>
              </a:lnSpc>
              <a:spcBef>
                <a:spcPct val="30000"/>
              </a:spcBef>
              <a:spcAft>
                <a:spcPct val="0"/>
              </a:spcAft>
              <a:buClrTx/>
              <a:buSzTx/>
              <a:buFontTx/>
              <a:buAutoNum type="arabicPeriod"/>
              <a:defRPr/>
            </a:pPr>
            <a:endParaRPr kumimoji="0" lang="en-US"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S PGothic" panose="020B0600070205080204" pitchFamily="34" charset="-128"/>
              <a:cs typeface="MS PGothic" panose="020B0600070205080204" pitchFamily="34" charset="-128"/>
            </a:endParaRPr>
          </a:p>
          <a:p>
            <a:pPr marL="228600" marR="0" lvl="0" indent="-228600" algn="l" defTabSz="914400" rtl="0" eaLnBrk="0" fontAlgn="base" latinLnBrk="0" hangingPunct="0">
              <a:lnSpc>
                <a:spcPct val="100000"/>
              </a:lnSpc>
              <a:spcBef>
                <a:spcPct val="30000"/>
              </a:spcBef>
              <a:spcAft>
                <a:spcPct val="0"/>
              </a:spcAft>
              <a:buClrTx/>
              <a:buSzTx/>
              <a:buFontTx/>
              <a:buAutoNum type="arabicPeriod"/>
              <a:defRPr/>
            </a:pPr>
            <a:endParaRPr kumimoji="0" lang="en-US"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S PGothic" panose="020B0600070205080204" pitchFamily="34" charset="-128"/>
              <a:cs typeface="MS PGothic" panose="020B0600070205080204" pitchFamily="34" charset="-128"/>
            </a:endParaRPr>
          </a:p>
          <a:p>
            <a:pPr marL="228600" marR="0" lvl="0" indent="-228600" algn="l" defTabSz="914400" rtl="0" eaLnBrk="0" fontAlgn="base" latinLnBrk="0" hangingPunct="0">
              <a:lnSpc>
                <a:spcPct val="100000"/>
              </a:lnSpc>
              <a:spcBef>
                <a:spcPct val="30000"/>
              </a:spcBef>
              <a:spcAft>
                <a:spcPct val="0"/>
              </a:spcAft>
              <a:buClrTx/>
              <a:buSzTx/>
              <a:buFontTx/>
              <a:buAutoNum type="arabicPeriod"/>
              <a:defRPr/>
            </a:pPr>
            <a:endParaRPr kumimoji="0" lang="en-US"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S PGothic" panose="020B0600070205080204" pitchFamily="34" charset="-128"/>
              <a:cs typeface="MS PGothic" panose="020B0600070205080204" pitchFamily="34" charset="-128"/>
            </a:endParaRPr>
          </a:p>
          <a:p>
            <a:pPr marL="228600" marR="0" lvl="0" indent="-228600" algn="l" defTabSz="914400" rtl="0" eaLnBrk="0" fontAlgn="base" latinLnBrk="0" hangingPunct="0">
              <a:lnSpc>
                <a:spcPct val="100000"/>
              </a:lnSpc>
              <a:spcBef>
                <a:spcPct val="30000"/>
              </a:spcBef>
              <a:spcAft>
                <a:spcPct val="0"/>
              </a:spcAft>
              <a:buClrTx/>
              <a:buSzTx/>
              <a:buFontTx/>
              <a:buAutoNum type="arabicPeriod"/>
              <a:defRPr/>
            </a:pPr>
            <a:endParaRPr kumimoji="0" lang="en-US"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S PGothic" panose="020B0600070205080204" pitchFamily="34" charset="-128"/>
              <a:cs typeface="MS PGothic" panose="020B0600070205080204" pitchFamily="34" charset="-128"/>
            </a:endParaRPr>
          </a:p>
          <a:p>
            <a:pPr marL="0" marR="0" lvl="0" indent="0" algn="l" defTabSz="914400" rtl="0" eaLnBrk="0" fontAlgn="base" latinLnBrk="0" hangingPunct="0">
              <a:lnSpc>
                <a:spcPct val="100000"/>
              </a:lnSpc>
              <a:spcBef>
                <a:spcPct val="30000"/>
              </a:spcBef>
              <a:spcAft>
                <a:spcPct val="0"/>
              </a:spcAft>
              <a:buClrTx/>
              <a:buSzTx/>
              <a:buFontTx/>
              <a:buNone/>
              <a:defRPr/>
            </a:pPr>
            <a:endParaRPr kumimoji="0" lang="en-US"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S PGothic" panose="020B0600070205080204" pitchFamily="34" charset="-128"/>
              <a:cs typeface="MS PGothic" panose="020B0600070205080204" pitchFamily="34" charset="-128"/>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26978" name="Rectangle 7"/>
          <p:cNvSpPr txBox="1">
            <a:spLocks noGrp="1"/>
          </p:cNvSpPr>
          <p:nvPr>
            <p:ph type="sldNum" sz="quarter"/>
          </p:nvPr>
        </p:nvSpPr>
        <p:spPr>
          <a:xfrm>
            <a:off x="4016375" y="8905875"/>
            <a:ext cx="3070225" cy="466725"/>
          </a:xfrm>
          <a:prstGeom prst="rect">
            <a:avLst/>
          </a:prstGeom>
          <a:noFill/>
          <a:ln w="9525">
            <a:noFill/>
          </a:ln>
        </p:spPr>
        <p:txBody>
          <a:bodyPr wrap="none" lIns="94035" tIns="47017" rIns="94035" bIns="47017" anchor="b" anchorCtr="0"/>
          <a:p>
            <a:pPr lvl="0" algn="r" defTabSz="939800"/>
            <a:fld id="{9A0DB2DC-4C9A-4742-B13C-FB6460FD3503}" type="slidenum">
              <a:rPr lang="en-US" altLang="en-US" sz="1200" dirty="0">
                <a:solidFill>
                  <a:srgbClr val="000000"/>
                </a:solidFill>
                <a:latin typeface="Times New Roman" panose="02020603050405020304" pitchFamily="18" charset="0"/>
              </a:rPr>
            </a:fld>
            <a:endParaRPr lang="en-US" altLang="en-US" sz="1200" dirty="0">
              <a:solidFill>
                <a:srgbClr val="000000"/>
              </a:solidFill>
              <a:latin typeface="Times New Roman" panose="02020603050405020304" pitchFamily="18" charset="0"/>
            </a:endParaRPr>
          </a:p>
        </p:txBody>
      </p:sp>
      <p:sp>
        <p:nvSpPr>
          <p:cNvPr id="126979" name="Rectangle 2"/>
          <p:cNvSpPr>
            <a:spLocks noTextEdit="1"/>
          </p:cNvSpPr>
          <p:nvPr>
            <p:ph type="sldImg"/>
          </p:nvPr>
        </p:nvSpPr>
        <p:spPr/>
      </p:sp>
      <p:sp>
        <p:nvSpPr>
          <p:cNvPr id="62468" name="Rectangle 3"/>
          <p:cNvSpPr>
            <a:spLocks noGrp="1" noChangeArrowheads="1"/>
          </p:cNvSpPr>
          <p:nvPr>
            <p:ph type="body" idx="1"/>
          </p:nvPr>
        </p:nvSpPr>
        <p:spPr/>
        <p:txBody>
          <a:bodyPr wrap="none" lIns="94035" tIns="47017" rIns="94035" bIns="47017" numCol="1" anchor="ctr" anchorCtr="0" compatLnSpc="1"/>
          <a:lstStyle/>
          <a:p>
            <a:pPr marL="228600" marR="0" lvl="0" indent="-228600" algn="l" defTabSz="914400" rtl="0" eaLnBrk="0" fontAlgn="base" latinLnBrk="0" hangingPunct="0">
              <a:lnSpc>
                <a:spcPct val="100000"/>
              </a:lnSpc>
              <a:spcBef>
                <a:spcPct val="30000"/>
              </a:spcBef>
              <a:spcAft>
                <a:spcPct val="0"/>
              </a:spcAft>
              <a:buClrTx/>
              <a:buSzTx/>
              <a:buFontTx/>
              <a:buAutoNum type="arabicPeriod"/>
              <a:defRPr/>
            </a:pPr>
            <a:endParaRPr kumimoji="0" lang="en-US"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S PGothic" panose="020B0600070205080204" pitchFamily="34" charset="-128"/>
              <a:cs typeface="MS PGothic" panose="020B0600070205080204" pitchFamily="34" charset="-128"/>
            </a:endParaRPr>
          </a:p>
          <a:p>
            <a:pPr marL="228600" marR="0" lvl="0" indent="-228600" algn="l" defTabSz="914400" rtl="0" eaLnBrk="0" fontAlgn="base" latinLnBrk="0" hangingPunct="0">
              <a:lnSpc>
                <a:spcPct val="100000"/>
              </a:lnSpc>
              <a:spcBef>
                <a:spcPct val="30000"/>
              </a:spcBef>
              <a:spcAft>
                <a:spcPct val="0"/>
              </a:spcAft>
              <a:buClrTx/>
              <a:buSzTx/>
              <a:buFontTx/>
              <a:buAutoNum type="arabicPeriod"/>
              <a:defRPr/>
            </a:pPr>
            <a:endParaRPr kumimoji="0" lang="en-US"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S PGothic" panose="020B0600070205080204" pitchFamily="34" charset="-128"/>
              <a:cs typeface="MS PGothic" panose="020B0600070205080204" pitchFamily="34" charset="-128"/>
            </a:endParaRPr>
          </a:p>
          <a:p>
            <a:pPr marL="228600" marR="0" lvl="0" indent="-228600" algn="l" defTabSz="914400" rtl="0" eaLnBrk="0" fontAlgn="base" latinLnBrk="0" hangingPunct="0">
              <a:lnSpc>
                <a:spcPct val="100000"/>
              </a:lnSpc>
              <a:spcBef>
                <a:spcPct val="30000"/>
              </a:spcBef>
              <a:spcAft>
                <a:spcPct val="0"/>
              </a:spcAft>
              <a:buClrTx/>
              <a:buSzTx/>
              <a:buFontTx/>
              <a:buAutoNum type="arabicPeriod"/>
              <a:defRPr/>
            </a:pPr>
            <a:endParaRPr kumimoji="0" lang="en-US"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S PGothic" panose="020B0600070205080204" pitchFamily="34" charset="-128"/>
              <a:cs typeface="MS PGothic" panose="020B0600070205080204" pitchFamily="34" charset="-128"/>
            </a:endParaRPr>
          </a:p>
          <a:p>
            <a:pPr marL="228600" marR="0" lvl="0" indent="-228600" algn="l" defTabSz="914400" rtl="0" eaLnBrk="0" fontAlgn="base" latinLnBrk="0" hangingPunct="0">
              <a:lnSpc>
                <a:spcPct val="100000"/>
              </a:lnSpc>
              <a:spcBef>
                <a:spcPct val="30000"/>
              </a:spcBef>
              <a:spcAft>
                <a:spcPct val="0"/>
              </a:spcAft>
              <a:buClrTx/>
              <a:buSzTx/>
              <a:buFontTx/>
              <a:buAutoNum type="arabicPeriod"/>
              <a:defRPr/>
            </a:pPr>
            <a:endParaRPr kumimoji="0" lang="en-US"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S PGothic" panose="020B0600070205080204" pitchFamily="34" charset="-128"/>
              <a:cs typeface="MS PGothic" panose="020B0600070205080204" pitchFamily="34" charset="-128"/>
            </a:endParaRPr>
          </a:p>
          <a:p>
            <a:pPr marL="228600" marR="0" lvl="0" indent="-228600" algn="l" defTabSz="914400" rtl="0" eaLnBrk="0" fontAlgn="base" latinLnBrk="0" hangingPunct="0">
              <a:lnSpc>
                <a:spcPct val="100000"/>
              </a:lnSpc>
              <a:spcBef>
                <a:spcPct val="30000"/>
              </a:spcBef>
              <a:spcAft>
                <a:spcPct val="0"/>
              </a:spcAft>
              <a:buClrTx/>
              <a:buSzTx/>
              <a:buFontTx/>
              <a:buAutoNum type="arabicPeriod"/>
              <a:defRPr/>
            </a:pPr>
            <a:endParaRPr kumimoji="0" lang="en-US"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S PGothic" panose="020B0600070205080204" pitchFamily="34" charset="-128"/>
              <a:cs typeface="MS PGothic" panose="020B0600070205080204" pitchFamily="34" charset="-128"/>
            </a:endParaRPr>
          </a:p>
          <a:p>
            <a:pPr marL="0" marR="0" lvl="0" indent="0" algn="l" defTabSz="914400" rtl="0" eaLnBrk="0" fontAlgn="base" latinLnBrk="0" hangingPunct="0">
              <a:lnSpc>
                <a:spcPct val="100000"/>
              </a:lnSpc>
              <a:spcBef>
                <a:spcPct val="30000"/>
              </a:spcBef>
              <a:spcAft>
                <a:spcPct val="0"/>
              </a:spcAft>
              <a:buClrTx/>
              <a:buSzTx/>
              <a:buFontTx/>
              <a:buNone/>
              <a:defRPr/>
            </a:pPr>
            <a:endParaRPr kumimoji="0" lang="en-US"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S PGothic" panose="020B0600070205080204" pitchFamily="34" charset="-128"/>
              <a:cs typeface="MS PGothic" panose="020B0600070205080204" pitchFamily="34" charset="-128"/>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29026" name="Rectangle 7"/>
          <p:cNvSpPr txBox="1">
            <a:spLocks noGrp="1"/>
          </p:cNvSpPr>
          <p:nvPr>
            <p:ph type="sldNum" sz="quarter"/>
          </p:nvPr>
        </p:nvSpPr>
        <p:spPr>
          <a:xfrm>
            <a:off x="4016375" y="8905875"/>
            <a:ext cx="3070225" cy="466725"/>
          </a:xfrm>
          <a:prstGeom prst="rect">
            <a:avLst/>
          </a:prstGeom>
          <a:noFill/>
          <a:ln w="9525">
            <a:noFill/>
          </a:ln>
        </p:spPr>
        <p:txBody>
          <a:bodyPr wrap="none" lIns="94035" tIns="47017" rIns="94035" bIns="47017" anchor="b" anchorCtr="0"/>
          <a:p>
            <a:pPr lvl="0" algn="r" defTabSz="939800"/>
            <a:fld id="{9A0DB2DC-4C9A-4742-B13C-FB6460FD3503}" type="slidenum">
              <a:rPr lang="en-US" altLang="en-US" sz="1200" dirty="0">
                <a:solidFill>
                  <a:srgbClr val="000000"/>
                </a:solidFill>
                <a:latin typeface="Times New Roman" panose="02020603050405020304" pitchFamily="18" charset="0"/>
              </a:rPr>
            </a:fld>
            <a:endParaRPr lang="en-US" altLang="en-US" sz="1200" dirty="0">
              <a:solidFill>
                <a:srgbClr val="000000"/>
              </a:solidFill>
              <a:latin typeface="Times New Roman" panose="02020603050405020304" pitchFamily="18" charset="0"/>
            </a:endParaRPr>
          </a:p>
        </p:txBody>
      </p:sp>
      <p:sp>
        <p:nvSpPr>
          <p:cNvPr id="129027" name="Rectangle 2"/>
          <p:cNvSpPr>
            <a:spLocks noTextEdit="1"/>
          </p:cNvSpPr>
          <p:nvPr>
            <p:ph type="sldImg"/>
          </p:nvPr>
        </p:nvSpPr>
        <p:spPr/>
      </p:sp>
      <p:sp>
        <p:nvSpPr>
          <p:cNvPr id="62468" name="Rectangle 3"/>
          <p:cNvSpPr>
            <a:spLocks noGrp="1" noChangeArrowheads="1"/>
          </p:cNvSpPr>
          <p:nvPr>
            <p:ph type="body" idx="1"/>
          </p:nvPr>
        </p:nvSpPr>
        <p:spPr/>
        <p:txBody>
          <a:bodyPr wrap="none" lIns="94035" tIns="47017" rIns="94035" bIns="47017" numCol="1" anchor="ctr" anchorCtr="0" compatLnSpc="1"/>
          <a:lstStyle/>
          <a:p>
            <a:pPr marL="228600" marR="0" lvl="0" indent="-228600" algn="l" defTabSz="914400" rtl="0" eaLnBrk="0" fontAlgn="base" latinLnBrk="0" hangingPunct="0">
              <a:lnSpc>
                <a:spcPct val="100000"/>
              </a:lnSpc>
              <a:spcBef>
                <a:spcPct val="30000"/>
              </a:spcBef>
              <a:spcAft>
                <a:spcPct val="0"/>
              </a:spcAft>
              <a:buClrTx/>
              <a:buSzTx/>
              <a:buFontTx/>
              <a:buAutoNum type="arabicPeriod"/>
              <a:defRPr/>
            </a:pPr>
            <a:endParaRPr kumimoji="0" lang="en-US"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S PGothic" panose="020B0600070205080204" pitchFamily="34" charset="-128"/>
              <a:cs typeface="MS PGothic" panose="020B0600070205080204" pitchFamily="34" charset="-128"/>
            </a:endParaRPr>
          </a:p>
          <a:p>
            <a:pPr marL="228600" marR="0" lvl="0" indent="-228600" algn="l" defTabSz="914400" rtl="0" eaLnBrk="0" fontAlgn="base" latinLnBrk="0" hangingPunct="0">
              <a:lnSpc>
                <a:spcPct val="100000"/>
              </a:lnSpc>
              <a:spcBef>
                <a:spcPct val="30000"/>
              </a:spcBef>
              <a:spcAft>
                <a:spcPct val="0"/>
              </a:spcAft>
              <a:buClrTx/>
              <a:buSzTx/>
              <a:buFontTx/>
              <a:buAutoNum type="arabicPeriod"/>
              <a:defRPr/>
            </a:pPr>
            <a:endParaRPr kumimoji="0" lang="en-US"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S PGothic" panose="020B0600070205080204" pitchFamily="34" charset="-128"/>
              <a:cs typeface="MS PGothic" panose="020B0600070205080204" pitchFamily="34" charset="-128"/>
            </a:endParaRPr>
          </a:p>
          <a:p>
            <a:pPr marL="228600" marR="0" lvl="0" indent="-228600" algn="l" defTabSz="914400" rtl="0" eaLnBrk="0" fontAlgn="base" latinLnBrk="0" hangingPunct="0">
              <a:lnSpc>
                <a:spcPct val="100000"/>
              </a:lnSpc>
              <a:spcBef>
                <a:spcPct val="30000"/>
              </a:spcBef>
              <a:spcAft>
                <a:spcPct val="0"/>
              </a:spcAft>
              <a:buClrTx/>
              <a:buSzTx/>
              <a:buFontTx/>
              <a:buAutoNum type="arabicPeriod"/>
              <a:defRPr/>
            </a:pPr>
            <a:endParaRPr kumimoji="0" lang="en-US"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S PGothic" panose="020B0600070205080204" pitchFamily="34" charset="-128"/>
              <a:cs typeface="MS PGothic" panose="020B0600070205080204" pitchFamily="34" charset="-128"/>
            </a:endParaRPr>
          </a:p>
          <a:p>
            <a:pPr marL="228600" marR="0" lvl="0" indent="-228600" algn="l" defTabSz="914400" rtl="0" eaLnBrk="0" fontAlgn="base" latinLnBrk="0" hangingPunct="0">
              <a:lnSpc>
                <a:spcPct val="100000"/>
              </a:lnSpc>
              <a:spcBef>
                <a:spcPct val="30000"/>
              </a:spcBef>
              <a:spcAft>
                <a:spcPct val="0"/>
              </a:spcAft>
              <a:buClrTx/>
              <a:buSzTx/>
              <a:buFontTx/>
              <a:buAutoNum type="arabicPeriod"/>
              <a:defRPr/>
            </a:pPr>
            <a:endParaRPr kumimoji="0" lang="en-US"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S PGothic" panose="020B0600070205080204" pitchFamily="34" charset="-128"/>
              <a:cs typeface="MS PGothic" panose="020B0600070205080204" pitchFamily="34" charset="-128"/>
            </a:endParaRPr>
          </a:p>
          <a:p>
            <a:pPr marL="228600" marR="0" lvl="0" indent="-228600" algn="l" defTabSz="914400" rtl="0" eaLnBrk="0" fontAlgn="base" latinLnBrk="0" hangingPunct="0">
              <a:lnSpc>
                <a:spcPct val="100000"/>
              </a:lnSpc>
              <a:spcBef>
                <a:spcPct val="30000"/>
              </a:spcBef>
              <a:spcAft>
                <a:spcPct val="0"/>
              </a:spcAft>
              <a:buClrTx/>
              <a:buSzTx/>
              <a:buFontTx/>
              <a:buAutoNum type="arabicPeriod"/>
              <a:defRPr/>
            </a:pPr>
            <a:endParaRPr kumimoji="0" lang="en-US"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S PGothic" panose="020B0600070205080204" pitchFamily="34" charset="-128"/>
              <a:cs typeface="MS PGothic" panose="020B0600070205080204" pitchFamily="34" charset="-128"/>
            </a:endParaRPr>
          </a:p>
          <a:p>
            <a:pPr marL="0" marR="0" lvl="0" indent="0" algn="l" defTabSz="914400" rtl="0" eaLnBrk="0" fontAlgn="base" latinLnBrk="0" hangingPunct="0">
              <a:lnSpc>
                <a:spcPct val="100000"/>
              </a:lnSpc>
              <a:spcBef>
                <a:spcPct val="30000"/>
              </a:spcBef>
              <a:spcAft>
                <a:spcPct val="0"/>
              </a:spcAft>
              <a:buClrTx/>
              <a:buSzTx/>
              <a:buFontTx/>
              <a:buNone/>
              <a:defRPr/>
            </a:pPr>
            <a:endParaRPr kumimoji="0" lang="en-US"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S PGothic" panose="020B0600070205080204" pitchFamily="34" charset="-128"/>
              <a:cs typeface="MS PGothic" panose="020B0600070205080204" pitchFamily="34" charset="-128"/>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31074" name="Rectangle 7"/>
          <p:cNvSpPr txBox="1">
            <a:spLocks noGrp="1"/>
          </p:cNvSpPr>
          <p:nvPr>
            <p:ph type="sldNum" sz="quarter"/>
          </p:nvPr>
        </p:nvSpPr>
        <p:spPr>
          <a:xfrm>
            <a:off x="4016375" y="8905875"/>
            <a:ext cx="3070225" cy="466725"/>
          </a:xfrm>
          <a:prstGeom prst="rect">
            <a:avLst/>
          </a:prstGeom>
          <a:noFill/>
          <a:ln w="9525">
            <a:noFill/>
          </a:ln>
        </p:spPr>
        <p:txBody>
          <a:bodyPr wrap="none" lIns="94035" tIns="47017" rIns="94035" bIns="47017" anchor="b" anchorCtr="0"/>
          <a:p>
            <a:pPr lvl="0" algn="r" defTabSz="939800"/>
            <a:fld id="{9A0DB2DC-4C9A-4742-B13C-FB6460FD3503}" type="slidenum">
              <a:rPr lang="en-US" altLang="en-US" sz="1200" dirty="0">
                <a:solidFill>
                  <a:srgbClr val="000000"/>
                </a:solidFill>
                <a:latin typeface="Times New Roman" panose="02020603050405020304" pitchFamily="18" charset="0"/>
              </a:rPr>
            </a:fld>
            <a:endParaRPr lang="en-US" altLang="en-US" sz="1200" dirty="0">
              <a:solidFill>
                <a:srgbClr val="000000"/>
              </a:solidFill>
              <a:latin typeface="Times New Roman" panose="02020603050405020304" pitchFamily="18" charset="0"/>
            </a:endParaRPr>
          </a:p>
        </p:txBody>
      </p:sp>
      <p:sp>
        <p:nvSpPr>
          <p:cNvPr id="131075" name="Rectangle 2"/>
          <p:cNvSpPr>
            <a:spLocks noTextEdit="1"/>
          </p:cNvSpPr>
          <p:nvPr>
            <p:ph type="sldImg"/>
          </p:nvPr>
        </p:nvSpPr>
        <p:spPr/>
      </p:sp>
      <p:sp>
        <p:nvSpPr>
          <p:cNvPr id="62468" name="Rectangle 3"/>
          <p:cNvSpPr>
            <a:spLocks noGrp="1" noChangeArrowheads="1"/>
          </p:cNvSpPr>
          <p:nvPr>
            <p:ph type="body" idx="1"/>
          </p:nvPr>
        </p:nvSpPr>
        <p:spPr/>
        <p:txBody>
          <a:bodyPr wrap="none" lIns="94035" tIns="47017" rIns="94035" bIns="47017" numCol="1" anchor="ctr" anchorCtr="0" compatLnSpc="1"/>
          <a:lstStyle/>
          <a:p>
            <a:pPr marL="228600" marR="0" lvl="0" indent="-228600" algn="l" defTabSz="914400" rtl="0" eaLnBrk="0" fontAlgn="base" latinLnBrk="0" hangingPunct="0">
              <a:lnSpc>
                <a:spcPct val="100000"/>
              </a:lnSpc>
              <a:spcBef>
                <a:spcPct val="30000"/>
              </a:spcBef>
              <a:spcAft>
                <a:spcPct val="0"/>
              </a:spcAft>
              <a:buClrTx/>
              <a:buSzTx/>
              <a:buFontTx/>
              <a:buAutoNum type="arabicPeriod"/>
              <a:defRPr/>
            </a:pPr>
            <a:endParaRPr kumimoji="0" lang="en-US"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S PGothic" panose="020B0600070205080204" pitchFamily="34" charset="-128"/>
              <a:cs typeface="MS PGothic" panose="020B0600070205080204" pitchFamily="34" charset="-128"/>
            </a:endParaRPr>
          </a:p>
          <a:p>
            <a:pPr marL="228600" marR="0" lvl="0" indent="-228600" algn="l" defTabSz="914400" rtl="0" eaLnBrk="0" fontAlgn="base" latinLnBrk="0" hangingPunct="0">
              <a:lnSpc>
                <a:spcPct val="100000"/>
              </a:lnSpc>
              <a:spcBef>
                <a:spcPct val="30000"/>
              </a:spcBef>
              <a:spcAft>
                <a:spcPct val="0"/>
              </a:spcAft>
              <a:buClrTx/>
              <a:buSzTx/>
              <a:buFontTx/>
              <a:buAutoNum type="arabicPeriod"/>
              <a:defRPr/>
            </a:pPr>
            <a:endParaRPr kumimoji="0" lang="en-US"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S PGothic" panose="020B0600070205080204" pitchFamily="34" charset="-128"/>
              <a:cs typeface="MS PGothic" panose="020B0600070205080204" pitchFamily="34" charset="-128"/>
            </a:endParaRPr>
          </a:p>
          <a:p>
            <a:pPr marL="228600" marR="0" lvl="0" indent="-228600" algn="l" defTabSz="914400" rtl="0" eaLnBrk="0" fontAlgn="base" latinLnBrk="0" hangingPunct="0">
              <a:lnSpc>
                <a:spcPct val="100000"/>
              </a:lnSpc>
              <a:spcBef>
                <a:spcPct val="30000"/>
              </a:spcBef>
              <a:spcAft>
                <a:spcPct val="0"/>
              </a:spcAft>
              <a:buClrTx/>
              <a:buSzTx/>
              <a:buFontTx/>
              <a:buAutoNum type="arabicPeriod"/>
              <a:defRPr/>
            </a:pPr>
            <a:endParaRPr kumimoji="0" lang="en-US"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S PGothic" panose="020B0600070205080204" pitchFamily="34" charset="-128"/>
              <a:cs typeface="MS PGothic" panose="020B0600070205080204" pitchFamily="34" charset="-128"/>
            </a:endParaRPr>
          </a:p>
          <a:p>
            <a:pPr marL="228600" marR="0" lvl="0" indent="-228600" algn="l" defTabSz="914400" rtl="0" eaLnBrk="0" fontAlgn="base" latinLnBrk="0" hangingPunct="0">
              <a:lnSpc>
                <a:spcPct val="100000"/>
              </a:lnSpc>
              <a:spcBef>
                <a:spcPct val="30000"/>
              </a:spcBef>
              <a:spcAft>
                <a:spcPct val="0"/>
              </a:spcAft>
              <a:buClrTx/>
              <a:buSzTx/>
              <a:buFontTx/>
              <a:buAutoNum type="arabicPeriod"/>
              <a:defRPr/>
            </a:pPr>
            <a:endParaRPr kumimoji="0" lang="en-US"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S PGothic" panose="020B0600070205080204" pitchFamily="34" charset="-128"/>
              <a:cs typeface="MS PGothic" panose="020B0600070205080204" pitchFamily="34" charset="-128"/>
            </a:endParaRPr>
          </a:p>
          <a:p>
            <a:pPr marL="228600" marR="0" lvl="0" indent="-228600" algn="l" defTabSz="914400" rtl="0" eaLnBrk="0" fontAlgn="base" latinLnBrk="0" hangingPunct="0">
              <a:lnSpc>
                <a:spcPct val="100000"/>
              </a:lnSpc>
              <a:spcBef>
                <a:spcPct val="30000"/>
              </a:spcBef>
              <a:spcAft>
                <a:spcPct val="0"/>
              </a:spcAft>
              <a:buClrTx/>
              <a:buSzTx/>
              <a:buFontTx/>
              <a:buAutoNum type="arabicPeriod"/>
              <a:defRPr/>
            </a:pPr>
            <a:endParaRPr kumimoji="0" lang="en-US"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S PGothic" panose="020B0600070205080204" pitchFamily="34" charset="-128"/>
              <a:cs typeface="MS PGothic" panose="020B0600070205080204" pitchFamily="34" charset="-128"/>
            </a:endParaRPr>
          </a:p>
          <a:p>
            <a:pPr marL="0" marR="0" lvl="0" indent="0" algn="l" defTabSz="914400" rtl="0" eaLnBrk="0" fontAlgn="base" latinLnBrk="0" hangingPunct="0">
              <a:lnSpc>
                <a:spcPct val="100000"/>
              </a:lnSpc>
              <a:spcBef>
                <a:spcPct val="30000"/>
              </a:spcBef>
              <a:spcAft>
                <a:spcPct val="0"/>
              </a:spcAft>
              <a:buClrTx/>
              <a:buSzTx/>
              <a:buFontTx/>
              <a:buNone/>
              <a:defRPr/>
            </a:pPr>
            <a:endParaRPr kumimoji="0" lang="en-US"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S PGothic" panose="020B0600070205080204" pitchFamily="34" charset="-128"/>
              <a:cs typeface="MS PGothic" panose="020B0600070205080204" pitchFamily="34" charset="-128"/>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22" name="Rectangle 7"/>
          <p:cNvSpPr txBox="1">
            <a:spLocks noGrp="1"/>
          </p:cNvSpPr>
          <p:nvPr>
            <p:ph type="sldNum" sz="quarter"/>
          </p:nvPr>
        </p:nvSpPr>
        <p:spPr>
          <a:xfrm>
            <a:off x="4016375" y="8905875"/>
            <a:ext cx="3070225" cy="466725"/>
          </a:xfrm>
          <a:prstGeom prst="rect">
            <a:avLst/>
          </a:prstGeom>
          <a:noFill/>
          <a:ln w="9525">
            <a:noFill/>
          </a:ln>
        </p:spPr>
        <p:txBody>
          <a:bodyPr wrap="none" lIns="94035" tIns="47017" rIns="94035" bIns="47017" anchor="b" anchorCtr="0"/>
          <a:p>
            <a:pPr lvl="0" algn="r" defTabSz="939800"/>
            <a:fld id="{9A0DB2DC-4C9A-4742-B13C-FB6460FD3503}" type="slidenum">
              <a:rPr lang="en-US" altLang="en-US" sz="1200" dirty="0">
                <a:solidFill>
                  <a:srgbClr val="000000"/>
                </a:solidFill>
                <a:latin typeface="Times New Roman" panose="02020603050405020304" pitchFamily="18" charset="0"/>
              </a:rPr>
            </a:fld>
            <a:endParaRPr lang="en-US" altLang="en-US" sz="1200" dirty="0">
              <a:solidFill>
                <a:srgbClr val="000000"/>
              </a:solidFill>
              <a:latin typeface="Times New Roman" panose="02020603050405020304" pitchFamily="18" charset="0"/>
            </a:endParaRPr>
          </a:p>
        </p:txBody>
      </p:sp>
      <p:sp>
        <p:nvSpPr>
          <p:cNvPr id="133123" name="Rectangle 2"/>
          <p:cNvSpPr>
            <a:spLocks noTextEdit="1"/>
          </p:cNvSpPr>
          <p:nvPr>
            <p:ph type="sldImg"/>
          </p:nvPr>
        </p:nvSpPr>
        <p:spPr/>
      </p:sp>
      <p:sp>
        <p:nvSpPr>
          <p:cNvPr id="62468" name="Rectangle 3"/>
          <p:cNvSpPr>
            <a:spLocks noGrp="1" noChangeArrowheads="1"/>
          </p:cNvSpPr>
          <p:nvPr>
            <p:ph type="body" idx="1"/>
          </p:nvPr>
        </p:nvSpPr>
        <p:spPr/>
        <p:txBody>
          <a:bodyPr wrap="none" lIns="94035" tIns="47017" rIns="94035" bIns="47017" numCol="1" anchor="ctr" anchorCtr="0" compatLnSpc="1"/>
          <a:lstStyle/>
          <a:p>
            <a:pPr marL="228600" marR="0" lvl="0" indent="-228600" algn="l" defTabSz="914400" rtl="0" eaLnBrk="0" fontAlgn="base" latinLnBrk="0" hangingPunct="0">
              <a:lnSpc>
                <a:spcPct val="100000"/>
              </a:lnSpc>
              <a:spcBef>
                <a:spcPct val="30000"/>
              </a:spcBef>
              <a:spcAft>
                <a:spcPct val="0"/>
              </a:spcAft>
              <a:buClrTx/>
              <a:buSzTx/>
              <a:buFontTx/>
              <a:buAutoNum type="arabicPeriod"/>
              <a:defRPr/>
            </a:pPr>
            <a:endParaRPr kumimoji="0" lang="en-US"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S PGothic" panose="020B0600070205080204" pitchFamily="34" charset="-128"/>
              <a:cs typeface="MS PGothic" panose="020B0600070205080204" pitchFamily="34" charset="-128"/>
            </a:endParaRPr>
          </a:p>
          <a:p>
            <a:pPr marL="228600" marR="0" lvl="0" indent="-228600" algn="l" defTabSz="914400" rtl="0" eaLnBrk="0" fontAlgn="base" latinLnBrk="0" hangingPunct="0">
              <a:lnSpc>
                <a:spcPct val="100000"/>
              </a:lnSpc>
              <a:spcBef>
                <a:spcPct val="30000"/>
              </a:spcBef>
              <a:spcAft>
                <a:spcPct val="0"/>
              </a:spcAft>
              <a:buClrTx/>
              <a:buSzTx/>
              <a:buFontTx/>
              <a:buAutoNum type="arabicPeriod"/>
              <a:defRPr/>
            </a:pPr>
            <a:endParaRPr kumimoji="0" lang="en-US"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S PGothic" panose="020B0600070205080204" pitchFamily="34" charset="-128"/>
              <a:cs typeface="MS PGothic" panose="020B0600070205080204" pitchFamily="34" charset="-128"/>
            </a:endParaRPr>
          </a:p>
          <a:p>
            <a:pPr marL="0" marR="0" lvl="0" indent="0" algn="l" defTabSz="914400" rtl="0" eaLnBrk="0" fontAlgn="base" latinLnBrk="0" hangingPunct="0">
              <a:lnSpc>
                <a:spcPct val="100000"/>
              </a:lnSpc>
              <a:spcBef>
                <a:spcPct val="30000"/>
              </a:spcBef>
              <a:spcAft>
                <a:spcPct val="0"/>
              </a:spcAft>
              <a:buClrTx/>
              <a:buSzTx/>
              <a:buFontTx/>
              <a:buNone/>
              <a:defRPr/>
            </a:pPr>
            <a:endParaRPr kumimoji="0" lang="en-US"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S PGothic" panose="020B0600070205080204" pitchFamily="34" charset="-128"/>
              <a:cs typeface="MS PGothic" panose="020B0600070205080204" pitchFamily="34" charset="-128"/>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35170" name="Rectangle 7"/>
          <p:cNvSpPr txBox="1">
            <a:spLocks noGrp="1"/>
          </p:cNvSpPr>
          <p:nvPr>
            <p:ph type="sldNum" sz="quarter"/>
          </p:nvPr>
        </p:nvSpPr>
        <p:spPr>
          <a:xfrm>
            <a:off x="4016375" y="8905875"/>
            <a:ext cx="3070225" cy="466725"/>
          </a:xfrm>
          <a:prstGeom prst="rect">
            <a:avLst/>
          </a:prstGeom>
          <a:noFill/>
          <a:ln w="9525">
            <a:noFill/>
          </a:ln>
        </p:spPr>
        <p:txBody>
          <a:bodyPr wrap="none" lIns="94035" tIns="47017" rIns="94035" bIns="47017" anchor="b" anchorCtr="0"/>
          <a:p>
            <a:pPr lvl="0" algn="r" defTabSz="939800"/>
            <a:fld id="{9A0DB2DC-4C9A-4742-B13C-FB6460FD3503}" type="slidenum">
              <a:rPr lang="en-US" altLang="en-US" sz="1200" dirty="0">
                <a:solidFill>
                  <a:srgbClr val="000000"/>
                </a:solidFill>
                <a:latin typeface="Times New Roman" panose="02020603050405020304" pitchFamily="18" charset="0"/>
              </a:rPr>
            </a:fld>
            <a:endParaRPr lang="en-US" altLang="en-US" sz="1200" dirty="0">
              <a:solidFill>
                <a:srgbClr val="000000"/>
              </a:solidFill>
              <a:latin typeface="Times New Roman" panose="02020603050405020304" pitchFamily="18" charset="0"/>
            </a:endParaRPr>
          </a:p>
        </p:txBody>
      </p:sp>
      <p:sp>
        <p:nvSpPr>
          <p:cNvPr id="135171" name="Rectangle 2"/>
          <p:cNvSpPr>
            <a:spLocks noTextEdit="1"/>
          </p:cNvSpPr>
          <p:nvPr>
            <p:ph type="sldImg"/>
          </p:nvPr>
        </p:nvSpPr>
        <p:spPr/>
      </p:sp>
      <p:sp>
        <p:nvSpPr>
          <p:cNvPr id="62468" name="Rectangle 3"/>
          <p:cNvSpPr>
            <a:spLocks noGrp="1" noChangeArrowheads="1"/>
          </p:cNvSpPr>
          <p:nvPr>
            <p:ph type="body" idx="1"/>
          </p:nvPr>
        </p:nvSpPr>
        <p:spPr/>
        <p:txBody>
          <a:bodyPr wrap="none" lIns="94035" tIns="47017" rIns="94035" bIns="47017" numCol="1" anchor="ctr" anchorCtr="0" compatLnSpc="1"/>
          <a:lstStyle/>
          <a:p>
            <a:pPr marL="228600" marR="0" lvl="0" indent="-228600" algn="l" defTabSz="914400" rtl="0" eaLnBrk="0" fontAlgn="base" latinLnBrk="0" hangingPunct="0">
              <a:lnSpc>
                <a:spcPct val="100000"/>
              </a:lnSpc>
              <a:spcBef>
                <a:spcPct val="30000"/>
              </a:spcBef>
              <a:spcAft>
                <a:spcPct val="0"/>
              </a:spcAft>
              <a:buClrTx/>
              <a:buSzTx/>
              <a:buFontTx/>
              <a:buAutoNum type="arabicPeriod"/>
              <a:defRPr/>
            </a:pPr>
            <a:endParaRPr kumimoji="0" lang="en-US"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S PGothic" panose="020B0600070205080204" pitchFamily="34" charset="-128"/>
              <a:cs typeface="MS PGothic" panose="020B0600070205080204" pitchFamily="34" charset="-128"/>
            </a:endParaRPr>
          </a:p>
          <a:p>
            <a:pPr marL="228600" marR="0" lvl="0" indent="-228600" algn="l" defTabSz="914400" rtl="0" eaLnBrk="0" fontAlgn="base" latinLnBrk="0" hangingPunct="0">
              <a:lnSpc>
                <a:spcPct val="100000"/>
              </a:lnSpc>
              <a:spcBef>
                <a:spcPct val="30000"/>
              </a:spcBef>
              <a:spcAft>
                <a:spcPct val="0"/>
              </a:spcAft>
              <a:buClrTx/>
              <a:buSzTx/>
              <a:buFontTx/>
              <a:buAutoNum type="arabicPeriod"/>
              <a:defRPr/>
            </a:pPr>
            <a:endParaRPr kumimoji="0" lang="en-US"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S PGothic" panose="020B0600070205080204" pitchFamily="34" charset="-128"/>
              <a:cs typeface="MS PGothic" panose="020B0600070205080204" pitchFamily="34" charset="-128"/>
            </a:endParaRPr>
          </a:p>
          <a:p>
            <a:pPr marL="228600" marR="0" lvl="0" indent="-228600" algn="l" defTabSz="914400" rtl="0" eaLnBrk="0" fontAlgn="base" latinLnBrk="0" hangingPunct="0">
              <a:lnSpc>
                <a:spcPct val="100000"/>
              </a:lnSpc>
              <a:spcBef>
                <a:spcPct val="30000"/>
              </a:spcBef>
              <a:spcAft>
                <a:spcPct val="0"/>
              </a:spcAft>
              <a:buClrTx/>
              <a:buSzTx/>
              <a:buFontTx/>
              <a:buAutoNum type="arabicPeriod"/>
              <a:defRPr/>
            </a:pPr>
            <a:endParaRPr kumimoji="0" lang="en-US"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S PGothic" panose="020B0600070205080204" pitchFamily="34" charset="-128"/>
              <a:cs typeface="MS PGothic" panose="020B0600070205080204" pitchFamily="34" charset="-128"/>
            </a:endParaRPr>
          </a:p>
          <a:p>
            <a:pPr marL="228600" marR="0" lvl="0" indent="-228600" algn="l" defTabSz="914400" rtl="0" eaLnBrk="0" fontAlgn="base" latinLnBrk="0" hangingPunct="0">
              <a:lnSpc>
                <a:spcPct val="100000"/>
              </a:lnSpc>
              <a:spcBef>
                <a:spcPct val="30000"/>
              </a:spcBef>
              <a:spcAft>
                <a:spcPct val="0"/>
              </a:spcAft>
              <a:buClrTx/>
              <a:buSzTx/>
              <a:buFontTx/>
              <a:buAutoNum type="arabicPeriod"/>
              <a:defRPr/>
            </a:pPr>
            <a:endParaRPr kumimoji="0" lang="en-US"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S PGothic" panose="020B0600070205080204" pitchFamily="34" charset="-128"/>
              <a:cs typeface="MS PGothic" panose="020B0600070205080204" pitchFamily="34" charset="-128"/>
            </a:endParaRPr>
          </a:p>
          <a:p>
            <a:pPr marL="228600" marR="0" lvl="0" indent="-228600" algn="l" defTabSz="914400" rtl="0" eaLnBrk="0" fontAlgn="base" latinLnBrk="0" hangingPunct="0">
              <a:lnSpc>
                <a:spcPct val="100000"/>
              </a:lnSpc>
              <a:spcBef>
                <a:spcPct val="30000"/>
              </a:spcBef>
              <a:spcAft>
                <a:spcPct val="0"/>
              </a:spcAft>
              <a:buClrTx/>
              <a:buSzTx/>
              <a:buFontTx/>
              <a:buAutoNum type="arabicPeriod"/>
              <a:defRPr/>
            </a:pPr>
            <a:endParaRPr kumimoji="0" lang="en-US"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S PGothic" panose="020B0600070205080204" pitchFamily="34" charset="-128"/>
              <a:cs typeface="MS PGothic" panose="020B0600070205080204" pitchFamily="34" charset="-128"/>
            </a:endParaRPr>
          </a:p>
          <a:p>
            <a:pPr marL="0" marR="0" lvl="0" indent="0" algn="l" defTabSz="914400" rtl="0" eaLnBrk="0" fontAlgn="base" latinLnBrk="0" hangingPunct="0">
              <a:lnSpc>
                <a:spcPct val="100000"/>
              </a:lnSpc>
              <a:spcBef>
                <a:spcPct val="30000"/>
              </a:spcBef>
              <a:spcAft>
                <a:spcPct val="0"/>
              </a:spcAft>
              <a:buClrTx/>
              <a:buSzTx/>
              <a:buFontTx/>
              <a:buNone/>
              <a:defRPr/>
            </a:pPr>
            <a:endParaRPr kumimoji="0" lang="en-US"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S PGothic" panose="020B0600070205080204" pitchFamily="34" charset="-128"/>
              <a:cs typeface="MS PGothic" panose="020B0600070205080204" pitchFamily="34" charset="-128"/>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35170" name="Rectangle 7"/>
          <p:cNvSpPr txBox="1">
            <a:spLocks noGrp="1"/>
          </p:cNvSpPr>
          <p:nvPr>
            <p:ph type="sldNum" sz="quarter"/>
          </p:nvPr>
        </p:nvSpPr>
        <p:spPr>
          <a:xfrm>
            <a:off x="4016375" y="8905875"/>
            <a:ext cx="3070225" cy="466725"/>
          </a:xfrm>
          <a:prstGeom prst="rect">
            <a:avLst/>
          </a:prstGeom>
          <a:noFill/>
          <a:ln w="9525">
            <a:noFill/>
          </a:ln>
        </p:spPr>
        <p:txBody>
          <a:bodyPr wrap="none" lIns="94035" tIns="47017" rIns="94035" bIns="47017" anchor="b" anchorCtr="0"/>
          <a:p>
            <a:pPr lvl="0" algn="r" defTabSz="939800"/>
            <a:fld id="{9A0DB2DC-4C9A-4742-B13C-FB6460FD3503}" type="slidenum">
              <a:rPr lang="en-US" altLang="en-US" sz="1200" dirty="0">
                <a:solidFill>
                  <a:srgbClr val="000000"/>
                </a:solidFill>
                <a:latin typeface="Times New Roman" panose="02020603050405020304" pitchFamily="18" charset="0"/>
              </a:rPr>
            </a:fld>
            <a:endParaRPr lang="en-US" altLang="en-US" sz="1200" dirty="0">
              <a:solidFill>
                <a:srgbClr val="000000"/>
              </a:solidFill>
              <a:latin typeface="Times New Roman" panose="02020603050405020304" pitchFamily="18" charset="0"/>
            </a:endParaRPr>
          </a:p>
        </p:txBody>
      </p:sp>
      <p:sp>
        <p:nvSpPr>
          <p:cNvPr id="135171" name="Rectangle 2"/>
          <p:cNvSpPr>
            <a:spLocks noTextEdit="1"/>
          </p:cNvSpPr>
          <p:nvPr>
            <p:ph type="sldImg"/>
          </p:nvPr>
        </p:nvSpPr>
        <p:spPr/>
      </p:sp>
      <p:sp>
        <p:nvSpPr>
          <p:cNvPr id="62468" name="Rectangle 3"/>
          <p:cNvSpPr>
            <a:spLocks noGrp="1" noChangeArrowheads="1"/>
          </p:cNvSpPr>
          <p:nvPr>
            <p:ph type="body" idx="1"/>
          </p:nvPr>
        </p:nvSpPr>
        <p:spPr/>
        <p:txBody>
          <a:bodyPr wrap="none" lIns="94035" tIns="47017" rIns="94035" bIns="47017" numCol="1" anchor="ctr" anchorCtr="0" compatLnSpc="1"/>
          <a:lstStyle/>
          <a:p>
            <a:pPr marL="228600" marR="0" lvl="0" indent="-228600" algn="l" defTabSz="914400" rtl="0" eaLnBrk="0" fontAlgn="base" latinLnBrk="0" hangingPunct="0">
              <a:lnSpc>
                <a:spcPct val="100000"/>
              </a:lnSpc>
              <a:spcBef>
                <a:spcPct val="30000"/>
              </a:spcBef>
              <a:spcAft>
                <a:spcPct val="0"/>
              </a:spcAft>
              <a:buClrTx/>
              <a:buSzTx/>
              <a:buFontTx/>
              <a:buAutoNum type="arabicPeriod"/>
              <a:defRPr/>
            </a:pPr>
            <a:endParaRPr kumimoji="0" lang="en-US"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S PGothic" panose="020B0600070205080204" pitchFamily="34" charset="-128"/>
              <a:cs typeface="MS PGothic" panose="020B0600070205080204" pitchFamily="34" charset="-128"/>
            </a:endParaRPr>
          </a:p>
          <a:p>
            <a:pPr marL="228600" marR="0" lvl="0" indent="-228600" algn="l" defTabSz="914400" rtl="0" eaLnBrk="0" fontAlgn="base" latinLnBrk="0" hangingPunct="0">
              <a:lnSpc>
                <a:spcPct val="100000"/>
              </a:lnSpc>
              <a:spcBef>
                <a:spcPct val="30000"/>
              </a:spcBef>
              <a:spcAft>
                <a:spcPct val="0"/>
              </a:spcAft>
              <a:buClrTx/>
              <a:buSzTx/>
              <a:buFontTx/>
              <a:buAutoNum type="arabicPeriod"/>
              <a:defRPr/>
            </a:pPr>
            <a:endParaRPr kumimoji="0" lang="en-US"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S PGothic" panose="020B0600070205080204" pitchFamily="34" charset="-128"/>
              <a:cs typeface="MS PGothic" panose="020B0600070205080204" pitchFamily="34" charset="-128"/>
            </a:endParaRPr>
          </a:p>
          <a:p>
            <a:pPr marL="228600" marR="0" lvl="0" indent="-228600" algn="l" defTabSz="914400" rtl="0" eaLnBrk="0" fontAlgn="base" latinLnBrk="0" hangingPunct="0">
              <a:lnSpc>
                <a:spcPct val="100000"/>
              </a:lnSpc>
              <a:spcBef>
                <a:spcPct val="30000"/>
              </a:spcBef>
              <a:spcAft>
                <a:spcPct val="0"/>
              </a:spcAft>
              <a:buClrTx/>
              <a:buSzTx/>
              <a:buFontTx/>
              <a:buAutoNum type="arabicPeriod"/>
              <a:defRPr/>
            </a:pPr>
            <a:endParaRPr kumimoji="0" lang="en-US"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S PGothic" panose="020B0600070205080204" pitchFamily="34" charset="-128"/>
              <a:cs typeface="MS PGothic" panose="020B0600070205080204" pitchFamily="34" charset="-128"/>
            </a:endParaRPr>
          </a:p>
          <a:p>
            <a:pPr marL="228600" marR="0" lvl="0" indent="-228600" algn="l" defTabSz="914400" rtl="0" eaLnBrk="0" fontAlgn="base" latinLnBrk="0" hangingPunct="0">
              <a:lnSpc>
                <a:spcPct val="100000"/>
              </a:lnSpc>
              <a:spcBef>
                <a:spcPct val="30000"/>
              </a:spcBef>
              <a:spcAft>
                <a:spcPct val="0"/>
              </a:spcAft>
              <a:buClrTx/>
              <a:buSzTx/>
              <a:buFontTx/>
              <a:buAutoNum type="arabicPeriod"/>
              <a:defRPr/>
            </a:pPr>
            <a:endParaRPr kumimoji="0" lang="en-US"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S PGothic" panose="020B0600070205080204" pitchFamily="34" charset="-128"/>
              <a:cs typeface="MS PGothic" panose="020B0600070205080204" pitchFamily="34" charset="-128"/>
            </a:endParaRPr>
          </a:p>
          <a:p>
            <a:pPr marL="228600" marR="0" lvl="0" indent="-228600" algn="l" defTabSz="914400" rtl="0" eaLnBrk="0" fontAlgn="base" latinLnBrk="0" hangingPunct="0">
              <a:lnSpc>
                <a:spcPct val="100000"/>
              </a:lnSpc>
              <a:spcBef>
                <a:spcPct val="30000"/>
              </a:spcBef>
              <a:spcAft>
                <a:spcPct val="0"/>
              </a:spcAft>
              <a:buClrTx/>
              <a:buSzTx/>
              <a:buFontTx/>
              <a:buAutoNum type="arabicPeriod"/>
              <a:defRPr/>
            </a:pPr>
            <a:endParaRPr kumimoji="0" lang="en-US"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S PGothic" panose="020B0600070205080204" pitchFamily="34" charset="-128"/>
              <a:cs typeface="MS PGothic" panose="020B0600070205080204" pitchFamily="34" charset="-128"/>
            </a:endParaRPr>
          </a:p>
          <a:p>
            <a:pPr marL="0" marR="0" lvl="0" indent="0" algn="l" defTabSz="914400" rtl="0" eaLnBrk="0" fontAlgn="base" latinLnBrk="0" hangingPunct="0">
              <a:lnSpc>
                <a:spcPct val="100000"/>
              </a:lnSpc>
              <a:spcBef>
                <a:spcPct val="30000"/>
              </a:spcBef>
              <a:spcAft>
                <a:spcPct val="0"/>
              </a:spcAft>
              <a:buClrTx/>
              <a:buSzTx/>
              <a:buFontTx/>
              <a:buNone/>
              <a:defRPr/>
            </a:pPr>
            <a:endParaRPr kumimoji="0" lang="en-US"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S PGothic" panose="020B0600070205080204" pitchFamily="34" charset="-128"/>
              <a:cs typeface="MS PGothic" panose="020B0600070205080204" pitchFamily="34" charset="-128"/>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37218" name="Rectangle 7"/>
          <p:cNvSpPr txBox="1">
            <a:spLocks noGrp="1"/>
          </p:cNvSpPr>
          <p:nvPr>
            <p:ph type="sldNum" sz="quarter"/>
          </p:nvPr>
        </p:nvSpPr>
        <p:spPr>
          <a:xfrm>
            <a:off x="4016375" y="8905875"/>
            <a:ext cx="3070225" cy="466725"/>
          </a:xfrm>
          <a:prstGeom prst="rect">
            <a:avLst/>
          </a:prstGeom>
          <a:noFill/>
          <a:ln w="9525">
            <a:noFill/>
          </a:ln>
        </p:spPr>
        <p:txBody>
          <a:bodyPr wrap="none" lIns="94035" tIns="47017" rIns="94035" bIns="47017" anchor="b" anchorCtr="0"/>
          <a:p>
            <a:pPr lvl="0" algn="r" defTabSz="939800"/>
            <a:fld id="{9A0DB2DC-4C9A-4742-B13C-FB6460FD3503}" type="slidenum">
              <a:rPr lang="en-US" altLang="en-US" sz="1200" dirty="0">
                <a:solidFill>
                  <a:srgbClr val="000000"/>
                </a:solidFill>
                <a:latin typeface="Times New Roman" panose="02020603050405020304" pitchFamily="18" charset="0"/>
              </a:rPr>
            </a:fld>
            <a:endParaRPr lang="en-US" altLang="en-US" sz="1200" dirty="0">
              <a:solidFill>
                <a:srgbClr val="000000"/>
              </a:solidFill>
              <a:latin typeface="Times New Roman" panose="02020603050405020304" pitchFamily="18" charset="0"/>
            </a:endParaRPr>
          </a:p>
        </p:txBody>
      </p:sp>
      <p:sp>
        <p:nvSpPr>
          <p:cNvPr id="137219" name="Rectangle 2"/>
          <p:cNvSpPr>
            <a:spLocks noTextEdit="1"/>
          </p:cNvSpPr>
          <p:nvPr>
            <p:ph type="sldImg"/>
          </p:nvPr>
        </p:nvSpPr>
        <p:spPr/>
      </p:sp>
      <p:sp>
        <p:nvSpPr>
          <p:cNvPr id="62468" name="Rectangle 3"/>
          <p:cNvSpPr>
            <a:spLocks noGrp="1" noChangeArrowheads="1"/>
          </p:cNvSpPr>
          <p:nvPr>
            <p:ph type="body" idx="1"/>
          </p:nvPr>
        </p:nvSpPr>
        <p:spPr/>
        <p:txBody>
          <a:bodyPr wrap="none" lIns="94035" tIns="47017" rIns="94035" bIns="47017" numCol="1" anchor="ctr" anchorCtr="0" compatLnSpc="1"/>
          <a:lstStyle/>
          <a:p>
            <a:pPr marL="228600" marR="0" lvl="0" indent="-228600" algn="l" defTabSz="914400" rtl="0" eaLnBrk="0" fontAlgn="base" latinLnBrk="0" hangingPunct="0">
              <a:lnSpc>
                <a:spcPct val="100000"/>
              </a:lnSpc>
              <a:spcBef>
                <a:spcPct val="30000"/>
              </a:spcBef>
              <a:spcAft>
                <a:spcPct val="0"/>
              </a:spcAft>
              <a:buClrTx/>
              <a:buSzTx/>
              <a:buFontTx/>
              <a:buAutoNum type="arabicPeriod"/>
              <a:defRPr/>
            </a:pPr>
            <a:endParaRPr kumimoji="0" lang="en-US"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S PGothic" panose="020B0600070205080204" pitchFamily="34" charset="-128"/>
              <a:cs typeface="MS PGothic" panose="020B0600070205080204" pitchFamily="34" charset="-128"/>
            </a:endParaRPr>
          </a:p>
          <a:p>
            <a:pPr marL="228600" marR="0" lvl="0" indent="-228600" algn="l" defTabSz="914400" rtl="0" eaLnBrk="0" fontAlgn="base" latinLnBrk="0" hangingPunct="0">
              <a:lnSpc>
                <a:spcPct val="100000"/>
              </a:lnSpc>
              <a:spcBef>
                <a:spcPct val="30000"/>
              </a:spcBef>
              <a:spcAft>
                <a:spcPct val="0"/>
              </a:spcAft>
              <a:buClrTx/>
              <a:buSzTx/>
              <a:buFontTx/>
              <a:buAutoNum type="arabicPeriod"/>
              <a:defRPr/>
            </a:pPr>
            <a:endParaRPr kumimoji="0" lang="en-US"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S PGothic" panose="020B0600070205080204" pitchFamily="34" charset="-128"/>
              <a:cs typeface="MS PGothic" panose="020B0600070205080204" pitchFamily="34" charset="-128"/>
            </a:endParaRPr>
          </a:p>
          <a:p>
            <a:pPr marL="228600" marR="0" lvl="0" indent="-228600" algn="l" defTabSz="914400" rtl="0" eaLnBrk="0" fontAlgn="base" latinLnBrk="0" hangingPunct="0">
              <a:lnSpc>
                <a:spcPct val="100000"/>
              </a:lnSpc>
              <a:spcBef>
                <a:spcPct val="30000"/>
              </a:spcBef>
              <a:spcAft>
                <a:spcPct val="0"/>
              </a:spcAft>
              <a:buClrTx/>
              <a:buSzTx/>
              <a:buFontTx/>
              <a:buAutoNum type="arabicPeriod"/>
              <a:defRPr/>
            </a:pPr>
            <a:endParaRPr kumimoji="0" lang="en-US"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S PGothic" panose="020B0600070205080204" pitchFamily="34" charset="-128"/>
              <a:cs typeface="MS PGothic" panose="020B0600070205080204" pitchFamily="34" charset="-128"/>
            </a:endParaRPr>
          </a:p>
          <a:p>
            <a:pPr marL="228600" marR="0" lvl="0" indent="-228600" algn="l" defTabSz="914400" rtl="0" eaLnBrk="0" fontAlgn="base" latinLnBrk="0" hangingPunct="0">
              <a:lnSpc>
                <a:spcPct val="100000"/>
              </a:lnSpc>
              <a:spcBef>
                <a:spcPct val="30000"/>
              </a:spcBef>
              <a:spcAft>
                <a:spcPct val="0"/>
              </a:spcAft>
              <a:buClrTx/>
              <a:buSzTx/>
              <a:buFontTx/>
              <a:buAutoNum type="arabicPeriod"/>
              <a:defRPr/>
            </a:pPr>
            <a:endParaRPr kumimoji="0" lang="en-US"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S PGothic" panose="020B0600070205080204" pitchFamily="34" charset="-128"/>
              <a:cs typeface="MS PGothic" panose="020B0600070205080204" pitchFamily="34" charset="-128"/>
            </a:endParaRPr>
          </a:p>
          <a:p>
            <a:pPr marL="228600" marR="0" lvl="0" indent="-228600" algn="l" defTabSz="914400" rtl="0" eaLnBrk="0" fontAlgn="base" latinLnBrk="0" hangingPunct="0">
              <a:lnSpc>
                <a:spcPct val="100000"/>
              </a:lnSpc>
              <a:spcBef>
                <a:spcPct val="30000"/>
              </a:spcBef>
              <a:spcAft>
                <a:spcPct val="0"/>
              </a:spcAft>
              <a:buClrTx/>
              <a:buSzTx/>
              <a:buFontTx/>
              <a:buAutoNum type="arabicPeriod"/>
              <a:defRPr/>
            </a:pPr>
            <a:endParaRPr kumimoji="0" lang="en-US"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S PGothic" panose="020B0600070205080204" pitchFamily="34" charset="-128"/>
              <a:cs typeface="MS PGothic" panose="020B0600070205080204" pitchFamily="34" charset="-128"/>
            </a:endParaRPr>
          </a:p>
          <a:p>
            <a:pPr marL="0" marR="0" lvl="0" indent="0" algn="l" defTabSz="914400" rtl="0" eaLnBrk="0" fontAlgn="base" latinLnBrk="0" hangingPunct="0">
              <a:lnSpc>
                <a:spcPct val="100000"/>
              </a:lnSpc>
              <a:spcBef>
                <a:spcPct val="30000"/>
              </a:spcBef>
              <a:spcAft>
                <a:spcPct val="0"/>
              </a:spcAft>
              <a:buClrTx/>
              <a:buSzTx/>
              <a:buFontTx/>
              <a:buNone/>
              <a:defRPr/>
            </a:pPr>
            <a:endParaRPr kumimoji="0" lang="en-US"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S PGothic" panose="020B0600070205080204" pitchFamily="34" charset="-128"/>
              <a:cs typeface="MS PGothic" panose="020B0600070205080204" pitchFamily="34" charset="-128"/>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39266" name="Rectangle 7"/>
          <p:cNvSpPr txBox="1">
            <a:spLocks noGrp="1"/>
          </p:cNvSpPr>
          <p:nvPr>
            <p:ph type="sldNum" sz="quarter"/>
          </p:nvPr>
        </p:nvSpPr>
        <p:spPr>
          <a:xfrm>
            <a:off x="4016375" y="8905875"/>
            <a:ext cx="3070225" cy="466725"/>
          </a:xfrm>
          <a:prstGeom prst="rect">
            <a:avLst/>
          </a:prstGeom>
          <a:noFill/>
          <a:ln w="9525">
            <a:noFill/>
          </a:ln>
        </p:spPr>
        <p:txBody>
          <a:bodyPr wrap="none" lIns="94035" tIns="47017" rIns="94035" bIns="47017" anchor="b" anchorCtr="0"/>
          <a:p>
            <a:pPr lvl="0" algn="r" defTabSz="939800"/>
            <a:fld id="{9A0DB2DC-4C9A-4742-B13C-FB6460FD3503}" type="slidenum">
              <a:rPr lang="en-US" altLang="en-US" sz="1200" dirty="0">
                <a:solidFill>
                  <a:srgbClr val="000000"/>
                </a:solidFill>
                <a:latin typeface="Times New Roman" panose="02020603050405020304" pitchFamily="18" charset="0"/>
              </a:rPr>
            </a:fld>
            <a:endParaRPr lang="en-US" altLang="en-US" sz="1200" dirty="0">
              <a:solidFill>
                <a:srgbClr val="000000"/>
              </a:solidFill>
              <a:latin typeface="Times New Roman" panose="02020603050405020304" pitchFamily="18" charset="0"/>
            </a:endParaRPr>
          </a:p>
        </p:txBody>
      </p:sp>
      <p:sp>
        <p:nvSpPr>
          <p:cNvPr id="139267" name="Rectangle 2"/>
          <p:cNvSpPr>
            <a:spLocks noTextEdit="1"/>
          </p:cNvSpPr>
          <p:nvPr>
            <p:ph type="sldImg"/>
          </p:nvPr>
        </p:nvSpPr>
        <p:spPr/>
      </p:sp>
      <p:sp>
        <p:nvSpPr>
          <p:cNvPr id="62468" name="Rectangle 3"/>
          <p:cNvSpPr>
            <a:spLocks noGrp="1" noChangeArrowheads="1"/>
          </p:cNvSpPr>
          <p:nvPr>
            <p:ph type="body" idx="1"/>
          </p:nvPr>
        </p:nvSpPr>
        <p:spPr/>
        <p:txBody>
          <a:bodyPr wrap="none" lIns="94035" tIns="47017" rIns="94035" bIns="47017" numCol="1" anchor="ctr" anchorCtr="0" compatLnSpc="1"/>
          <a:lstStyle/>
          <a:p>
            <a:pPr marL="228600" marR="0" lvl="0" indent="-228600" algn="l" defTabSz="914400" rtl="0" eaLnBrk="0" fontAlgn="base" latinLnBrk="0" hangingPunct="0">
              <a:lnSpc>
                <a:spcPct val="100000"/>
              </a:lnSpc>
              <a:spcBef>
                <a:spcPct val="30000"/>
              </a:spcBef>
              <a:spcAft>
                <a:spcPct val="0"/>
              </a:spcAft>
              <a:buClrTx/>
              <a:buSzTx/>
              <a:buFontTx/>
              <a:buAutoNum type="arabicPeriod"/>
              <a:defRPr/>
            </a:pPr>
            <a:endParaRPr kumimoji="0" lang="en-US"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S PGothic" panose="020B0600070205080204" pitchFamily="34" charset="-128"/>
              <a:cs typeface="MS PGothic" panose="020B0600070205080204" pitchFamily="34" charset="-128"/>
            </a:endParaRPr>
          </a:p>
          <a:p>
            <a:pPr marL="228600" marR="0" lvl="0" indent="-228600" algn="l" defTabSz="914400" rtl="0" eaLnBrk="0" fontAlgn="base" latinLnBrk="0" hangingPunct="0">
              <a:lnSpc>
                <a:spcPct val="100000"/>
              </a:lnSpc>
              <a:spcBef>
                <a:spcPct val="30000"/>
              </a:spcBef>
              <a:spcAft>
                <a:spcPct val="0"/>
              </a:spcAft>
              <a:buClrTx/>
              <a:buSzTx/>
              <a:buFontTx/>
              <a:buAutoNum type="arabicPeriod"/>
              <a:defRPr/>
            </a:pPr>
            <a:endParaRPr kumimoji="0" lang="en-US"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S PGothic" panose="020B0600070205080204" pitchFamily="34" charset="-128"/>
              <a:cs typeface="MS PGothic" panose="020B0600070205080204" pitchFamily="34" charset="-128"/>
            </a:endParaRPr>
          </a:p>
          <a:p>
            <a:pPr marL="228600" marR="0" lvl="0" indent="-228600" algn="l" defTabSz="914400" rtl="0" eaLnBrk="0" fontAlgn="base" latinLnBrk="0" hangingPunct="0">
              <a:lnSpc>
                <a:spcPct val="100000"/>
              </a:lnSpc>
              <a:spcBef>
                <a:spcPct val="30000"/>
              </a:spcBef>
              <a:spcAft>
                <a:spcPct val="0"/>
              </a:spcAft>
              <a:buClrTx/>
              <a:buSzTx/>
              <a:buFontTx/>
              <a:buAutoNum type="arabicPeriod"/>
              <a:defRPr/>
            </a:pPr>
            <a:endParaRPr kumimoji="0" lang="en-US"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S PGothic" panose="020B0600070205080204" pitchFamily="34" charset="-128"/>
              <a:cs typeface="MS PGothic" panose="020B0600070205080204" pitchFamily="34" charset="-128"/>
            </a:endParaRPr>
          </a:p>
          <a:p>
            <a:pPr marL="228600" marR="0" lvl="0" indent="-228600" algn="l" defTabSz="914400" rtl="0" eaLnBrk="0" fontAlgn="base" latinLnBrk="0" hangingPunct="0">
              <a:lnSpc>
                <a:spcPct val="100000"/>
              </a:lnSpc>
              <a:spcBef>
                <a:spcPct val="30000"/>
              </a:spcBef>
              <a:spcAft>
                <a:spcPct val="0"/>
              </a:spcAft>
              <a:buClrTx/>
              <a:buSzTx/>
              <a:buFontTx/>
              <a:buAutoNum type="arabicPeriod"/>
              <a:defRPr/>
            </a:pPr>
            <a:endParaRPr kumimoji="0" lang="en-US"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S PGothic" panose="020B0600070205080204" pitchFamily="34" charset="-128"/>
              <a:cs typeface="MS PGothic" panose="020B0600070205080204" pitchFamily="34" charset="-128"/>
            </a:endParaRPr>
          </a:p>
          <a:p>
            <a:pPr marL="228600" marR="0" lvl="0" indent="-228600" algn="l" defTabSz="914400" rtl="0" eaLnBrk="0" fontAlgn="base" latinLnBrk="0" hangingPunct="0">
              <a:lnSpc>
                <a:spcPct val="100000"/>
              </a:lnSpc>
              <a:spcBef>
                <a:spcPct val="30000"/>
              </a:spcBef>
              <a:spcAft>
                <a:spcPct val="0"/>
              </a:spcAft>
              <a:buClrTx/>
              <a:buSzTx/>
              <a:buFontTx/>
              <a:buAutoNum type="arabicPeriod"/>
              <a:defRPr/>
            </a:pPr>
            <a:endParaRPr kumimoji="0" lang="en-US"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S PGothic" panose="020B0600070205080204" pitchFamily="34" charset="-128"/>
              <a:cs typeface="MS PGothic" panose="020B0600070205080204" pitchFamily="34" charset="-128"/>
            </a:endParaRPr>
          </a:p>
          <a:p>
            <a:pPr marL="0" marR="0" lvl="0" indent="0" algn="l" defTabSz="914400" rtl="0" eaLnBrk="0" fontAlgn="base" latinLnBrk="0" hangingPunct="0">
              <a:lnSpc>
                <a:spcPct val="100000"/>
              </a:lnSpc>
              <a:spcBef>
                <a:spcPct val="30000"/>
              </a:spcBef>
              <a:spcAft>
                <a:spcPct val="0"/>
              </a:spcAft>
              <a:buClrTx/>
              <a:buSzTx/>
              <a:buFontTx/>
              <a:buNone/>
              <a:defRPr/>
            </a:pPr>
            <a:endParaRPr kumimoji="0" lang="en-US"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S PGothic" panose="020B0600070205080204" pitchFamily="34" charset="-128"/>
              <a:cs typeface="MS PGothic" panose="020B0600070205080204" pitchFamily="34" charset="-128"/>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41314" name="Rectangle 7"/>
          <p:cNvSpPr txBox="1">
            <a:spLocks noGrp="1"/>
          </p:cNvSpPr>
          <p:nvPr>
            <p:ph type="sldNum" sz="quarter"/>
          </p:nvPr>
        </p:nvSpPr>
        <p:spPr>
          <a:xfrm>
            <a:off x="4016375" y="8905875"/>
            <a:ext cx="3070225" cy="466725"/>
          </a:xfrm>
          <a:prstGeom prst="rect">
            <a:avLst/>
          </a:prstGeom>
          <a:noFill/>
          <a:ln w="9525">
            <a:noFill/>
          </a:ln>
        </p:spPr>
        <p:txBody>
          <a:bodyPr wrap="none" lIns="94035" tIns="47017" rIns="94035" bIns="47017" anchor="b" anchorCtr="0"/>
          <a:p>
            <a:pPr lvl="0" algn="r" defTabSz="939800"/>
            <a:fld id="{9A0DB2DC-4C9A-4742-B13C-FB6460FD3503}" type="slidenum">
              <a:rPr lang="en-US" altLang="en-US" sz="1200" dirty="0">
                <a:solidFill>
                  <a:srgbClr val="000000"/>
                </a:solidFill>
                <a:latin typeface="Times New Roman" panose="02020603050405020304" pitchFamily="18" charset="0"/>
              </a:rPr>
            </a:fld>
            <a:endParaRPr lang="en-US" altLang="en-US" sz="1200" dirty="0">
              <a:solidFill>
                <a:srgbClr val="000000"/>
              </a:solidFill>
              <a:latin typeface="Times New Roman" panose="02020603050405020304" pitchFamily="18" charset="0"/>
            </a:endParaRPr>
          </a:p>
        </p:txBody>
      </p:sp>
      <p:sp>
        <p:nvSpPr>
          <p:cNvPr id="141315" name="Rectangle 2"/>
          <p:cNvSpPr>
            <a:spLocks noTextEdit="1"/>
          </p:cNvSpPr>
          <p:nvPr>
            <p:ph type="sldImg"/>
          </p:nvPr>
        </p:nvSpPr>
        <p:spPr/>
      </p:sp>
      <p:sp>
        <p:nvSpPr>
          <p:cNvPr id="62468" name="Rectangle 3"/>
          <p:cNvSpPr>
            <a:spLocks noGrp="1" noChangeArrowheads="1"/>
          </p:cNvSpPr>
          <p:nvPr>
            <p:ph type="body" idx="1"/>
          </p:nvPr>
        </p:nvSpPr>
        <p:spPr/>
        <p:txBody>
          <a:bodyPr wrap="none" lIns="94035" tIns="47017" rIns="94035" bIns="47017" numCol="1" anchor="ctr" anchorCtr="0" compatLnSpc="1"/>
          <a:lstStyle/>
          <a:p>
            <a:pPr marL="228600" marR="0" lvl="0" indent="-228600" algn="l" defTabSz="914400" rtl="0" eaLnBrk="0" fontAlgn="base" latinLnBrk="0" hangingPunct="0">
              <a:lnSpc>
                <a:spcPct val="100000"/>
              </a:lnSpc>
              <a:spcBef>
                <a:spcPct val="30000"/>
              </a:spcBef>
              <a:spcAft>
                <a:spcPct val="0"/>
              </a:spcAft>
              <a:buClrTx/>
              <a:buSzTx/>
              <a:buFontTx/>
              <a:buAutoNum type="arabicPeriod"/>
              <a:defRPr/>
            </a:pPr>
            <a:endParaRPr kumimoji="0" lang="en-US"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S PGothic" panose="020B0600070205080204" pitchFamily="34" charset="-128"/>
              <a:cs typeface="MS PGothic" panose="020B0600070205080204" pitchFamily="34" charset="-128"/>
            </a:endParaRPr>
          </a:p>
          <a:p>
            <a:pPr marL="228600" marR="0" lvl="0" indent="-228600" algn="l" defTabSz="914400" rtl="0" eaLnBrk="0" fontAlgn="base" latinLnBrk="0" hangingPunct="0">
              <a:lnSpc>
                <a:spcPct val="100000"/>
              </a:lnSpc>
              <a:spcBef>
                <a:spcPct val="30000"/>
              </a:spcBef>
              <a:spcAft>
                <a:spcPct val="0"/>
              </a:spcAft>
              <a:buClrTx/>
              <a:buSzTx/>
              <a:buFontTx/>
              <a:buAutoNum type="arabicPeriod"/>
              <a:defRPr/>
            </a:pPr>
            <a:endParaRPr kumimoji="0" lang="en-US"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S PGothic" panose="020B0600070205080204" pitchFamily="34" charset="-128"/>
              <a:cs typeface="MS PGothic" panose="020B0600070205080204" pitchFamily="34" charset="-128"/>
            </a:endParaRPr>
          </a:p>
          <a:p>
            <a:pPr marL="0" marR="0" lvl="0" indent="0" algn="l" defTabSz="914400" rtl="0" eaLnBrk="0" fontAlgn="base" latinLnBrk="0" hangingPunct="0">
              <a:lnSpc>
                <a:spcPct val="100000"/>
              </a:lnSpc>
              <a:spcBef>
                <a:spcPct val="30000"/>
              </a:spcBef>
              <a:spcAft>
                <a:spcPct val="0"/>
              </a:spcAft>
              <a:buClrTx/>
              <a:buSzTx/>
              <a:buFontTx/>
              <a:buNone/>
              <a:defRPr/>
            </a:pPr>
            <a:endParaRPr kumimoji="0" lang="en-US"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S PGothic" panose="020B0600070205080204" pitchFamily="34" charset="-128"/>
              <a:cs typeface="MS PGothic" panose="020B0600070205080204" pitchFamily="34" charset="-128"/>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43362" name="Rectangle 7"/>
          <p:cNvSpPr txBox="1">
            <a:spLocks noGrp="1"/>
          </p:cNvSpPr>
          <p:nvPr>
            <p:ph type="sldNum" sz="quarter"/>
          </p:nvPr>
        </p:nvSpPr>
        <p:spPr>
          <a:xfrm>
            <a:off x="4016375" y="8905875"/>
            <a:ext cx="3070225" cy="466725"/>
          </a:xfrm>
          <a:prstGeom prst="rect">
            <a:avLst/>
          </a:prstGeom>
          <a:noFill/>
          <a:ln w="9525">
            <a:noFill/>
          </a:ln>
        </p:spPr>
        <p:txBody>
          <a:bodyPr wrap="none" lIns="94035" tIns="47017" rIns="94035" bIns="47017" anchor="b" anchorCtr="0"/>
          <a:p>
            <a:pPr lvl="0" algn="r" defTabSz="939800"/>
            <a:fld id="{9A0DB2DC-4C9A-4742-B13C-FB6460FD3503}" type="slidenum">
              <a:rPr lang="en-US" altLang="en-US" sz="1200" dirty="0">
                <a:solidFill>
                  <a:srgbClr val="000000"/>
                </a:solidFill>
                <a:latin typeface="Times New Roman" panose="02020603050405020304" pitchFamily="18" charset="0"/>
              </a:rPr>
            </a:fld>
            <a:endParaRPr lang="en-US" altLang="en-US" sz="1200" dirty="0">
              <a:solidFill>
                <a:srgbClr val="000000"/>
              </a:solidFill>
              <a:latin typeface="Times New Roman" panose="02020603050405020304" pitchFamily="18" charset="0"/>
            </a:endParaRPr>
          </a:p>
        </p:txBody>
      </p:sp>
      <p:sp>
        <p:nvSpPr>
          <p:cNvPr id="143363" name="Rectangle 2"/>
          <p:cNvSpPr>
            <a:spLocks noTextEdit="1"/>
          </p:cNvSpPr>
          <p:nvPr>
            <p:ph type="sldImg"/>
          </p:nvPr>
        </p:nvSpPr>
        <p:spPr/>
      </p:sp>
      <p:sp>
        <p:nvSpPr>
          <p:cNvPr id="62468" name="Rectangle 3"/>
          <p:cNvSpPr>
            <a:spLocks noGrp="1" noChangeArrowheads="1"/>
          </p:cNvSpPr>
          <p:nvPr>
            <p:ph type="body" idx="1"/>
          </p:nvPr>
        </p:nvSpPr>
        <p:spPr/>
        <p:txBody>
          <a:bodyPr wrap="none" lIns="94035" tIns="47017" rIns="94035" bIns="47017" numCol="1" anchor="ctr" anchorCtr="0" compatLnSpc="1"/>
          <a:lstStyle/>
          <a:p>
            <a:pPr marL="228600" marR="0" lvl="0" indent="-228600" algn="l" defTabSz="914400" rtl="0" eaLnBrk="0" fontAlgn="base" latinLnBrk="0" hangingPunct="0">
              <a:lnSpc>
                <a:spcPct val="100000"/>
              </a:lnSpc>
              <a:spcBef>
                <a:spcPct val="30000"/>
              </a:spcBef>
              <a:spcAft>
                <a:spcPct val="0"/>
              </a:spcAft>
              <a:buClrTx/>
              <a:buSzTx/>
              <a:buFontTx/>
              <a:buAutoNum type="arabicPeriod"/>
              <a:defRPr/>
            </a:pPr>
            <a:endParaRPr kumimoji="0" lang="en-US"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S PGothic" panose="020B0600070205080204" pitchFamily="34" charset="-128"/>
              <a:cs typeface="MS PGothic" panose="020B0600070205080204" pitchFamily="34" charset="-128"/>
            </a:endParaRPr>
          </a:p>
          <a:p>
            <a:pPr marL="228600" marR="0" lvl="0" indent="-228600" algn="l" defTabSz="914400" rtl="0" eaLnBrk="0" fontAlgn="base" latinLnBrk="0" hangingPunct="0">
              <a:lnSpc>
                <a:spcPct val="100000"/>
              </a:lnSpc>
              <a:spcBef>
                <a:spcPct val="30000"/>
              </a:spcBef>
              <a:spcAft>
                <a:spcPct val="0"/>
              </a:spcAft>
              <a:buClrTx/>
              <a:buSzTx/>
              <a:buFontTx/>
              <a:buAutoNum type="arabicPeriod"/>
              <a:defRPr/>
            </a:pPr>
            <a:endParaRPr kumimoji="0" lang="en-US"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S PGothic" panose="020B0600070205080204" pitchFamily="34" charset="-128"/>
              <a:cs typeface="MS PGothic" panose="020B0600070205080204" pitchFamily="34" charset="-128"/>
            </a:endParaRPr>
          </a:p>
          <a:p>
            <a:pPr marL="228600" marR="0" lvl="0" indent="-228600" algn="l" defTabSz="914400" rtl="0" eaLnBrk="0" fontAlgn="base" latinLnBrk="0" hangingPunct="0">
              <a:lnSpc>
                <a:spcPct val="100000"/>
              </a:lnSpc>
              <a:spcBef>
                <a:spcPct val="30000"/>
              </a:spcBef>
              <a:spcAft>
                <a:spcPct val="0"/>
              </a:spcAft>
              <a:buClrTx/>
              <a:buSzTx/>
              <a:buFontTx/>
              <a:buAutoNum type="arabicPeriod"/>
              <a:defRPr/>
            </a:pPr>
            <a:endParaRPr kumimoji="0" lang="en-US"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S PGothic" panose="020B0600070205080204" pitchFamily="34" charset="-128"/>
              <a:cs typeface="MS PGothic" panose="020B0600070205080204" pitchFamily="34" charset="-128"/>
            </a:endParaRPr>
          </a:p>
          <a:p>
            <a:pPr marL="228600" marR="0" lvl="0" indent="-228600" algn="l" defTabSz="914400" rtl="0" eaLnBrk="0" fontAlgn="base" latinLnBrk="0" hangingPunct="0">
              <a:lnSpc>
                <a:spcPct val="100000"/>
              </a:lnSpc>
              <a:spcBef>
                <a:spcPct val="30000"/>
              </a:spcBef>
              <a:spcAft>
                <a:spcPct val="0"/>
              </a:spcAft>
              <a:buClrTx/>
              <a:buSzTx/>
              <a:buFontTx/>
              <a:buAutoNum type="arabicPeriod"/>
              <a:defRPr/>
            </a:pPr>
            <a:endParaRPr kumimoji="0" lang="en-US"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S PGothic" panose="020B0600070205080204" pitchFamily="34" charset="-128"/>
              <a:cs typeface="MS PGothic" panose="020B0600070205080204" pitchFamily="34" charset="-128"/>
            </a:endParaRPr>
          </a:p>
          <a:p>
            <a:pPr marL="228600" marR="0" lvl="0" indent="-228600" algn="l" defTabSz="914400" rtl="0" eaLnBrk="0" fontAlgn="base" latinLnBrk="0" hangingPunct="0">
              <a:lnSpc>
                <a:spcPct val="100000"/>
              </a:lnSpc>
              <a:spcBef>
                <a:spcPct val="30000"/>
              </a:spcBef>
              <a:spcAft>
                <a:spcPct val="0"/>
              </a:spcAft>
              <a:buClrTx/>
              <a:buSzTx/>
              <a:buFontTx/>
              <a:buAutoNum type="arabicPeriod"/>
              <a:defRPr/>
            </a:pPr>
            <a:endParaRPr kumimoji="0" lang="en-US"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S PGothic" panose="020B0600070205080204" pitchFamily="34" charset="-128"/>
              <a:cs typeface="MS PGothic" panose="020B0600070205080204" pitchFamily="34" charset="-128"/>
            </a:endParaRPr>
          </a:p>
          <a:p>
            <a:pPr marL="0" marR="0" lvl="0" indent="0" algn="l" defTabSz="914400" rtl="0" eaLnBrk="0" fontAlgn="base" latinLnBrk="0" hangingPunct="0">
              <a:lnSpc>
                <a:spcPct val="100000"/>
              </a:lnSpc>
              <a:spcBef>
                <a:spcPct val="30000"/>
              </a:spcBef>
              <a:spcAft>
                <a:spcPct val="0"/>
              </a:spcAft>
              <a:buClrTx/>
              <a:buSzTx/>
              <a:buFontTx/>
              <a:buNone/>
              <a:defRPr/>
            </a:pPr>
            <a:endParaRPr kumimoji="0" lang="en-US"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S PGothic" panose="020B0600070205080204" pitchFamily="34" charset="-128"/>
              <a:cs typeface="MS PGothic" panose="020B0600070205080204" pitchFamily="34" charset="-128"/>
            </a:endParaRPr>
          </a:p>
        </p:txBody>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45410" name="Rectangle 7"/>
          <p:cNvSpPr txBox="1">
            <a:spLocks noGrp="1"/>
          </p:cNvSpPr>
          <p:nvPr>
            <p:ph type="sldNum" sz="quarter"/>
          </p:nvPr>
        </p:nvSpPr>
        <p:spPr>
          <a:xfrm>
            <a:off x="4016375" y="8905875"/>
            <a:ext cx="3070225" cy="466725"/>
          </a:xfrm>
          <a:prstGeom prst="rect">
            <a:avLst/>
          </a:prstGeom>
          <a:noFill/>
          <a:ln w="9525">
            <a:noFill/>
          </a:ln>
        </p:spPr>
        <p:txBody>
          <a:bodyPr wrap="none" lIns="94035" tIns="47017" rIns="94035" bIns="47017" anchor="b" anchorCtr="0"/>
          <a:p>
            <a:pPr lvl="0" algn="r" defTabSz="939800"/>
            <a:fld id="{9A0DB2DC-4C9A-4742-B13C-FB6460FD3503}" type="slidenum">
              <a:rPr lang="en-US" altLang="en-US" sz="1200" dirty="0">
                <a:solidFill>
                  <a:srgbClr val="000000"/>
                </a:solidFill>
                <a:latin typeface="Times New Roman" panose="02020603050405020304" pitchFamily="18" charset="0"/>
              </a:rPr>
            </a:fld>
            <a:endParaRPr lang="en-US" altLang="en-US" sz="1200" dirty="0">
              <a:solidFill>
                <a:srgbClr val="000000"/>
              </a:solidFill>
              <a:latin typeface="Times New Roman" panose="02020603050405020304" pitchFamily="18" charset="0"/>
            </a:endParaRPr>
          </a:p>
        </p:txBody>
      </p:sp>
      <p:sp>
        <p:nvSpPr>
          <p:cNvPr id="145411" name="Rectangle 2"/>
          <p:cNvSpPr>
            <a:spLocks noTextEdit="1"/>
          </p:cNvSpPr>
          <p:nvPr>
            <p:ph type="sldImg"/>
          </p:nvPr>
        </p:nvSpPr>
        <p:spPr/>
      </p:sp>
      <p:sp>
        <p:nvSpPr>
          <p:cNvPr id="62468" name="Rectangle 3"/>
          <p:cNvSpPr>
            <a:spLocks noGrp="1" noChangeArrowheads="1"/>
          </p:cNvSpPr>
          <p:nvPr>
            <p:ph type="body" idx="1"/>
          </p:nvPr>
        </p:nvSpPr>
        <p:spPr/>
        <p:txBody>
          <a:bodyPr wrap="none" lIns="94035" tIns="47017" rIns="94035" bIns="47017" numCol="1" anchor="ctr" anchorCtr="0" compatLnSpc="1"/>
          <a:lstStyle/>
          <a:p>
            <a:pPr marL="228600" marR="0" lvl="0" indent="-228600" algn="l" defTabSz="914400" rtl="0" eaLnBrk="0" fontAlgn="base" latinLnBrk="0" hangingPunct="0">
              <a:lnSpc>
                <a:spcPct val="100000"/>
              </a:lnSpc>
              <a:spcBef>
                <a:spcPct val="30000"/>
              </a:spcBef>
              <a:spcAft>
                <a:spcPct val="0"/>
              </a:spcAft>
              <a:buClrTx/>
              <a:buSzTx/>
              <a:buFontTx/>
              <a:buAutoNum type="arabicPeriod"/>
              <a:defRPr/>
            </a:pPr>
            <a:endParaRPr kumimoji="0" lang="en-US"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S PGothic" panose="020B0600070205080204" pitchFamily="34" charset="-128"/>
              <a:cs typeface="MS PGothic" panose="020B0600070205080204" pitchFamily="34" charset="-128"/>
            </a:endParaRPr>
          </a:p>
          <a:p>
            <a:pPr marL="228600" marR="0" lvl="0" indent="-228600" algn="l" defTabSz="914400" rtl="0" eaLnBrk="0" fontAlgn="base" latinLnBrk="0" hangingPunct="0">
              <a:lnSpc>
                <a:spcPct val="100000"/>
              </a:lnSpc>
              <a:spcBef>
                <a:spcPct val="30000"/>
              </a:spcBef>
              <a:spcAft>
                <a:spcPct val="0"/>
              </a:spcAft>
              <a:buClrTx/>
              <a:buSzTx/>
              <a:buFontTx/>
              <a:buAutoNum type="arabicPeriod"/>
              <a:defRPr/>
            </a:pPr>
            <a:endParaRPr kumimoji="0" lang="en-US"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S PGothic" panose="020B0600070205080204" pitchFamily="34" charset="-128"/>
              <a:cs typeface="MS PGothic" panose="020B0600070205080204" pitchFamily="34" charset="-128"/>
            </a:endParaRPr>
          </a:p>
          <a:p>
            <a:pPr marL="228600" marR="0" lvl="0" indent="-228600" algn="l" defTabSz="914400" rtl="0" eaLnBrk="0" fontAlgn="base" latinLnBrk="0" hangingPunct="0">
              <a:lnSpc>
                <a:spcPct val="100000"/>
              </a:lnSpc>
              <a:spcBef>
                <a:spcPct val="30000"/>
              </a:spcBef>
              <a:spcAft>
                <a:spcPct val="0"/>
              </a:spcAft>
              <a:buClrTx/>
              <a:buSzTx/>
              <a:buFontTx/>
              <a:buAutoNum type="arabicPeriod"/>
              <a:defRPr/>
            </a:pPr>
            <a:endParaRPr kumimoji="0" lang="en-US"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S PGothic" panose="020B0600070205080204" pitchFamily="34" charset="-128"/>
              <a:cs typeface="MS PGothic" panose="020B0600070205080204" pitchFamily="34" charset="-128"/>
            </a:endParaRPr>
          </a:p>
          <a:p>
            <a:pPr marL="228600" marR="0" lvl="0" indent="-228600" algn="l" defTabSz="914400" rtl="0" eaLnBrk="0" fontAlgn="base" latinLnBrk="0" hangingPunct="0">
              <a:lnSpc>
                <a:spcPct val="100000"/>
              </a:lnSpc>
              <a:spcBef>
                <a:spcPct val="30000"/>
              </a:spcBef>
              <a:spcAft>
                <a:spcPct val="0"/>
              </a:spcAft>
              <a:buClrTx/>
              <a:buSzTx/>
              <a:buFontTx/>
              <a:buAutoNum type="arabicPeriod"/>
              <a:defRPr/>
            </a:pPr>
            <a:endParaRPr kumimoji="0" lang="en-US"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S PGothic" panose="020B0600070205080204" pitchFamily="34" charset="-128"/>
              <a:cs typeface="MS PGothic" panose="020B0600070205080204" pitchFamily="34" charset="-128"/>
            </a:endParaRPr>
          </a:p>
          <a:p>
            <a:pPr marL="228600" marR="0" lvl="0" indent="-228600" algn="l" defTabSz="914400" rtl="0" eaLnBrk="0" fontAlgn="base" latinLnBrk="0" hangingPunct="0">
              <a:lnSpc>
                <a:spcPct val="100000"/>
              </a:lnSpc>
              <a:spcBef>
                <a:spcPct val="30000"/>
              </a:spcBef>
              <a:spcAft>
                <a:spcPct val="0"/>
              </a:spcAft>
              <a:buClrTx/>
              <a:buSzTx/>
              <a:buFontTx/>
              <a:buAutoNum type="arabicPeriod"/>
              <a:defRPr/>
            </a:pPr>
            <a:endParaRPr kumimoji="0" lang="en-US"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S PGothic" panose="020B0600070205080204" pitchFamily="34" charset="-128"/>
              <a:cs typeface="MS PGothic" panose="020B0600070205080204" pitchFamily="34" charset="-128"/>
            </a:endParaRPr>
          </a:p>
          <a:p>
            <a:pPr marL="0" marR="0" lvl="0" indent="0" algn="l" defTabSz="914400" rtl="0" eaLnBrk="0" fontAlgn="base" latinLnBrk="0" hangingPunct="0">
              <a:lnSpc>
                <a:spcPct val="100000"/>
              </a:lnSpc>
              <a:spcBef>
                <a:spcPct val="30000"/>
              </a:spcBef>
              <a:spcAft>
                <a:spcPct val="0"/>
              </a:spcAft>
              <a:buClrTx/>
              <a:buSzTx/>
              <a:buFontTx/>
              <a:buNone/>
              <a:defRPr/>
            </a:pPr>
            <a:endParaRPr kumimoji="0" lang="en-US"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S PGothic" panose="020B0600070205080204" pitchFamily="34" charset="-128"/>
              <a:cs typeface="MS PGothic" panose="020B0600070205080204" pitchFamily="34" charset="-128"/>
            </a:endParaRPr>
          </a:p>
        </p:txBody>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47458" name="Rectangle 7"/>
          <p:cNvSpPr txBox="1">
            <a:spLocks noGrp="1"/>
          </p:cNvSpPr>
          <p:nvPr>
            <p:ph type="sldNum" sz="quarter"/>
          </p:nvPr>
        </p:nvSpPr>
        <p:spPr>
          <a:xfrm>
            <a:off x="4016375" y="8905875"/>
            <a:ext cx="3070225" cy="466725"/>
          </a:xfrm>
          <a:prstGeom prst="rect">
            <a:avLst/>
          </a:prstGeom>
          <a:noFill/>
          <a:ln w="9525">
            <a:noFill/>
          </a:ln>
        </p:spPr>
        <p:txBody>
          <a:bodyPr wrap="none" lIns="94035" tIns="47017" rIns="94035" bIns="47017" anchor="b" anchorCtr="0"/>
          <a:p>
            <a:pPr lvl="0" algn="r" defTabSz="939800"/>
            <a:fld id="{9A0DB2DC-4C9A-4742-B13C-FB6460FD3503}" type="slidenum">
              <a:rPr lang="en-US" altLang="en-US" sz="1200" dirty="0">
                <a:solidFill>
                  <a:srgbClr val="000000"/>
                </a:solidFill>
                <a:latin typeface="Times New Roman" panose="02020603050405020304" pitchFamily="18" charset="0"/>
              </a:rPr>
            </a:fld>
            <a:endParaRPr lang="en-US" altLang="en-US" sz="1200" dirty="0">
              <a:solidFill>
                <a:srgbClr val="000000"/>
              </a:solidFill>
              <a:latin typeface="Times New Roman" panose="02020603050405020304" pitchFamily="18" charset="0"/>
            </a:endParaRPr>
          </a:p>
        </p:txBody>
      </p:sp>
      <p:sp>
        <p:nvSpPr>
          <p:cNvPr id="147459" name="Rectangle 2"/>
          <p:cNvSpPr>
            <a:spLocks noTextEdit="1"/>
          </p:cNvSpPr>
          <p:nvPr>
            <p:ph type="sldImg"/>
          </p:nvPr>
        </p:nvSpPr>
        <p:spPr/>
      </p:sp>
      <p:sp>
        <p:nvSpPr>
          <p:cNvPr id="62468" name="Rectangle 3"/>
          <p:cNvSpPr>
            <a:spLocks noGrp="1" noChangeArrowheads="1"/>
          </p:cNvSpPr>
          <p:nvPr>
            <p:ph type="body" idx="1"/>
          </p:nvPr>
        </p:nvSpPr>
        <p:spPr/>
        <p:txBody>
          <a:bodyPr wrap="none" lIns="94035" tIns="47017" rIns="94035" bIns="47017" numCol="1" anchor="ctr" anchorCtr="0" compatLnSpc="1"/>
          <a:lstStyle/>
          <a:p>
            <a:pPr marL="228600" marR="0" lvl="0" indent="-228600" algn="l" defTabSz="914400" rtl="0" eaLnBrk="0" fontAlgn="base" latinLnBrk="0" hangingPunct="0">
              <a:lnSpc>
                <a:spcPct val="100000"/>
              </a:lnSpc>
              <a:spcBef>
                <a:spcPct val="30000"/>
              </a:spcBef>
              <a:spcAft>
                <a:spcPct val="0"/>
              </a:spcAft>
              <a:buClrTx/>
              <a:buSzTx/>
              <a:buFontTx/>
              <a:buAutoNum type="arabicPeriod"/>
              <a:defRPr/>
            </a:pPr>
            <a:endParaRPr kumimoji="0" lang="en-US"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S PGothic" panose="020B0600070205080204" pitchFamily="34" charset="-128"/>
              <a:cs typeface="MS PGothic" panose="020B0600070205080204" pitchFamily="34" charset="-128"/>
            </a:endParaRPr>
          </a:p>
          <a:p>
            <a:pPr marL="228600" marR="0" lvl="0" indent="-228600" algn="l" defTabSz="914400" rtl="0" eaLnBrk="0" fontAlgn="base" latinLnBrk="0" hangingPunct="0">
              <a:lnSpc>
                <a:spcPct val="100000"/>
              </a:lnSpc>
              <a:spcBef>
                <a:spcPct val="30000"/>
              </a:spcBef>
              <a:spcAft>
                <a:spcPct val="0"/>
              </a:spcAft>
              <a:buClrTx/>
              <a:buSzTx/>
              <a:buFontTx/>
              <a:buAutoNum type="arabicPeriod"/>
              <a:defRPr/>
            </a:pPr>
            <a:endParaRPr kumimoji="0" lang="en-US"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S PGothic" panose="020B0600070205080204" pitchFamily="34" charset="-128"/>
              <a:cs typeface="MS PGothic" panose="020B0600070205080204" pitchFamily="34" charset="-128"/>
            </a:endParaRPr>
          </a:p>
          <a:p>
            <a:pPr marL="228600" marR="0" lvl="0" indent="-228600" algn="l" defTabSz="914400" rtl="0" eaLnBrk="0" fontAlgn="base" latinLnBrk="0" hangingPunct="0">
              <a:lnSpc>
                <a:spcPct val="100000"/>
              </a:lnSpc>
              <a:spcBef>
                <a:spcPct val="30000"/>
              </a:spcBef>
              <a:spcAft>
                <a:spcPct val="0"/>
              </a:spcAft>
              <a:buClrTx/>
              <a:buSzTx/>
              <a:buFontTx/>
              <a:buAutoNum type="arabicPeriod"/>
              <a:defRPr/>
            </a:pPr>
            <a:endParaRPr kumimoji="0" lang="en-US"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S PGothic" panose="020B0600070205080204" pitchFamily="34" charset="-128"/>
              <a:cs typeface="MS PGothic" panose="020B0600070205080204" pitchFamily="34" charset="-128"/>
            </a:endParaRPr>
          </a:p>
          <a:p>
            <a:pPr marL="228600" marR="0" lvl="0" indent="-228600" algn="l" defTabSz="914400" rtl="0" eaLnBrk="0" fontAlgn="base" latinLnBrk="0" hangingPunct="0">
              <a:lnSpc>
                <a:spcPct val="100000"/>
              </a:lnSpc>
              <a:spcBef>
                <a:spcPct val="30000"/>
              </a:spcBef>
              <a:spcAft>
                <a:spcPct val="0"/>
              </a:spcAft>
              <a:buClrTx/>
              <a:buSzTx/>
              <a:buFontTx/>
              <a:buAutoNum type="arabicPeriod"/>
              <a:defRPr/>
            </a:pPr>
            <a:endParaRPr kumimoji="0" lang="en-US"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S PGothic" panose="020B0600070205080204" pitchFamily="34" charset="-128"/>
              <a:cs typeface="MS PGothic" panose="020B0600070205080204" pitchFamily="34" charset="-128"/>
            </a:endParaRPr>
          </a:p>
          <a:p>
            <a:pPr marL="228600" marR="0" lvl="0" indent="-228600" algn="l" defTabSz="914400" rtl="0" eaLnBrk="0" fontAlgn="base" latinLnBrk="0" hangingPunct="0">
              <a:lnSpc>
                <a:spcPct val="100000"/>
              </a:lnSpc>
              <a:spcBef>
                <a:spcPct val="30000"/>
              </a:spcBef>
              <a:spcAft>
                <a:spcPct val="0"/>
              </a:spcAft>
              <a:buClrTx/>
              <a:buSzTx/>
              <a:buFontTx/>
              <a:buAutoNum type="arabicPeriod"/>
              <a:defRPr/>
            </a:pPr>
            <a:endParaRPr kumimoji="0" lang="en-US"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S PGothic" panose="020B0600070205080204" pitchFamily="34" charset="-128"/>
              <a:cs typeface="MS PGothic" panose="020B0600070205080204" pitchFamily="34" charset="-128"/>
            </a:endParaRPr>
          </a:p>
          <a:p>
            <a:pPr marL="0" marR="0" lvl="0" indent="0" algn="l" defTabSz="914400" rtl="0" eaLnBrk="0" fontAlgn="base" latinLnBrk="0" hangingPunct="0">
              <a:lnSpc>
                <a:spcPct val="100000"/>
              </a:lnSpc>
              <a:spcBef>
                <a:spcPct val="30000"/>
              </a:spcBef>
              <a:spcAft>
                <a:spcPct val="0"/>
              </a:spcAft>
              <a:buClrTx/>
              <a:buSzTx/>
              <a:buFontTx/>
              <a:buNone/>
              <a:defRPr/>
            </a:pPr>
            <a:endParaRPr kumimoji="0" lang="en-US"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S PGothic" panose="020B0600070205080204" pitchFamily="34" charset="-128"/>
              <a:cs typeface="MS PGothic" panose="020B0600070205080204" pitchFamily="34" charset="-128"/>
            </a:endParaRPr>
          </a:p>
        </p:txBody>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49506" name="Rectangle 7"/>
          <p:cNvSpPr txBox="1">
            <a:spLocks noGrp="1"/>
          </p:cNvSpPr>
          <p:nvPr>
            <p:ph type="sldNum" sz="quarter"/>
          </p:nvPr>
        </p:nvSpPr>
        <p:spPr>
          <a:xfrm>
            <a:off x="4016375" y="8905875"/>
            <a:ext cx="3070225" cy="466725"/>
          </a:xfrm>
          <a:prstGeom prst="rect">
            <a:avLst/>
          </a:prstGeom>
          <a:noFill/>
          <a:ln w="9525">
            <a:noFill/>
          </a:ln>
        </p:spPr>
        <p:txBody>
          <a:bodyPr wrap="none" lIns="94035" tIns="47017" rIns="94035" bIns="47017" anchor="b" anchorCtr="0"/>
          <a:p>
            <a:pPr lvl="0" algn="r" defTabSz="939800"/>
            <a:fld id="{9A0DB2DC-4C9A-4742-B13C-FB6460FD3503}" type="slidenum">
              <a:rPr lang="en-US" altLang="en-US" sz="1200" dirty="0">
                <a:solidFill>
                  <a:srgbClr val="000000"/>
                </a:solidFill>
                <a:latin typeface="Times New Roman" panose="02020603050405020304" pitchFamily="18" charset="0"/>
              </a:rPr>
            </a:fld>
            <a:endParaRPr lang="en-US" altLang="en-US" sz="1200" dirty="0">
              <a:solidFill>
                <a:srgbClr val="000000"/>
              </a:solidFill>
              <a:latin typeface="Times New Roman" panose="02020603050405020304" pitchFamily="18" charset="0"/>
            </a:endParaRPr>
          </a:p>
        </p:txBody>
      </p:sp>
      <p:sp>
        <p:nvSpPr>
          <p:cNvPr id="149507" name="Rectangle 2"/>
          <p:cNvSpPr>
            <a:spLocks noTextEdit="1"/>
          </p:cNvSpPr>
          <p:nvPr>
            <p:ph type="sldImg"/>
          </p:nvPr>
        </p:nvSpPr>
        <p:spPr/>
      </p:sp>
      <p:sp>
        <p:nvSpPr>
          <p:cNvPr id="62468" name="Rectangle 3"/>
          <p:cNvSpPr>
            <a:spLocks noGrp="1" noChangeArrowheads="1"/>
          </p:cNvSpPr>
          <p:nvPr>
            <p:ph type="body" idx="1"/>
          </p:nvPr>
        </p:nvSpPr>
        <p:spPr/>
        <p:txBody>
          <a:bodyPr wrap="none" lIns="94035" tIns="47017" rIns="94035" bIns="47017" numCol="1" anchor="ctr" anchorCtr="0" compatLnSpc="1"/>
          <a:lstStyle/>
          <a:p>
            <a:pPr marL="228600" marR="0" lvl="0" indent="-228600" algn="l" defTabSz="914400" rtl="0" eaLnBrk="0" fontAlgn="base" latinLnBrk="0" hangingPunct="0">
              <a:lnSpc>
                <a:spcPct val="100000"/>
              </a:lnSpc>
              <a:spcBef>
                <a:spcPct val="30000"/>
              </a:spcBef>
              <a:spcAft>
                <a:spcPct val="0"/>
              </a:spcAft>
              <a:buClrTx/>
              <a:buSzTx/>
              <a:buFontTx/>
              <a:buAutoNum type="arabicPeriod"/>
              <a:defRPr/>
            </a:pPr>
            <a:endParaRPr kumimoji="0" lang="en-US"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S PGothic" panose="020B0600070205080204" pitchFamily="34" charset="-128"/>
              <a:cs typeface="MS PGothic" panose="020B0600070205080204" pitchFamily="34" charset="-128"/>
            </a:endParaRPr>
          </a:p>
          <a:p>
            <a:pPr marL="228600" marR="0" lvl="0" indent="-228600" algn="l" defTabSz="914400" rtl="0" eaLnBrk="0" fontAlgn="base" latinLnBrk="0" hangingPunct="0">
              <a:lnSpc>
                <a:spcPct val="100000"/>
              </a:lnSpc>
              <a:spcBef>
                <a:spcPct val="30000"/>
              </a:spcBef>
              <a:spcAft>
                <a:spcPct val="0"/>
              </a:spcAft>
              <a:buClrTx/>
              <a:buSzTx/>
              <a:buFontTx/>
              <a:buAutoNum type="arabicPeriod"/>
              <a:defRPr/>
            </a:pPr>
            <a:endParaRPr kumimoji="0" lang="en-US"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S PGothic" panose="020B0600070205080204" pitchFamily="34" charset="-128"/>
              <a:cs typeface="MS PGothic" panose="020B0600070205080204" pitchFamily="34" charset="-128"/>
            </a:endParaRPr>
          </a:p>
          <a:p>
            <a:pPr marL="228600" marR="0" lvl="0" indent="-228600" algn="l" defTabSz="914400" rtl="0" eaLnBrk="0" fontAlgn="base" latinLnBrk="0" hangingPunct="0">
              <a:lnSpc>
                <a:spcPct val="100000"/>
              </a:lnSpc>
              <a:spcBef>
                <a:spcPct val="30000"/>
              </a:spcBef>
              <a:spcAft>
                <a:spcPct val="0"/>
              </a:spcAft>
              <a:buClrTx/>
              <a:buSzTx/>
              <a:buFontTx/>
              <a:buAutoNum type="arabicPeriod"/>
              <a:defRPr/>
            </a:pPr>
            <a:endParaRPr kumimoji="0" lang="en-US"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S PGothic" panose="020B0600070205080204" pitchFamily="34" charset="-128"/>
              <a:cs typeface="MS PGothic" panose="020B0600070205080204" pitchFamily="34" charset="-128"/>
            </a:endParaRPr>
          </a:p>
          <a:p>
            <a:pPr marL="228600" marR="0" lvl="0" indent="-228600" algn="l" defTabSz="914400" rtl="0" eaLnBrk="0" fontAlgn="base" latinLnBrk="0" hangingPunct="0">
              <a:lnSpc>
                <a:spcPct val="100000"/>
              </a:lnSpc>
              <a:spcBef>
                <a:spcPct val="30000"/>
              </a:spcBef>
              <a:spcAft>
                <a:spcPct val="0"/>
              </a:spcAft>
              <a:buClrTx/>
              <a:buSzTx/>
              <a:buFontTx/>
              <a:buAutoNum type="arabicPeriod"/>
              <a:defRPr/>
            </a:pPr>
            <a:endParaRPr kumimoji="0" lang="en-US"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S PGothic" panose="020B0600070205080204" pitchFamily="34" charset="-128"/>
              <a:cs typeface="MS PGothic" panose="020B0600070205080204" pitchFamily="34" charset="-128"/>
            </a:endParaRPr>
          </a:p>
          <a:p>
            <a:pPr marL="228600" marR="0" lvl="0" indent="-228600" algn="l" defTabSz="914400" rtl="0" eaLnBrk="0" fontAlgn="base" latinLnBrk="0" hangingPunct="0">
              <a:lnSpc>
                <a:spcPct val="100000"/>
              </a:lnSpc>
              <a:spcBef>
                <a:spcPct val="30000"/>
              </a:spcBef>
              <a:spcAft>
                <a:spcPct val="0"/>
              </a:spcAft>
              <a:buClrTx/>
              <a:buSzTx/>
              <a:buFontTx/>
              <a:buAutoNum type="arabicPeriod"/>
              <a:defRPr/>
            </a:pPr>
            <a:endParaRPr kumimoji="0" lang="en-US"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S PGothic" panose="020B0600070205080204" pitchFamily="34" charset="-128"/>
              <a:cs typeface="MS PGothic" panose="020B0600070205080204" pitchFamily="34" charset="-128"/>
            </a:endParaRPr>
          </a:p>
          <a:p>
            <a:pPr marL="0" marR="0" lvl="0" indent="0" algn="l" defTabSz="914400" rtl="0" eaLnBrk="0" fontAlgn="base" latinLnBrk="0" hangingPunct="0">
              <a:lnSpc>
                <a:spcPct val="100000"/>
              </a:lnSpc>
              <a:spcBef>
                <a:spcPct val="30000"/>
              </a:spcBef>
              <a:spcAft>
                <a:spcPct val="0"/>
              </a:spcAft>
              <a:buClrTx/>
              <a:buSzTx/>
              <a:buFontTx/>
              <a:buNone/>
              <a:defRPr/>
            </a:pPr>
            <a:endParaRPr kumimoji="0" lang="en-US"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S PGothic" panose="020B0600070205080204" pitchFamily="34" charset="-128"/>
              <a:cs typeface="MS PGothic" panose="020B0600070205080204" pitchFamily="34" charset="-128"/>
            </a:endParaRPr>
          </a:p>
        </p:txBody>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51554" name="Rectangle 7"/>
          <p:cNvSpPr txBox="1">
            <a:spLocks noGrp="1"/>
          </p:cNvSpPr>
          <p:nvPr>
            <p:ph type="sldNum" sz="quarter"/>
          </p:nvPr>
        </p:nvSpPr>
        <p:spPr>
          <a:xfrm>
            <a:off x="4016375" y="8905875"/>
            <a:ext cx="3070225" cy="466725"/>
          </a:xfrm>
          <a:prstGeom prst="rect">
            <a:avLst/>
          </a:prstGeom>
          <a:noFill/>
          <a:ln w="9525">
            <a:noFill/>
          </a:ln>
        </p:spPr>
        <p:txBody>
          <a:bodyPr wrap="none" lIns="94035" tIns="47017" rIns="94035" bIns="47017" anchor="b" anchorCtr="0"/>
          <a:p>
            <a:pPr lvl="0" algn="r" defTabSz="939800"/>
            <a:fld id="{9A0DB2DC-4C9A-4742-B13C-FB6460FD3503}" type="slidenum">
              <a:rPr lang="en-US" altLang="en-US" sz="1200" dirty="0">
                <a:solidFill>
                  <a:srgbClr val="000000"/>
                </a:solidFill>
                <a:latin typeface="Times New Roman" panose="02020603050405020304" pitchFamily="18" charset="0"/>
              </a:rPr>
            </a:fld>
            <a:endParaRPr lang="en-US" altLang="en-US" sz="1200" dirty="0">
              <a:solidFill>
                <a:srgbClr val="000000"/>
              </a:solidFill>
              <a:latin typeface="Times New Roman" panose="02020603050405020304" pitchFamily="18" charset="0"/>
            </a:endParaRPr>
          </a:p>
        </p:txBody>
      </p:sp>
      <p:sp>
        <p:nvSpPr>
          <p:cNvPr id="151555" name="Rectangle 2"/>
          <p:cNvSpPr>
            <a:spLocks noTextEdit="1"/>
          </p:cNvSpPr>
          <p:nvPr>
            <p:ph type="sldImg"/>
          </p:nvPr>
        </p:nvSpPr>
        <p:spPr/>
      </p:sp>
      <p:sp>
        <p:nvSpPr>
          <p:cNvPr id="62468" name="Rectangle 3"/>
          <p:cNvSpPr>
            <a:spLocks noGrp="1" noChangeArrowheads="1"/>
          </p:cNvSpPr>
          <p:nvPr>
            <p:ph type="body" idx="1"/>
          </p:nvPr>
        </p:nvSpPr>
        <p:spPr/>
        <p:txBody>
          <a:bodyPr wrap="none" lIns="94035" tIns="47017" rIns="94035" bIns="47017" numCol="1" anchor="ctr" anchorCtr="0" compatLnSpc="1"/>
          <a:lstStyle/>
          <a:p>
            <a:pPr marL="228600" marR="0" lvl="0" indent="-228600" algn="l" defTabSz="914400" rtl="0" eaLnBrk="0" fontAlgn="base" latinLnBrk="0" hangingPunct="0">
              <a:lnSpc>
                <a:spcPct val="100000"/>
              </a:lnSpc>
              <a:spcBef>
                <a:spcPct val="30000"/>
              </a:spcBef>
              <a:spcAft>
                <a:spcPct val="0"/>
              </a:spcAft>
              <a:buClrTx/>
              <a:buSzTx/>
              <a:buFontTx/>
              <a:buAutoNum type="arabicPeriod"/>
              <a:defRPr/>
            </a:pPr>
            <a:endParaRPr kumimoji="0" lang="en-US"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S PGothic" panose="020B0600070205080204" pitchFamily="34" charset="-128"/>
              <a:cs typeface="MS PGothic" panose="020B0600070205080204" pitchFamily="34" charset="-128"/>
            </a:endParaRPr>
          </a:p>
          <a:p>
            <a:pPr marL="228600" marR="0" lvl="0" indent="-228600" algn="l" defTabSz="914400" rtl="0" eaLnBrk="0" fontAlgn="base" latinLnBrk="0" hangingPunct="0">
              <a:lnSpc>
                <a:spcPct val="100000"/>
              </a:lnSpc>
              <a:spcBef>
                <a:spcPct val="30000"/>
              </a:spcBef>
              <a:spcAft>
                <a:spcPct val="0"/>
              </a:spcAft>
              <a:buClrTx/>
              <a:buSzTx/>
              <a:buFontTx/>
              <a:buAutoNum type="arabicPeriod"/>
              <a:defRPr/>
            </a:pPr>
            <a:endParaRPr kumimoji="0" lang="en-US"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S PGothic" panose="020B0600070205080204" pitchFamily="34" charset="-128"/>
              <a:cs typeface="MS PGothic" panose="020B0600070205080204" pitchFamily="34" charset="-128"/>
            </a:endParaRPr>
          </a:p>
          <a:p>
            <a:pPr marL="228600" marR="0" lvl="0" indent="-228600" algn="l" defTabSz="914400" rtl="0" eaLnBrk="0" fontAlgn="base" latinLnBrk="0" hangingPunct="0">
              <a:lnSpc>
                <a:spcPct val="100000"/>
              </a:lnSpc>
              <a:spcBef>
                <a:spcPct val="30000"/>
              </a:spcBef>
              <a:spcAft>
                <a:spcPct val="0"/>
              </a:spcAft>
              <a:buClrTx/>
              <a:buSzTx/>
              <a:buFontTx/>
              <a:buAutoNum type="arabicPeriod"/>
              <a:defRPr/>
            </a:pPr>
            <a:endParaRPr kumimoji="0" lang="en-US"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S PGothic" panose="020B0600070205080204" pitchFamily="34" charset="-128"/>
              <a:cs typeface="MS PGothic" panose="020B0600070205080204" pitchFamily="34" charset="-128"/>
            </a:endParaRPr>
          </a:p>
          <a:p>
            <a:pPr marL="228600" marR="0" lvl="0" indent="-228600" algn="l" defTabSz="914400" rtl="0" eaLnBrk="0" fontAlgn="base" latinLnBrk="0" hangingPunct="0">
              <a:lnSpc>
                <a:spcPct val="100000"/>
              </a:lnSpc>
              <a:spcBef>
                <a:spcPct val="30000"/>
              </a:spcBef>
              <a:spcAft>
                <a:spcPct val="0"/>
              </a:spcAft>
              <a:buClrTx/>
              <a:buSzTx/>
              <a:buFontTx/>
              <a:buAutoNum type="arabicPeriod"/>
              <a:defRPr/>
            </a:pPr>
            <a:endParaRPr kumimoji="0" lang="en-US"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S PGothic" panose="020B0600070205080204" pitchFamily="34" charset="-128"/>
              <a:cs typeface="MS PGothic" panose="020B0600070205080204" pitchFamily="34" charset="-128"/>
            </a:endParaRPr>
          </a:p>
          <a:p>
            <a:pPr marL="228600" marR="0" lvl="0" indent="-228600" algn="l" defTabSz="914400" rtl="0" eaLnBrk="0" fontAlgn="base" latinLnBrk="0" hangingPunct="0">
              <a:lnSpc>
                <a:spcPct val="100000"/>
              </a:lnSpc>
              <a:spcBef>
                <a:spcPct val="30000"/>
              </a:spcBef>
              <a:spcAft>
                <a:spcPct val="0"/>
              </a:spcAft>
              <a:buClrTx/>
              <a:buSzTx/>
              <a:buFontTx/>
              <a:buAutoNum type="arabicPeriod"/>
              <a:defRPr/>
            </a:pPr>
            <a:endParaRPr kumimoji="0" lang="en-US"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S PGothic" panose="020B0600070205080204" pitchFamily="34" charset="-128"/>
              <a:cs typeface="MS PGothic" panose="020B0600070205080204" pitchFamily="34" charset="-128"/>
            </a:endParaRPr>
          </a:p>
          <a:p>
            <a:pPr marL="0" marR="0" lvl="0" indent="0" algn="l" defTabSz="914400" rtl="0" eaLnBrk="0" fontAlgn="base" latinLnBrk="0" hangingPunct="0">
              <a:lnSpc>
                <a:spcPct val="100000"/>
              </a:lnSpc>
              <a:spcBef>
                <a:spcPct val="30000"/>
              </a:spcBef>
              <a:spcAft>
                <a:spcPct val="0"/>
              </a:spcAft>
              <a:buClrTx/>
              <a:buSzTx/>
              <a:buFontTx/>
              <a:buNone/>
              <a:defRPr/>
            </a:pPr>
            <a:endParaRPr kumimoji="0" lang="en-US"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S PGothic" panose="020B0600070205080204" pitchFamily="34" charset="-128"/>
              <a:cs typeface="MS PGothic" panose="020B0600070205080204" pitchFamily="34" charset="-128"/>
            </a:endParaRPr>
          </a:p>
        </p:txBody>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02" name="Rectangle 7"/>
          <p:cNvSpPr txBox="1">
            <a:spLocks noGrp="1"/>
          </p:cNvSpPr>
          <p:nvPr>
            <p:ph type="sldNum" sz="quarter"/>
          </p:nvPr>
        </p:nvSpPr>
        <p:spPr>
          <a:xfrm>
            <a:off x="4016375" y="8905875"/>
            <a:ext cx="3070225" cy="466725"/>
          </a:xfrm>
          <a:prstGeom prst="rect">
            <a:avLst/>
          </a:prstGeom>
          <a:noFill/>
          <a:ln w="9525">
            <a:noFill/>
          </a:ln>
        </p:spPr>
        <p:txBody>
          <a:bodyPr wrap="none" lIns="94035" tIns="47017" rIns="94035" bIns="47017" anchor="b" anchorCtr="0"/>
          <a:p>
            <a:pPr lvl="0" algn="r" defTabSz="939800"/>
            <a:fld id="{9A0DB2DC-4C9A-4742-B13C-FB6460FD3503}" type="slidenum">
              <a:rPr lang="en-US" altLang="en-US" sz="1200" dirty="0">
                <a:solidFill>
                  <a:srgbClr val="000000"/>
                </a:solidFill>
                <a:latin typeface="Times New Roman" panose="02020603050405020304" pitchFamily="18" charset="0"/>
              </a:rPr>
            </a:fld>
            <a:endParaRPr lang="en-US" altLang="en-US" sz="1200" dirty="0">
              <a:solidFill>
                <a:srgbClr val="000000"/>
              </a:solidFill>
              <a:latin typeface="Times New Roman" panose="02020603050405020304" pitchFamily="18" charset="0"/>
            </a:endParaRPr>
          </a:p>
        </p:txBody>
      </p:sp>
      <p:sp>
        <p:nvSpPr>
          <p:cNvPr id="153603" name="Rectangle 2"/>
          <p:cNvSpPr>
            <a:spLocks noTextEdit="1"/>
          </p:cNvSpPr>
          <p:nvPr>
            <p:ph type="sldImg"/>
          </p:nvPr>
        </p:nvSpPr>
        <p:spPr/>
      </p:sp>
      <p:sp>
        <p:nvSpPr>
          <p:cNvPr id="62468" name="Rectangle 3"/>
          <p:cNvSpPr>
            <a:spLocks noGrp="1" noChangeArrowheads="1"/>
          </p:cNvSpPr>
          <p:nvPr>
            <p:ph type="body" idx="1"/>
          </p:nvPr>
        </p:nvSpPr>
        <p:spPr/>
        <p:txBody>
          <a:bodyPr wrap="none" lIns="94035" tIns="47017" rIns="94035" bIns="47017" numCol="1" anchor="ctr" anchorCtr="0" compatLnSpc="1"/>
          <a:lstStyle/>
          <a:p>
            <a:pPr marL="228600" marR="0" lvl="0" indent="-228600" algn="l" defTabSz="914400" rtl="0" eaLnBrk="0" fontAlgn="base" latinLnBrk="0" hangingPunct="0">
              <a:lnSpc>
                <a:spcPct val="100000"/>
              </a:lnSpc>
              <a:spcBef>
                <a:spcPct val="30000"/>
              </a:spcBef>
              <a:spcAft>
                <a:spcPct val="0"/>
              </a:spcAft>
              <a:buClrTx/>
              <a:buSzTx/>
              <a:buFontTx/>
              <a:buAutoNum type="arabicPeriod"/>
              <a:defRPr/>
            </a:pPr>
            <a:endParaRPr kumimoji="0" lang="en-US"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S PGothic" panose="020B0600070205080204" pitchFamily="34" charset="-128"/>
              <a:cs typeface="MS PGothic" panose="020B0600070205080204" pitchFamily="34" charset="-128"/>
            </a:endParaRPr>
          </a:p>
          <a:p>
            <a:pPr marL="228600" marR="0" lvl="0" indent="-228600" algn="l" defTabSz="914400" rtl="0" eaLnBrk="0" fontAlgn="base" latinLnBrk="0" hangingPunct="0">
              <a:lnSpc>
                <a:spcPct val="100000"/>
              </a:lnSpc>
              <a:spcBef>
                <a:spcPct val="30000"/>
              </a:spcBef>
              <a:spcAft>
                <a:spcPct val="0"/>
              </a:spcAft>
              <a:buClrTx/>
              <a:buSzTx/>
              <a:buFontTx/>
              <a:buAutoNum type="arabicPeriod"/>
              <a:defRPr/>
            </a:pPr>
            <a:endParaRPr kumimoji="0" lang="en-US"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S PGothic" panose="020B0600070205080204" pitchFamily="34" charset="-128"/>
              <a:cs typeface="MS PGothic" panose="020B0600070205080204" pitchFamily="34" charset="-128"/>
            </a:endParaRPr>
          </a:p>
          <a:p>
            <a:pPr marL="228600" marR="0" lvl="0" indent="-228600" algn="l" defTabSz="914400" rtl="0" eaLnBrk="0" fontAlgn="base" latinLnBrk="0" hangingPunct="0">
              <a:lnSpc>
                <a:spcPct val="100000"/>
              </a:lnSpc>
              <a:spcBef>
                <a:spcPct val="30000"/>
              </a:spcBef>
              <a:spcAft>
                <a:spcPct val="0"/>
              </a:spcAft>
              <a:buClrTx/>
              <a:buSzTx/>
              <a:buFontTx/>
              <a:buAutoNum type="arabicPeriod"/>
              <a:defRPr/>
            </a:pPr>
            <a:endParaRPr kumimoji="0" lang="en-US"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S PGothic" panose="020B0600070205080204" pitchFamily="34" charset="-128"/>
              <a:cs typeface="MS PGothic" panose="020B0600070205080204" pitchFamily="34" charset="-128"/>
            </a:endParaRPr>
          </a:p>
          <a:p>
            <a:pPr marL="228600" marR="0" lvl="0" indent="-228600" algn="l" defTabSz="914400" rtl="0" eaLnBrk="0" fontAlgn="base" latinLnBrk="0" hangingPunct="0">
              <a:lnSpc>
                <a:spcPct val="100000"/>
              </a:lnSpc>
              <a:spcBef>
                <a:spcPct val="30000"/>
              </a:spcBef>
              <a:spcAft>
                <a:spcPct val="0"/>
              </a:spcAft>
              <a:buClrTx/>
              <a:buSzTx/>
              <a:buFontTx/>
              <a:buAutoNum type="arabicPeriod"/>
              <a:defRPr/>
            </a:pPr>
            <a:endParaRPr kumimoji="0" lang="en-US"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S PGothic" panose="020B0600070205080204" pitchFamily="34" charset="-128"/>
              <a:cs typeface="MS PGothic" panose="020B0600070205080204" pitchFamily="34" charset="-128"/>
            </a:endParaRPr>
          </a:p>
          <a:p>
            <a:pPr marL="228600" marR="0" lvl="0" indent="-228600" algn="l" defTabSz="914400" rtl="0" eaLnBrk="0" fontAlgn="base" latinLnBrk="0" hangingPunct="0">
              <a:lnSpc>
                <a:spcPct val="100000"/>
              </a:lnSpc>
              <a:spcBef>
                <a:spcPct val="30000"/>
              </a:spcBef>
              <a:spcAft>
                <a:spcPct val="0"/>
              </a:spcAft>
              <a:buClrTx/>
              <a:buSzTx/>
              <a:buFontTx/>
              <a:buAutoNum type="arabicPeriod"/>
              <a:defRPr/>
            </a:pPr>
            <a:endParaRPr kumimoji="0" lang="en-US"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S PGothic" panose="020B0600070205080204" pitchFamily="34" charset="-128"/>
              <a:cs typeface="MS PGothic" panose="020B0600070205080204" pitchFamily="34" charset="-128"/>
            </a:endParaRPr>
          </a:p>
          <a:p>
            <a:pPr marL="0" marR="0" lvl="0" indent="0" algn="l" defTabSz="914400" rtl="0" eaLnBrk="0" fontAlgn="base" latinLnBrk="0" hangingPunct="0">
              <a:lnSpc>
                <a:spcPct val="100000"/>
              </a:lnSpc>
              <a:spcBef>
                <a:spcPct val="30000"/>
              </a:spcBef>
              <a:spcAft>
                <a:spcPct val="0"/>
              </a:spcAft>
              <a:buClrTx/>
              <a:buSzTx/>
              <a:buFontTx/>
              <a:buNone/>
              <a:defRPr/>
            </a:pPr>
            <a:endParaRPr kumimoji="0" lang="en-US"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S PGothic" panose="020B0600070205080204" pitchFamily="34" charset="-128"/>
              <a:cs typeface="MS PGothic" panose="020B0600070205080204" pitchFamily="34" charset="-128"/>
            </a:endParaRPr>
          </a:p>
        </p:txBody>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55650" name="Rectangle 7"/>
          <p:cNvSpPr txBox="1">
            <a:spLocks noGrp="1"/>
          </p:cNvSpPr>
          <p:nvPr>
            <p:ph type="sldNum" sz="quarter"/>
          </p:nvPr>
        </p:nvSpPr>
        <p:spPr>
          <a:xfrm>
            <a:off x="4016375" y="8905875"/>
            <a:ext cx="3070225" cy="466725"/>
          </a:xfrm>
          <a:prstGeom prst="rect">
            <a:avLst/>
          </a:prstGeom>
          <a:noFill/>
          <a:ln w="9525">
            <a:noFill/>
          </a:ln>
        </p:spPr>
        <p:txBody>
          <a:bodyPr wrap="none" lIns="94035" tIns="47017" rIns="94035" bIns="47017" anchor="b" anchorCtr="0"/>
          <a:p>
            <a:pPr lvl="0" algn="r" defTabSz="939800"/>
            <a:fld id="{9A0DB2DC-4C9A-4742-B13C-FB6460FD3503}" type="slidenum">
              <a:rPr lang="en-US" altLang="en-US" sz="1200" dirty="0">
                <a:solidFill>
                  <a:srgbClr val="000000"/>
                </a:solidFill>
                <a:latin typeface="Times New Roman" panose="02020603050405020304" pitchFamily="18" charset="0"/>
              </a:rPr>
            </a:fld>
            <a:endParaRPr lang="en-US" altLang="en-US" sz="1200" dirty="0">
              <a:solidFill>
                <a:srgbClr val="000000"/>
              </a:solidFill>
              <a:latin typeface="Times New Roman" panose="02020603050405020304" pitchFamily="18" charset="0"/>
            </a:endParaRPr>
          </a:p>
        </p:txBody>
      </p:sp>
      <p:sp>
        <p:nvSpPr>
          <p:cNvPr id="155651" name="Rectangle 2"/>
          <p:cNvSpPr>
            <a:spLocks noTextEdit="1"/>
          </p:cNvSpPr>
          <p:nvPr>
            <p:ph type="sldImg"/>
          </p:nvPr>
        </p:nvSpPr>
        <p:spPr/>
      </p:sp>
      <p:sp>
        <p:nvSpPr>
          <p:cNvPr id="62468" name="Rectangle 3"/>
          <p:cNvSpPr>
            <a:spLocks noGrp="1" noChangeArrowheads="1"/>
          </p:cNvSpPr>
          <p:nvPr>
            <p:ph type="body" idx="1"/>
          </p:nvPr>
        </p:nvSpPr>
        <p:spPr/>
        <p:txBody>
          <a:bodyPr wrap="none" lIns="94035" tIns="47017" rIns="94035" bIns="47017" numCol="1" anchor="ctr" anchorCtr="0" compatLnSpc="1"/>
          <a:lstStyle/>
          <a:p>
            <a:pPr marL="228600" marR="0" lvl="0" indent="-228600" algn="l" defTabSz="914400" rtl="0" eaLnBrk="0" fontAlgn="base" latinLnBrk="0" hangingPunct="0">
              <a:lnSpc>
                <a:spcPct val="100000"/>
              </a:lnSpc>
              <a:spcBef>
                <a:spcPct val="30000"/>
              </a:spcBef>
              <a:spcAft>
                <a:spcPct val="0"/>
              </a:spcAft>
              <a:buClrTx/>
              <a:buSzTx/>
              <a:buFontTx/>
              <a:buAutoNum type="arabicPeriod"/>
              <a:defRPr/>
            </a:pPr>
            <a:endParaRPr kumimoji="0" lang="en-US"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S PGothic" panose="020B0600070205080204" pitchFamily="34" charset="-128"/>
              <a:cs typeface="MS PGothic" panose="020B0600070205080204" pitchFamily="34" charset="-128"/>
            </a:endParaRPr>
          </a:p>
          <a:p>
            <a:pPr marL="228600" marR="0" lvl="0" indent="-228600" algn="l" defTabSz="914400" rtl="0" eaLnBrk="0" fontAlgn="base" latinLnBrk="0" hangingPunct="0">
              <a:lnSpc>
                <a:spcPct val="100000"/>
              </a:lnSpc>
              <a:spcBef>
                <a:spcPct val="30000"/>
              </a:spcBef>
              <a:spcAft>
                <a:spcPct val="0"/>
              </a:spcAft>
              <a:buClrTx/>
              <a:buSzTx/>
              <a:buFontTx/>
              <a:buAutoNum type="arabicPeriod"/>
              <a:defRPr/>
            </a:pPr>
            <a:endParaRPr kumimoji="0" lang="en-US"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S PGothic" panose="020B0600070205080204" pitchFamily="34" charset="-128"/>
              <a:cs typeface="MS PGothic" panose="020B0600070205080204" pitchFamily="34" charset="-128"/>
            </a:endParaRPr>
          </a:p>
          <a:p>
            <a:pPr marL="228600" marR="0" lvl="0" indent="-228600" algn="l" defTabSz="914400" rtl="0" eaLnBrk="0" fontAlgn="base" latinLnBrk="0" hangingPunct="0">
              <a:lnSpc>
                <a:spcPct val="100000"/>
              </a:lnSpc>
              <a:spcBef>
                <a:spcPct val="30000"/>
              </a:spcBef>
              <a:spcAft>
                <a:spcPct val="0"/>
              </a:spcAft>
              <a:buClrTx/>
              <a:buSzTx/>
              <a:buFontTx/>
              <a:buAutoNum type="arabicPeriod"/>
              <a:defRPr/>
            </a:pPr>
            <a:endParaRPr kumimoji="0" lang="en-US"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S PGothic" panose="020B0600070205080204" pitchFamily="34" charset="-128"/>
              <a:cs typeface="MS PGothic" panose="020B0600070205080204" pitchFamily="34" charset="-128"/>
            </a:endParaRPr>
          </a:p>
          <a:p>
            <a:pPr marL="228600" marR="0" lvl="0" indent="-228600" algn="l" defTabSz="914400" rtl="0" eaLnBrk="0" fontAlgn="base" latinLnBrk="0" hangingPunct="0">
              <a:lnSpc>
                <a:spcPct val="100000"/>
              </a:lnSpc>
              <a:spcBef>
                <a:spcPct val="30000"/>
              </a:spcBef>
              <a:spcAft>
                <a:spcPct val="0"/>
              </a:spcAft>
              <a:buClrTx/>
              <a:buSzTx/>
              <a:buFontTx/>
              <a:buAutoNum type="arabicPeriod"/>
              <a:defRPr/>
            </a:pPr>
            <a:endParaRPr kumimoji="0" lang="en-US"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S PGothic" panose="020B0600070205080204" pitchFamily="34" charset="-128"/>
              <a:cs typeface="MS PGothic" panose="020B0600070205080204" pitchFamily="34" charset="-128"/>
            </a:endParaRPr>
          </a:p>
          <a:p>
            <a:pPr marL="228600" marR="0" lvl="0" indent="-228600" algn="l" defTabSz="914400" rtl="0" eaLnBrk="0" fontAlgn="base" latinLnBrk="0" hangingPunct="0">
              <a:lnSpc>
                <a:spcPct val="100000"/>
              </a:lnSpc>
              <a:spcBef>
                <a:spcPct val="30000"/>
              </a:spcBef>
              <a:spcAft>
                <a:spcPct val="0"/>
              </a:spcAft>
              <a:buClrTx/>
              <a:buSzTx/>
              <a:buFontTx/>
              <a:buAutoNum type="arabicPeriod"/>
              <a:defRPr/>
            </a:pPr>
            <a:endParaRPr kumimoji="0" lang="en-US"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S PGothic" panose="020B0600070205080204" pitchFamily="34" charset="-128"/>
              <a:cs typeface="MS PGothic" panose="020B0600070205080204" pitchFamily="34" charset="-128"/>
            </a:endParaRPr>
          </a:p>
          <a:p>
            <a:pPr marL="0" marR="0" lvl="0" indent="0" algn="l" defTabSz="914400" rtl="0" eaLnBrk="0" fontAlgn="base" latinLnBrk="0" hangingPunct="0">
              <a:lnSpc>
                <a:spcPct val="100000"/>
              </a:lnSpc>
              <a:spcBef>
                <a:spcPct val="30000"/>
              </a:spcBef>
              <a:spcAft>
                <a:spcPct val="0"/>
              </a:spcAft>
              <a:buClrTx/>
              <a:buSzTx/>
              <a:buFontTx/>
              <a:buNone/>
              <a:defRPr/>
            </a:pPr>
            <a:endParaRPr kumimoji="0" lang="en-US"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S PGothic" panose="020B0600070205080204" pitchFamily="34" charset="-128"/>
              <a:cs typeface="MS PGothic" panose="020B0600070205080204" pitchFamily="34" charset="-128"/>
            </a:endParaRPr>
          </a:p>
        </p:txBody>
      </p:sp>
    </p:spTree>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57698" name="Rectangle 7"/>
          <p:cNvSpPr txBox="1">
            <a:spLocks noGrp="1"/>
          </p:cNvSpPr>
          <p:nvPr>
            <p:ph type="sldNum" sz="quarter"/>
          </p:nvPr>
        </p:nvSpPr>
        <p:spPr>
          <a:xfrm>
            <a:off x="4016375" y="8905875"/>
            <a:ext cx="3070225" cy="466725"/>
          </a:xfrm>
          <a:prstGeom prst="rect">
            <a:avLst/>
          </a:prstGeom>
          <a:noFill/>
          <a:ln w="9525">
            <a:noFill/>
          </a:ln>
        </p:spPr>
        <p:txBody>
          <a:bodyPr wrap="none" lIns="94035" tIns="47017" rIns="94035" bIns="47017" anchor="b" anchorCtr="0"/>
          <a:p>
            <a:pPr lvl="0" algn="r" defTabSz="939800"/>
            <a:fld id="{9A0DB2DC-4C9A-4742-B13C-FB6460FD3503}" type="slidenum">
              <a:rPr lang="en-US" altLang="en-US" sz="1200" dirty="0">
                <a:solidFill>
                  <a:srgbClr val="000000"/>
                </a:solidFill>
                <a:latin typeface="Times New Roman" panose="02020603050405020304" pitchFamily="18" charset="0"/>
              </a:rPr>
            </a:fld>
            <a:endParaRPr lang="en-US" altLang="en-US" sz="1200" dirty="0">
              <a:solidFill>
                <a:srgbClr val="000000"/>
              </a:solidFill>
              <a:latin typeface="Times New Roman" panose="02020603050405020304" pitchFamily="18" charset="0"/>
            </a:endParaRPr>
          </a:p>
        </p:txBody>
      </p:sp>
      <p:sp>
        <p:nvSpPr>
          <p:cNvPr id="157699" name="Rectangle 2"/>
          <p:cNvSpPr>
            <a:spLocks noTextEdit="1"/>
          </p:cNvSpPr>
          <p:nvPr>
            <p:ph type="sldImg"/>
          </p:nvPr>
        </p:nvSpPr>
        <p:spPr/>
      </p:sp>
      <p:sp>
        <p:nvSpPr>
          <p:cNvPr id="62468" name="Rectangle 3"/>
          <p:cNvSpPr>
            <a:spLocks noGrp="1" noChangeArrowheads="1"/>
          </p:cNvSpPr>
          <p:nvPr>
            <p:ph type="body" idx="1"/>
          </p:nvPr>
        </p:nvSpPr>
        <p:spPr/>
        <p:txBody>
          <a:bodyPr wrap="none" lIns="94035" tIns="47017" rIns="94035" bIns="47017" numCol="1" anchor="ctr" anchorCtr="0" compatLnSpc="1"/>
          <a:lstStyle/>
          <a:p>
            <a:pPr marL="228600" marR="0" lvl="0" indent="-228600" algn="l" defTabSz="914400" rtl="0" eaLnBrk="0" fontAlgn="base" latinLnBrk="0" hangingPunct="0">
              <a:lnSpc>
                <a:spcPct val="100000"/>
              </a:lnSpc>
              <a:spcBef>
                <a:spcPct val="30000"/>
              </a:spcBef>
              <a:spcAft>
                <a:spcPct val="0"/>
              </a:spcAft>
              <a:buClrTx/>
              <a:buSzTx/>
              <a:buFontTx/>
              <a:buAutoNum type="arabicPeriod"/>
              <a:defRPr/>
            </a:pPr>
            <a:endParaRPr kumimoji="0" lang="en-US"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S PGothic" panose="020B0600070205080204" pitchFamily="34" charset="-128"/>
              <a:cs typeface="MS PGothic" panose="020B0600070205080204" pitchFamily="34" charset="-128"/>
            </a:endParaRPr>
          </a:p>
          <a:p>
            <a:pPr marL="228600" marR="0" lvl="0" indent="-228600" algn="l" defTabSz="914400" rtl="0" eaLnBrk="0" fontAlgn="base" latinLnBrk="0" hangingPunct="0">
              <a:lnSpc>
                <a:spcPct val="100000"/>
              </a:lnSpc>
              <a:spcBef>
                <a:spcPct val="30000"/>
              </a:spcBef>
              <a:spcAft>
                <a:spcPct val="0"/>
              </a:spcAft>
              <a:buClrTx/>
              <a:buSzTx/>
              <a:buFontTx/>
              <a:buAutoNum type="arabicPeriod"/>
              <a:defRPr/>
            </a:pPr>
            <a:endParaRPr kumimoji="0" lang="en-US"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S PGothic" panose="020B0600070205080204" pitchFamily="34" charset="-128"/>
              <a:cs typeface="MS PGothic" panose="020B0600070205080204" pitchFamily="34" charset="-128"/>
            </a:endParaRPr>
          </a:p>
          <a:p>
            <a:pPr marL="228600" marR="0" lvl="0" indent="-228600" algn="l" defTabSz="914400" rtl="0" eaLnBrk="0" fontAlgn="base" latinLnBrk="0" hangingPunct="0">
              <a:lnSpc>
                <a:spcPct val="100000"/>
              </a:lnSpc>
              <a:spcBef>
                <a:spcPct val="30000"/>
              </a:spcBef>
              <a:spcAft>
                <a:spcPct val="0"/>
              </a:spcAft>
              <a:buClrTx/>
              <a:buSzTx/>
              <a:buFontTx/>
              <a:buAutoNum type="arabicPeriod"/>
              <a:defRPr/>
            </a:pPr>
            <a:endParaRPr kumimoji="0" lang="en-US"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S PGothic" panose="020B0600070205080204" pitchFamily="34" charset="-128"/>
              <a:cs typeface="MS PGothic" panose="020B0600070205080204" pitchFamily="34" charset="-128"/>
            </a:endParaRPr>
          </a:p>
          <a:p>
            <a:pPr marL="228600" marR="0" lvl="0" indent="-228600" algn="l" defTabSz="914400" rtl="0" eaLnBrk="0" fontAlgn="base" latinLnBrk="0" hangingPunct="0">
              <a:lnSpc>
                <a:spcPct val="100000"/>
              </a:lnSpc>
              <a:spcBef>
                <a:spcPct val="30000"/>
              </a:spcBef>
              <a:spcAft>
                <a:spcPct val="0"/>
              </a:spcAft>
              <a:buClrTx/>
              <a:buSzTx/>
              <a:buFontTx/>
              <a:buAutoNum type="arabicPeriod"/>
              <a:defRPr/>
            </a:pPr>
            <a:endParaRPr kumimoji="0" lang="en-US"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S PGothic" panose="020B0600070205080204" pitchFamily="34" charset="-128"/>
              <a:cs typeface="MS PGothic" panose="020B0600070205080204" pitchFamily="34" charset="-128"/>
            </a:endParaRPr>
          </a:p>
          <a:p>
            <a:pPr marL="228600" marR="0" lvl="0" indent="-228600" algn="l" defTabSz="914400" rtl="0" eaLnBrk="0" fontAlgn="base" latinLnBrk="0" hangingPunct="0">
              <a:lnSpc>
                <a:spcPct val="100000"/>
              </a:lnSpc>
              <a:spcBef>
                <a:spcPct val="30000"/>
              </a:spcBef>
              <a:spcAft>
                <a:spcPct val="0"/>
              </a:spcAft>
              <a:buClrTx/>
              <a:buSzTx/>
              <a:buFontTx/>
              <a:buAutoNum type="arabicPeriod"/>
              <a:defRPr/>
            </a:pPr>
            <a:endParaRPr kumimoji="0" lang="en-US"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S PGothic" panose="020B0600070205080204" pitchFamily="34" charset="-128"/>
              <a:cs typeface="MS PGothic" panose="020B0600070205080204" pitchFamily="34" charset="-128"/>
            </a:endParaRPr>
          </a:p>
          <a:p>
            <a:pPr marL="0" marR="0" lvl="0" indent="0" algn="l" defTabSz="914400" rtl="0" eaLnBrk="0" fontAlgn="base" latinLnBrk="0" hangingPunct="0">
              <a:lnSpc>
                <a:spcPct val="100000"/>
              </a:lnSpc>
              <a:spcBef>
                <a:spcPct val="30000"/>
              </a:spcBef>
              <a:spcAft>
                <a:spcPct val="0"/>
              </a:spcAft>
              <a:buClrTx/>
              <a:buSzTx/>
              <a:buFontTx/>
              <a:buNone/>
              <a:defRPr/>
            </a:pPr>
            <a:endParaRPr kumimoji="0" lang="en-US"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S PGothic" panose="020B0600070205080204" pitchFamily="34" charset="-128"/>
              <a:cs typeface="MS PGothic" panose="020B0600070205080204" pitchFamily="34" charset="-128"/>
            </a:endParaRPr>
          </a:p>
        </p:txBody>
      </p:sp>
    </p:spTree>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59746" name="Rectangle 7"/>
          <p:cNvSpPr txBox="1">
            <a:spLocks noGrp="1"/>
          </p:cNvSpPr>
          <p:nvPr>
            <p:ph type="sldNum" sz="quarter"/>
          </p:nvPr>
        </p:nvSpPr>
        <p:spPr>
          <a:xfrm>
            <a:off x="4016375" y="8905875"/>
            <a:ext cx="3070225" cy="466725"/>
          </a:xfrm>
          <a:prstGeom prst="rect">
            <a:avLst/>
          </a:prstGeom>
          <a:noFill/>
          <a:ln w="9525">
            <a:noFill/>
          </a:ln>
        </p:spPr>
        <p:txBody>
          <a:bodyPr wrap="none" lIns="94035" tIns="47017" rIns="94035" bIns="47017" anchor="b" anchorCtr="0"/>
          <a:p>
            <a:pPr lvl="0" algn="r" defTabSz="939800"/>
            <a:fld id="{9A0DB2DC-4C9A-4742-B13C-FB6460FD3503}" type="slidenum">
              <a:rPr lang="en-US" altLang="en-US" sz="1200" dirty="0">
                <a:solidFill>
                  <a:srgbClr val="000000"/>
                </a:solidFill>
                <a:latin typeface="Times New Roman" panose="02020603050405020304" pitchFamily="18" charset="0"/>
              </a:rPr>
            </a:fld>
            <a:endParaRPr lang="en-US" altLang="en-US" sz="1200" dirty="0">
              <a:solidFill>
                <a:srgbClr val="000000"/>
              </a:solidFill>
              <a:latin typeface="Times New Roman" panose="02020603050405020304" pitchFamily="18" charset="0"/>
            </a:endParaRPr>
          </a:p>
        </p:txBody>
      </p:sp>
      <p:sp>
        <p:nvSpPr>
          <p:cNvPr id="159747" name="Rectangle 2"/>
          <p:cNvSpPr>
            <a:spLocks noTextEdit="1"/>
          </p:cNvSpPr>
          <p:nvPr>
            <p:ph type="sldImg"/>
          </p:nvPr>
        </p:nvSpPr>
        <p:spPr/>
      </p:sp>
      <p:sp>
        <p:nvSpPr>
          <p:cNvPr id="62468" name="Rectangle 3"/>
          <p:cNvSpPr>
            <a:spLocks noGrp="1" noChangeArrowheads="1"/>
          </p:cNvSpPr>
          <p:nvPr>
            <p:ph type="body" idx="1"/>
          </p:nvPr>
        </p:nvSpPr>
        <p:spPr/>
        <p:txBody>
          <a:bodyPr wrap="none" lIns="94035" tIns="47017" rIns="94035" bIns="47017" numCol="1" anchor="ctr" anchorCtr="0" compatLnSpc="1"/>
          <a:lstStyle/>
          <a:p>
            <a:pPr marL="228600" marR="0" lvl="0" indent="-228600" algn="l" defTabSz="914400" rtl="0" eaLnBrk="0" fontAlgn="base" latinLnBrk="0" hangingPunct="0">
              <a:lnSpc>
                <a:spcPct val="100000"/>
              </a:lnSpc>
              <a:spcBef>
                <a:spcPct val="30000"/>
              </a:spcBef>
              <a:spcAft>
                <a:spcPct val="0"/>
              </a:spcAft>
              <a:buClrTx/>
              <a:buSzTx/>
              <a:buFontTx/>
              <a:buAutoNum type="arabicPeriod"/>
              <a:defRPr/>
            </a:pPr>
            <a:endParaRPr kumimoji="0" lang="en-US"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S PGothic" panose="020B0600070205080204" pitchFamily="34" charset="-128"/>
              <a:cs typeface="MS PGothic" panose="020B0600070205080204" pitchFamily="34" charset="-128"/>
            </a:endParaRPr>
          </a:p>
          <a:p>
            <a:pPr marL="228600" marR="0" lvl="0" indent="-228600" algn="l" defTabSz="914400" rtl="0" eaLnBrk="0" fontAlgn="base" latinLnBrk="0" hangingPunct="0">
              <a:lnSpc>
                <a:spcPct val="100000"/>
              </a:lnSpc>
              <a:spcBef>
                <a:spcPct val="30000"/>
              </a:spcBef>
              <a:spcAft>
                <a:spcPct val="0"/>
              </a:spcAft>
              <a:buClrTx/>
              <a:buSzTx/>
              <a:buFontTx/>
              <a:buAutoNum type="arabicPeriod"/>
              <a:defRPr/>
            </a:pPr>
            <a:endParaRPr kumimoji="0" lang="en-US"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S PGothic" panose="020B0600070205080204" pitchFamily="34" charset="-128"/>
              <a:cs typeface="MS PGothic" panose="020B0600070205080204" pitchFamily="34" charset="-128"/>
            </a:endParaRPr>
          </a:p>
          <a:p>
            <a:pPr marL="228600" marR="0" lvl="0" indent="-228600" algn="l" defTabSz="914400" rtl="0" eaLnBrk="0" fontAlgn="base" latinLnBrk="0" hangingPunct="0">
              <a:lnSpc>
                <a:spcPct val="100000"/>
              </a:lnSpc>
              <a:spcBef>
                <a:spcPct val="30000"/>
              </a:spcBef>
              <a:spcAft>
                <a:spcPct val="0"/>
              </a:spcAft>
              <a:buClrTx/>
              <a:buSzTx/>
              <a:buFontTx/>
              <a:buAutoNum type="arabicPeriod"/>
              <a:defRPr/>
            </a:pPr>
            <a:endParaRPr kumimoji="0" lang="en-US"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S PGothic" panose="020B0600070205080204" pitchFamily="34" charset="-128"/>
              <a:cs typeface="MS PGothic" panose="020B0600070205080204" pitchFamily="34" charset="-128"/>
            </a:endParaRPr>
          </a:p>
          <a:p>
            <a:pPr marL="228600" marR="0" lvl="0" indent="-228600" algn="l" defTabSz="914400" rtl="0" eaLnBrk="0" fontAlgn="base" latinLnBrk="0" hangingPunct="0">
              <a:lnSpc>
                <a:spcPct val="100000"/>
              </a:lnSpc>
              <a:spcBef>
                <a:spcPct val="30000"/>
              </a:spcBef>
              <a:spcAft>
                <a:spcPct val="0"/>
              </a:spcAft>
              <a:buClrTx/>
              <a:buSzTx/>
              <a:buFontTx/>
              <a:buAutoNum type="arabicPeriod"/>
              <a:defRPr/>
            </a:pPr>
            <a:endParaRPr kumimoji="0" lang="en-US"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S PGothic" panose="020B0600070205080204" pitchFamily="34" charset="-128"/>
              <a:cs typeface="MS PGothic" panose="020B0600070205080204" pitchFamily="34" charset="-128"/>
            </a:endParaRPr>
          </a:p>
          <a:p>
            <a:pPr marL="228600" marR="0" lvl="0" indent="-228600" algn="l" defTabSz="914400" rtl="0" eaLnBrk="0" fontAlgn="base" latinLnBrk="0" hangingPunct="0">
              <a:lnSpc>
                <a:spcPct val="100000"/>
              </a:lnSpc>
              <a:spcBef>
                <a:spcPct val="30000"/>
              </a:spcBef>
              <a:spcAft>
                <a:spcPct val="0"/>
              </a:spcAft>
              <a:buClrTx/>
              <a:buSzTx/>
              <a:buFontTx/>
              <a:buAutoNum type="arabicPeriod"/>
              <a:defRPr/>
            </a:pPr>
            <a:endParaRPr kumimoji="0" lang="en-US"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S PGothic" panose="020B0600070205080204" pitchFamily="34" charset="-128"/>
              <a:cs typeface="MS PGothic" panose="020B0600070205080204" pitchFamily="34" charset="-128"/>
            </a:endParaRPr>
          </a:p>
          <a:p>
            <a:pPr marL="0" marR="0" lvl="0" indent="0" algn="l" defTabSz="914400" rtl="0" eaLnBrk="0" fontAlgn="base" latinLnBrk="0" hangingPunct="0">
              <a:lnSpc>
                <a:spcPct val="100000"/>
              </a:lnSpc>
              <a:spcBef>
                <a:spcPct val="30000"/>
              </a:spcBef>
              <a:spcAft>
                <a:spcPct val="0"/>
              </a:spcAft>
              <a:buClrTx/>
              <a:buSzTx/>
              <a:buFontTx/>
              <a:buNone/>
              <a:defRPr/>
            </a:pPr>
            <a:endParaRPr kumimoji="0" lang="en-US"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S PGothic" panose="020B0600070205080204" pitchFamily="34" charset="-128"/>
              <a:cs typeface="MS PGothic" panose="020B0600070205080204" pitchFamily="34" charset="-128"/>
            </a:endParaRPr>
          </a:p>
        </p:txBody>
      </p:sp>
    </p:spTree>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61794" name="Rectangle 7"/>
          <p:cNvSpPr txBox="1">
            <a:spLocks noGrp="1"/>
          </p:cNvSpPr>
          <p:nvPr>
            <p:ph type="sldNum" sz="quarter"/>
          </p:nvPr>
        </p:nvSpPr>
        <p:spPr>
          <a:xfrm>
            <a:off x="4016375" y="8905875"/>
            <a:ext cx="3070225" cy="466725"/>
          </a:xfrm>
          <a:prstGeom prst="rect">
            <a:avLst/>
          </a:prstGeom>
          <a:noFill/>
          <a:ln w="9525">
            <a:noFill/>
          </a:ln>
        </p:spPr>
        <p:txBody>
          <a:bodyPr wrap="none" lIns="94035" tIns="47017" rIns="94035" bIns="47017" anchor="b" anchorCtr="0"/>
          <a:p>
            <a:pPr lvl="0" algn="r" defTabSz="939800"/>
            <a:fld id="{9A0DB2DC-4C9A-4742-B13C-FB6460FD3503}" type="slidenum">
              <a:rPr lang="en-US" altLang="en-US" sz="1200" dirty="0">
                <a:solidFill>
                  <a:srgbClr val="000000"/>
                </a:solidFill>
                <a:latin typeface="Times New Roman" panose="02020603050405020304" pitchFamily="18" charset="0"/>
              </a:rPr>
            </a:fld>
            <a:endParaRPr lang="en-US" altLang="en-US" sz="1200" dirty="0">
              <a:solidFill>
                <a:srgbClr val="000000"/>
              </a:solidFill>
              <a:latin typeface="Times New Roman" panose="02020603050405020304" pitchFamily="18" charset="0"/>
            </a:endParaRPr>
          </a:p>
        </p:txBody>
      </p:sp>
      <p:sp>
        <p:nvSpPr>
          <p:cNvPr id="161795" name="Rectangle 2"/>
          <p:cNvSpPr>
            <a:spLocks noTextEdit="1"/>
          </p:cNvSpPr>
          <p:nvPr>
            <p:ph type="sldImg"/>
          </p:nvPr>
        </p:nvSpPr>
        <p:spPr/>
      </p:sp>
      <p:sp>
        <p:nvSpPr>
          <p:cNvPr id="62468" name="Rectangle 3"/>
          <p:cNvSpPr>
            <a:spLocks noGrp="1" noChangeArrowheads="1"/>
          </p:cNvSpPr>
          <p:nvPr>
            <p:ph type="body" idx="1"/>
          </p:nvPr>
        </p:nvSpPr>
        <p:spPr/>
        <p:txBody>
          <a:bodyPr wrap="none" lIns="94035" tIns="47017" rIns="94035" bIns="47017" numCol="1" anchor="ctr" anchorCtr="0" compatLnSpc="1"/>
          <a:lstStyle/>
          <a:p>
            <a:pPr marL="228600" marR="0" lvl="0" indent="-228600" algn="l" defTabSz="914400" rtl="0" eaLnBrk="0" fontAlgn="base" latinLnBrk="0" hangingPunct="0">
              <a:lnSpc>
                <a:spcPct val="100000"/>
              </a:lnSpc>
              <a:spcBef>
                <a:spcPct val="30000"/>
              </a:spcBef>
              <a:spcAft>
                <a:spcPct val="0"/>
              </a:spcAft>
              <a:buClrTx/>
              <a:buSzTx/>
              <a:buFontTx/>
              <a:buAutoNum type="arabicPeriod"/>
              <a:defRPr/>
            </a:pPr>
            <a:endParaRPr kumimoji="0" lang="en-US"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S PGothic" panose="020B0600070205080204" pitchFamily="34" charset="-128"/>
              <a:cs typeface="MS PGothic" panose="020B0600070205080204" pitchFamily="34" charset="-128"/>
            </a:endParaRPr>
          </a:p>
          <a:p>
            <a:pPr marL="228600" marR="0" lvl="0" indent="-228600" algn="l" defTabSz="914400" rtl="0" eaLnBrk="0" fontAlgn="base" latinLnBrk="0" hangingPunct="0">
              <a:lnSpc>
                <a:spcPct val="100000"/>
              </a:lnSpc>
              <a:spcBef>
                <a:spcPct val="30000"/>
              </a:spcBef>
              <a:spcAft>
                <a:spcPct val="0"/>
              </a:spcAft>
              <a:buClrTx/>
              <a:buSzTx/>
              <a:buFontTx/>
              <a:buAutoNum type="arabicPeriod"/>
              <a:defRPr/>
            </a:pPr>
            <a:endParaRPr kumimoji="0" lang="en-US"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S PGothic" panose="020B0600070205080204" pitchFamily="34" charset="-128"/>
              <a:cs typeface="MS PGothic" panose="020B0600070205080204" pitchFamily="34" charset="-128"/>
            </a:endParaRPr>
          </a:p>
          <a:p>
            <a:pPr marL="228600" marR="0" lvl="0" indent="-228600" algn="l" defTabSz="914400" rtl="0" eaLnBrk="0" fontAlgn="base" latinLnBrk="0" hangingPunct="0">
              <a:lnSpc>
                <a:spcPct val="100000"/>
              </a:lnSpc>
              <a:spcBef>
                <a:spcPct val="30000"/>
              </a:spcBef>
              <a:spcAft>
                <a:spcPct val="0"/>
              </a:spcAft>
              <a:buClrTx/>
              <a:buSzTx/>
              <a:buFontTx/>
              <a:buAutoNum type="arabicPeriod"/>
              <a:defRPr/>
            </a:pPr>
            <a:endParaRPr kumimoji="0" lang="en-US"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S PGothic" panose="020B0600070205080204" pitchFamily="34" charset="-128"/>
              <a:cs typeface="MS PGothic" panose="020B0600070205080204" pitchFamily="34" charset="-128"/>
            </a:endParaRPr>
          </a:p>
          <a:p>
            <a:pPr marL="228600" marR="0" lvl="0" indent="-228600" algn="l" defTabSz="914400" rtl="0" eaLnBrk="0" fontAlgn="base" latinLnBrk="0" hangingPunct="0">
              <a:lnSpc>
                <a:spcPct val="100000"/>
              </a:lnSpc>
              <a:spcBef>
                <a:spcPct val="30000"/>
              </a:spcBef>
              <a:spcAft>
                <a:spcPct val="0"/>
              </a:spcAft>
              <a:buClrTx/>
              <a:buSzTx/>
              <a:buFontTx/>
              <a:buAutoNum type="arabicPeriod"/>
              <a:defRPr/>
            </a:pPr>
            <a:endParaRPr kumimoji="0" lang="en-US"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S PGothic" panose="020B0600070205080204" pitchFamily="34" charset="-128"/>
              <a:cs typeface="MS PGothic" panose="020B0600070205080204" pitchFamily="34" charset="-128"/>
            </a:endParaRPr>
          </a:p>
          <a:p>
            <a:pPr marL="228600" marR="0" lvl="0" indent="-228600" algn="l" defTabSz="914400" rtl="0" eaLnBrk="0" fontAlgn="base" latinLnBrk="0" hangingPunct="0">
              <a:lnSpc>
                <a:spcPct val="100000"/>
              </a:lnSpc>
              <a:spcBef>
                <a:spcPct val="30000"/>
              </a:spcBef>
              <a:spcAft>
                <a:spcPct val="0"/>
              </a:spcAft>
              <a:buClrTx/>
              <a:buSzTx/>
              <a:buFontTx/>
              <a:buAutoNum type="arabicPeriod"/>
              <a:defRPr/>
            </a:pPr>
            <a:endParaRPr kumimoji="0" lang="en-US"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S PGothic" panose="020B0600070205080204" pitchFamily="34" charset="-128"/>
              <a:cs typeface="MS PGothic" panose="020B0600070205080204" pitchFamily="34" charset="-128"/>
            </a:endParaRPr>
          </a:p>
          <a:p>
            <a:pPr marL="0" marR="0" lvl="0" indent="0" algn="l" defTabSz="914400" rtl="0" eaLnBrk="0" fontAlgn="base" latinLnBrk="0" hangingPunct="0">
              <a:lnSpc>
                <a:spcPct val="100000"/>
              </a:lnSpc>
              <a:spcBef>
                <a:spcPct val="30000"/>
              </a:spcBef>
              <a:spcAft>
                <a:spcPct val="0"/>
              </a:spcAft>
              <a:buClrTx/>
              <a:buSzTx/>
              <a:buFontTx/>
              <a:buNone/>
              <a:defRPr/>
            </a:pPr>
            <a:endParaRPr kumimoji="0" lang="en-US"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S PGothic" panose="020B0600070205080204" pitchFamily="34" charset="-128"/>
              <a:cs typeface="MS PGothic" panose="020B0600070205080204" pitchFamily="34" charset="-128"/>
            </a:endParaRPr>
          </a:p>
        </p:txBody>
      </p:sp>
    </p:spTree>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63842" name="Rectangle 7"/>
          <p:cNvSpPr txBox="1">
            <a:spLocks noGrp="1"/>
          </p:cNvSpPr>
          <p:nvPr>
            <p:ph type="sldNum" sz="quarter"/>
          </p:nvPr>
        </p:nvSpPr>
        <p:spPr>
          <a:xfrm>
            <a:off x="4016375" y="8905875"/>
            <a:ext cx="3070225" cy="466725"/>
          </a:xfrm>
          <a:prstGeom prst="rect">
            <a:avLst/>
          </a:prstGeom>
          <a:noFill/>
          <a:ln w="9525">
            <a:noFill/>
          </a:ln>
        </p:spPr>
        <p:txBody>
          <a:bodyPr wrap="none" lIns="94035" tIns="47017" rIns="94035" bIns="47017" anchor="b" anchorCtr="0"/>
          <a:p>
            <a:pPr lvl="0" algn="r" defTabSz="939800"/>
            <a:fld id="{9A0DB2DC-4C9A-4742-B13C-FB6460FD3503}" type="slidenum">
              <a:rPr lang="en-US" altLang="en-US" sz="1200" dirty="0">
                <a:solidFill>
                  <a:srgbClr val="000000"/>
                </a:solidFill>
                <a:latin typeface="Times New Roman" panose="02020603050405020304" pitchFamily="18" charset="0"/>
              </a:rPr>
            </a:fld>
            <a:endParaRPr lang="en-US" altLang="en-US" sz="1200" dirty="0">
              <a:solidFill>
                <a:srgbClr val="000000"/>
              </a:solidFill>
              <a:latin typeface="Times New Roman" panose="02020603050405020304" pitchFamily="18" charset="0"/>
            </a:endParaRPr>
          </a:p>
        </p:txBody>
      </p:sp>
      <p:sp>
        <p:nvSpPr>
          <p:cNvPr id="163843" name="Rectangle 2"/>
          <p:cNvSpPr>
            <a:spLocks noTextEdit="1"/>
          </p:cNvSpPr>
          <p:nvPr>
            <p:ph type="sldImg"/>
          </p:nvPr>
        </p:nvSpPr>
        <p:spPr/>
      </p:sp>
      <p:sp>
        <p:nvSpPr>
          <p:cNvPr id="62468" name="Rectangle 3"/>
          <p:cNvSpPr>
            <a:spLocks noGrp="1" noChangeArrowheads="1"/>
          </p:cNvSpPr>
          <p:nvPr>
            <p:ph type="body" idx="1"/>
          </p:nvPr>
        </p:nvSpPr>
        <p:spPr/>
        <p:txBody>
          <a:bodyPr wrap="none" lIns="94035" tIns="47017" rIns="94035" bIns="47017" numCol="1" anchor="ctr" anchorCtr="0" compatLnSpc="1"/>
          <a:lstStyle/>
          <a:p>
            <a:pPr marL="228600" marR="0" lvl="0" indent="-228600" algn="l" defTabSz="914400" rtl="0" eaLnBrk="0" fontAlgn="base" latinLnBrk="0" hangingPunct="0">
              <a:lnSpc>
                <a:spcPct val="100000"/>
              </a:lnSpc>
              <a:spcBef>
                <a:spcPct val="30000"/>
              </a:spcBef>
              <a:spcAft>
                <a:spcPct val="0"/>
              </a:spcAft>
              <a:buClrTx/>
              <a:buSzTx/>
              <a:buFontTx/>
              <a:buAutoNum type="arabicPeriod"/>
              <a:defRPr/>
            </a:pPr>
            <a:endParaRPr kumimoji="0" lang="en-US"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S PGothic" panose="020B0600070205080204" pitchFamily="34" charset="-128"/>
              <a:cs typeface="MS PGothic" panose="020B0600070205080204" pitchFamily="34" charset="-128"/>
            </a:endParaRPr>
          </a:p>
          <a:p>
            <a:pPr marL="228600" marR="0" lvl="0" indent="-228600" algn="l" defTabSz="914400" rtl="0" eaLnBrk="0" fontAlgn="base" latinLnBrk="0" hangingPunct="0">
              <a:lnSpc>
                <a:spcPct val="100000"/>
              </a:lnSpc>
              <a:spcBef>
                <a:spcPct val="30000"/>
              </a:spcBef>
              <a:spcAft>
                <a:spcPct val="0"/>
              </a:spcAft>
              <a:buClrTx/>
              <a:buSzTx/>
              <a:buFontTx/>
              <a:buAutoNum type="arabicPeriod"/>
              <a:defRPr/>
            </a:pPr>
            <a:endParaRPr kumimoji="0" lang="en-US"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S PGothic" panose="020B0600070205080204" pitchFamily="34" charset="-128"/>
              <a:cs typeface="MS PGothic" panose="020B0600070205080204" pitchFamily="34" charset="-128"/>
            </a:endParaRPr>
          </a:p>
          <a:p>
            <a:pPr marL="228600" marR="0" lvl="0" indent="-228600" algn="l" defTabSz="914400" rtl="0" eaLnBrk="0" fontAlgn="base" latinLnBrk="0" hangingPunct="0">
              <a:lnSpc>
                <a:spcPct val="100000"/>
              </a:lnSpc>
              <a:spcBef>
                <a:spcPct val="30000"/>
              </a:spcBef>
              <a:spcAft>
                <a:spcPct val="0"/>
              </a:spcAft>
              <a:buClrTx/>
              <a:buSzTx/>
              <a:buFontTx/>
              <a:buAutoNum type="arabicPeriod"/>
              <a:defRPr/>
            </a:pPr>
            <a:endParaRPr kumimoji="0" lang="en-US"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S PGothic" panose="020B0600070205080204" pitchFamily="34" charset="-128"/>
              <a:cs typeface="MS PGothic" panose="020B0600070205080204" pitchFamily="34" charset="-128"/>
            </a:endParaRPr>
          </a:p>
          <a:p>
            <a:pPr marL="228600" marR="0" lvl="0" indent="-228600" algn="l" defTabSz="914400" rtl="0" eaLnBrk="0" fontAlgn="base" latinLnBrk="0" hangingPunct="0">
              <a:lnSpc>
                <a:spcPct val="100000"/>
              </a:lnSpc>
              <a:spcBef>
                <a:spcPct val="30000"/>
              </a:spcBef>
              <a:spcAft>
                <a:spcPct val="0"/>
              </a:spcAft>
              <a:buClrTx/>
              <a:buSzTx/>
              <a:buFontTx/>
              <a:buAutoNum type="arabicPeriod"/>
              <a:defRPr/>
            </a:pPr>
            <a:endParaRPr kumimoji="0" lang="en-US"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S PGothic" panose="020B0600070205080204" pitchFamily="34" charset="-128"/>
              <a:cs typeface="MS PGothic" panose="020B0600070205080204" pitchFamily="34" charset="-128"/>
            </a:endParaRPr>
          </a:p>
          <a:p>
            <a:pPr marL="228600" marR="0" lvl="0" indent="-228600" algn="l" defTabSz="914400" rtl="0" eaLnBrk="0" fontAlgn="base" latinLnBrk="0" hangingPunct="0">
              <a:lnSpc>
                <a:spcPct val="100000"/>
              </a:lnSpc>
              <a:spcBef>
                <a:spcPct val="30000"/>
              </a:spcBef>
              <a:spcAft>
                <a:spcPct val="0"/>
              </a:spcAft>
              <a:buClrTx/>
              <a:buSzTx/>
              <a:buFontTx/>
              <a:buAutoNum type="arabicPeriod"/>
              <a:defRPr/>
            </a:pPr>
            <a:endParaRPr kumimoji="0" lang="en-US"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S PGothic" panose="020B0600070205080204" pitchFamily="34" charset="-128"/>
              <a:cs typeface="MS PGothic" panose="020B0600070205080204" pitchFamily="34" charset="-128"/>
            </a:endParaRPr>
          </a:p>
          <a:p>
            <a:pPr marL="0" marR="0" lvl="0" indent="0" algn="l" defTabSz="914400" rtl="0" eaLnBrk="0" fontAlgn="base" latinLnBrk="0" hangingPunct="0">
              <a:lnSpc>
                <a:spcPct val="100000"/>
              </a:lnSpc>
              <a:spcBef>
                <a:spcPct val="30000"/>
              </a:spcBef>
              <a:spcAft>
                <a:spcPct val="0"/>
              </a:spcAft>
              <a:buClrTx/>
              <a:buSzTx/>
              <a:buFontTx/>
              <a:buNone/>
              <a:defRPr/>
            </a:pPr>
            <a:endParaRPr kumimoji="0" lang="en-US"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S PGothic" panose="020B0600070205080204" pitchFamily="34" charset="-128"/>
              <a:cs typeface="MS PGothic" panose="020B0600070205080204" pitchFamily="34" charset="-128"/>
            </a:endParaRPr>
          </a:p>
        </p:txBody>
      </p:sp>
    </p:spTree>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65890" name="Rectangle 7"/>
          <p:cNvSpPr txBox="1">
            <a:spLocks noGrp="1"/>
          </p:cNvSpPr>
          <p:nvPr>
            <p:ph type="sldNum" sz="quarter"/>
          </p:nvPr>
        </p:nvSpPr>
        <p:spPr>
          <a:xfrm>
            <a:off x="4016375" y="8905875"/>
            <a:ext cx="3070225" cy="466725"/>
          </a:xfrm>
          <a:prstGeom prst="rect">
            <a:avLst/>
          </a:prstGeom>
          <a:noFill/>
          <a:ln w="9525">
            <a:noFill/>
          </a:ln>
        </p:spPr>
        <p:txBody>
          <a:bodyPr wrap="none" lIns="94035" tIns="47017" rIns="94035" bIns="47017" anchor="b" anchorCtr="0"/>
          <a:p>
            <a:pPr lvl="0" algn="r" defTabSz="939800"/>
            <a:fld id="{9A0DB2DC-4C9A-4742-B13C-FB6460FD3503}" type="slidenum">
              <a:rPr lang="en-US" altLang="en-US" sz="1200" dirty="0">
                <a:solidFill>
                  <a:srgbClr val="000000"/>
                </a:solidFill>
                <a:latin typeface="Times New Roman" panose="02020603050405020304" pitchFamily="18" charset="0"/>
              </a:rPr>
            </a:fld>
            <a:endParaRPr lang="en-US" altLang="en-US" sz="1200" dirty="0">
              <a:solidFill>
                <a:srgbClr val="000000"/>
              </a:solidFill>
              <a:latin typeface="Times New Roman" panose="02020603050405020304" pitchFamily="18" charset="0"/>
            </a:endParaRPr>
          </a:p>
        </p:txBody>
      </p:sp>
      <p:sp>
        <p:nvSpPr>
          <p:cNvPr id="165891" name="Rectangle 2"/>
          <p:cNvSpPr>
            <a:spLocks noTextEdit="1"/>
          </p:cNvSpPr>
          <p:nvPr>
            <p:ph type="sldImg"/>
          </p:nvPr>
        </p:nvSpPr>
        <p:spPr/>
      </p:sp>
      <p:sp>
        <p:nvSpPr>
          <p:cNvPr id="62468" name="Rectangle 3"/>
          <p:cNvSpPr>
            <a:spLocks noGrp="1" noChangeArrowheads="1"/>
          </p:cNvSpPr>
          <p:nvPr>
            <p:ph type="body" idx="1"/>
          </p:nvPr>
        </p:nvSpPr>
        <p:spPr/>
        <p:txBody>
          <a:bodyPr wrap="none" lIns="94035" tIns="47017" rIns="94035" bIns="47017" numCol="1" anchor="ctr" anchorCtr="0" compatLnSpc="1"/>
          <a:lstStyle/>
          <a:p>
            <a:pPr marL="228600" marR="0" lvl="0" indent="-228600" algn="l" defTabSz="914400" rtl="0" eaLnBrk="0" fontAlgn="base" latinLnBrk="0" hangingPunct="0">
              <a:lnSpc>
                <a:spcPct val="100000"/>
              </a:lnSpc>
              <a:spcBef>
                <a:spcPct val="30000"/>
              </a:spcBef>
              <a:spcAft>
                <a:spcPct val="0"/>
              </a:spcAft>
              <a:buClrTx/>
              <a:buSzTx/>
              <a:buFontTx/>
              <a:buAutoNum type="arabicPeriod"/>
              <a:defRPr/>
            </a:pPr>
            <a:endParaRPr kumimoji="0" lang="en-US"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S PGothic" panose="020B0600070205080204" pitchFamily="34" charset="-128"/>
              <a:cs typeface="MS PGothic" panose="020B0600070205080204" pitchFamily="34" charset="-128"/>
            </a:endParaRPr>
          </a:p>
          <a:p>
            <a:pPr marL="228600" marR="0" lvl="0" indent="-228600" algn="l" defTabSz="914400" rtl="0" eaLnBrk="0" fontAlgn="base" latinLnBrk="0" hangingPunct="0">
              <a:lnSpc>
                <a:spcPct val="100000"/>
              </a:lnSpc>
              <a:spcBef>
                <a:spcPct val="30000"/>
              </a:spcBef>
              <a:spcAft>
                <a:spcPct val="0"/>
              </a:spcAft>
              <a:buClrTx/>
              <a:buSzTx/>
              <a:buFontTx/>
              <a:buAutoNum type="arabicPeriod"/>
              <a:defRPr/>
            </a:pPr>
            <a:endParaRPr kumimoji="0" lang="en-US"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S PGothic" panose="020B0600070205080204" pitchFamily="34" charset="-128"/>
              <a:cs typeface="MS PGothic" panose="020B0600070205080204" pitchFamily="34" charset="-128"/>
            </a:endParaRPr>
          </a:p>
          <a:p>
            <a:pPr marL="228600" marR="0" lvl="0" indent="-228600" algn="l" defTabSz="914400" rtl="0" eaLnBrk="0" fontAlgn="base" latinLnBrk="0" hangingPunct="0">
              <a:lnSpc>
                <a:spcPct val="100000"/>
              </a:lnSpc>
              <a:spcBef>
                <a:spcPct val="30000"/>
              </a:spcBef>
              <a:spcAft>
                <a:spcPct val="0"/>
              </a:spcAft>
              <a:buClrTx/>
              <a:buSzTx/>
              <a:buFontTx/>
              <a:buAutoNum type="arabicPeriod"/>
              <a:defRPr/>
            </a:pPr>
            <a:endParaRPr kumimoji="0" lang="en-US"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S PGothic" panose="020B0600070205080204" pitchFamily="34" charset="-128"/>
              <a:cs typeface="MS PGothic" panose="020B0600070205080204" pitchFamily="34" charset="-128"/>
            </a:endParaRPr>
          </a:p>
          <a:p>
            <a:pPr marL="228600" marR="0" lvl="0" indent="-228600" algn="l" defTabSz="914400" rtl="0" eaLnBrk="0" fontAlgn="base" latinLnBrk="0" hangingPunct="0">
              <a:lnSpc>
                <a:spcPct val="100000"/>
              </a:lnSpc>
              <a:spcBef>
                <a:spcPct val="30000"/>
              </a:spcBef>
              <a:spcAft>
                <a:spcPct val="0"/>
              </a:spcAft>
              <a:buClrTx/>
              <a:buSzTx/>
              <a:buFontTx/>
              <a:buAutoNum type="arabicPeriod"/>
              <a:defRPr/>
            </a:pPr>
            <a:endParaRPr kumimoji="0" lang="en-US"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S PGothic" panose="020B0600070205080204" pitchFamily="34" charset="-128"/>
              <a:cs typeface="MS PGothic" panose="020B0600070205080204" pitchFamily="34" charset="-128"/>
            </a:endParaRPr>
          </a:p>
          <a:p>
            <a:pPr marL="228600" marR="0" lvl="0" indent="-228600" algn="l" defTabSz="914400" rtl="0" eaLnBrk="0" fontAlgn="base" latinLnBrk="0" hangingPunct="0">
              <a:lnSpc>
                <a:spcPct val="100000"/>
              </a:lnSpc>
              <a:spcBef>
                <a:spcPct val="30000"/>
              </a:spcBef>
              <a:spcAft>
                <a:spcPct val="0"/>
              </a:spcAft>
              <a:buClrTx/>
              <a:buSzTx/>
              <a:buFontTx/>
              <a:buAutoNum type="arabicPeriod"/>
              <a:defRPr/>
            </a:pPr>
            <a:endParaRPr kumimoji="0" lang="en-US"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S PGothic" panose="020B0600070205080204" pitchFamily="34" charset="-128"/>
              <a:cs typeface="MS PGothic" panose="020B0600070205080204" pitchFamily="34" charset="-128"/>
            </a:endParaRPr>
          </a:p>
          <a:p>
            <a:pPr marL="0" marR="0" lvl="0" indent="0" algn="l" defTabSz="914400" rtl="0" eaLnBrk="0" fontAlgn="base" latinLnBrk="0" hangingPunct="0">
              <a:lnSpc>
                <a:spcPct val="100000"/>
              </a:lnSpc>
              <a:spcBef>
                <a:spcPct val="30000"/>
              </a:spcBef>
              <a:spcAft>
                <a:spcPct val="0"/>
              </a:spcAft>
              <a:buClrTx/>
              <a:buSzTx/>
              <a:buFontTx/>
              <a:buNone/>
              <a:defRPr/>
            </a:pPr>
            <a:endParaRPr kumimoji="0" lang="en-US"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S PGothic" panose="020B0600070205080204" pitchFamily="34" charset="-128"/>
              <a:cs typeface="MS PGothic" panose="020B0600070205080204" pitchFamily="34" charset="-128"/>
            </a:endParaRPr>
          </a:p>
        </p:txBody>
      </p:sp>
    </p:spTree>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67938" name="Rectangle 7"/>
          <p:cNvSpPr txBox="1">
            <a:spLocks noGrp="1"/>
          </p:cNvSpPr>
          <p:nvPr>
            <p:ph type="sldNum" sz="quarter"/>
          </p:nvPr>
        </p:nvSpPr>
        <p:spPr>
          <a:xfrm>
            <a:off x="4016375" y="8905875"/>
            <a:ext cx="3070225" cy="466725"/>
          </a:xfrm>
          <a:prstGeom prst="rect">
            <a:avLst/>
          </a:prstGeom>
          <a:noFill/>
          <a:ln w="9525">
            <a:noFill/>
          </a:ln>
        </p:spPr>
        <p:txBody>
          <a:bodyPr wrap="none" lIns="94035" tIns="47017" rIns="94035" bIns="47017" anchor="b" anchorCtr="0"/>
          <a:p>
            <a:pPr lvl="0" algn="r" defTabSz="939800"/>
            <a:fld id="{9A0DB2DC-4C9A-4742-B13C-FB6460FD3503}" type="slidenum">
              <a:rPr lang="en-US" altLang="en-US" sz="1200" dirty="0">
                <a:solidFill>
                  <a:srgbClr val="000000"/>
                </a:solidFill>
                <a:latin typeface="Times New Roman" panose="02020603050405020304" pitchFamily="18" charset="0"/>
              </a:rPr>
            </a:fld>
            <a:endParaRPr lang="en-US" altLang="en-US" sz="1200" dirty="0">
              <a:solidFill>
                <a:srgbClr val="000000"/>
              </a:solidFill>
              <a:latin typeface="Times New Roman" panose="02020603050405020304" pitchFamily="18" charset="0"/>
            </a:endParaRPr>
          </a:p>
        </p:txBody>
      </p:sp>
      <p:sp>
        <p:nvSpPr>
          <p:cNvPr id="167939" name="Rectangle 2"/>
          <p:cNvSpPr>
            <a:spLocks noTextEdit="1"/>
          </p:cNvSpPr>
          <p:nvPr>
            <p:ph type="sldImg"/>
          </p:nvPr>
        </p:nvSpPr>
        <p:spPr/>
      </p:sp>
      <p:sp>
        <p:nvSpPr>
          <p:cNvPr id="62468" name="Rectangle 3"/>
          <p:cNvSpPr>
            <a:spLocks noGrp="1" noChangeArrowheads="1"/>
          </p:cNvSpPr>
          <p:nvPr>
            <p:ph type="body" idx="1"/>
          </p:nvPr>
        </p:nvSpPr>
        <p:spPr/>
        <p:txBody>
          <a:bodyPr wrap="none" lIns="94035" tIns="47017" rIns="94035" bIns="47017" numCol="1" anchor="ctr" anchorCtr="0" compatLnSpc="1"/>
          <a:lstStyle/>
          <a:p>
            <a:pPr marL="228600" marR="0" lvl="0" indent="-228600" algn="l" defTabSz="914400" rtl="0" eaLnBrk="0" fontAlgn="base" latinLnBrk="0" hangingPunct="0">
              <a:lnSpc>
                <a:spcPct val="100000"/>
              </a:lnSpc>
              <a:spcBef>
                <a:spcPct val="30000"/>
              </a:spcBef>
              <a:spcAft>
                <a:spcPct val="0"/>
              </a:spcAft>
              <a:buClrTx/>
              <a:buSzTx/>
              <a:buFontTx/>
              <a:buAutoNum type="arabicPeriod"/>
              <a:defRPr/>
            </a:pPr>
            <a:endParaRPr kumimoji="0" lang="en-US"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S PGothic" panose="020B0600070205080204" pitchFamily="34" charset="-128"/>
              <a:cs typeface="MS PGothic" panose="020B0600070205080204" pitchFamily="34" charset="-128"/>
            </a:endParaRPr>
          </a:p>
          <a:p>
            <a:pPr marL="228600" marR="0" lvl="0" indent="-228600" algn="l" defTabSz="914400" rtl="0" eaLnBrk="0" fontAlgn="base" latinLnBrk="0" hangingPunct="0">
              <a:lnSpc>
                <a:spcPct val="100000"/>
              </a:lnSpc>
              <a:spcBef>
                <a:spcPct val="30000"/>
              </a:spcBef>
              <a:spcAft>
                <a:spcPct val="0"/>
              </a:spcAft>
              <a:buClrTx/>
              <a:buSzTx/>
              <a:buFontTx/>
              <a:buAutoNum type="arabicPeriod"/>
              <a:defRPr/>
            </a:pPr>
            <a:endParaRPr kumimoji="0" lang="en-US"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S PGothic" panose="020B0600070205080204" pitchFamily="34" charset="-128"/>
              <a:cs typeface="MS PGothic" panose="020B0600070205080204" pitchFamily="34" charset="-128"/>
            </a:endParaRPr>
          </a:p>
          <a:p>
            <a:pPr marL="228600" marR="0" lvl="0" indent="-228600" algn="l" defTabSz="914400" rtl="0" eaLnBrk="0" fontAlgn="base" latinLnBrk="0" hangingPunct="0">
              <a:lnSpc>
                <a:spcPct val="100000"/>
              </a:lnSpc>
              <a:spcBef>
                <a:spcPct val="30000"/>
              </a:spcBef>
              <a:spcAft>
                <a:spcPct val="0"/>
              </a:spcAft>
              <a:buClrTx/>
              <a:buSzTx/>
              <a:buFontTx/>
              <a:buAutoNum type="arabicPeriod"/>
              <a:defRPr/>
            </a:pPr>
            <a:endParaRPr kumimoji="0" lang="en-US"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S PGothic" panose="020B0600070205080204" pitchFamily="34" charset="-128"/>
              <a:cs typeface="MS PGothic" panose="020B0600070205080204" pitchFamily="34" charset="-128"/>
            </a:endParaRPr>
          </a:p>
          <a:p>
            <a:pPr marL="228600" marR="0" lvl="0" indent="-228600" algn="l" defTabSz="914400" rtl="0" eaLnBrk="0" fontAlgn="base" latinLnBrk="0" hangingPunct="0">
              <a:lnSpc>
                <a:spcPct val="100000"/>
              </a:lnSpc>
              <a:spcBef>
                <a:spcPct val="30000"/>
              </a:spcBef>
              <a:spcAft>
                <a:spcPct val="0"/>
              </a:spcAft>
              <a:buClrTx/>
              <a:buSzTx/>
              <a:buFontTx/>
              <a:buAutoNum type="arabicPeriod"/>
              <a:defRPr/>
            </a:pPr>
            <a:endParaRPr kumimoji="0" lang="en-US"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S PGothic" panose="020B0600070205080204" pitchFamily="34" charset="-128"/>
              <a:cs typeface="MS PGothic" panose="020B0600070205080204" pitchFamily="34" charset="-128"/>
            </a:endParaRPr>
          </a:p>
          <a:p>
            <a:pPr marL="228600" marR="0" lvl="0" indent="-228600" algn="l" defTabSz="914400" rtl="0" eaLnBrk="0" fontAlgn="base" latinLnBrk="0" hangingPunct="0">
              <a:lnSpc>
                <a:spcPct val="100000"/>
              </a:lnSpc>
              <a:spcBef>
                <a:spcPct val="30000"/>
              </a:spcBef>
              <a:spcAft>
                <a:spcPct val="0"/>
              </a:spcAft>
              <a:buClrTx/>
              <a:buSzTx/>
              <a:buFontTx/>
              <a:buAutoNum type="arabicPeriod"/>
              <a:defRPr/>
            </a:pPr>
            <a:endParaRPr kumimoji="0" lang="en-US"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S PGothic" panose="020B0600070205080204" pitchFamily="34" charset="-128"/>
              <a:cs typeface="MS PGothic" panose="020B0600070205080204" pitchFamily="34" charset="-128"/>
            </a:endParaRPr>
          </a:p>
          <a:p>
            <a:pPr marL="0" marR="0" lvl="0" indent="0" algn="l" defTabSz="914400" rtl="0" eaLnBrk="0" fontAlgn="base" latinLnBrk="0" hangingPunct="0">
              <a:lnSpc>
                <a:spcPct val="100000"/>
              </a:lnSpc>
              <a:spcBef>
                <a:spcPct val="30000"/>
              </a:spcBef>
              <a:spcAft>
                <a:spcPct val="0"/>
              </a:spcAft>
              <a:buClrTx/>
              <a:buSzTx/>
              <a:buFontTx/>
              <a:buNone/>
              <a:defRPr/>
            </a:pPr>
            <a:endParaRPr kumimoji="0" lang="en-US"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S PGothic" panose="020B0600070205080204" pitchFamily="34" charset="-128"/>
              <a:cs typeface="MS PGothic" panose="020B0600070205080204" pitchFamily="34" charset="-128"/>
            </a:endParaRPr>
          </a:p>
        </p:txBody>
      </p:sp>
    </p:spTree>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69986" name="Rectangle 7"/>
          <p:cNvSpPr txBox="1">
            <a:spLocks noGrp="1"/>
          </p:cNvSpPr>
          <p:nvPr>
            <p:ph type="sldNum" sz="quarter"/>
          </p:nvPr>
        </p:nvSpPr>
        <p:spPr>
          <a:xfrm>
            <a:off x="4016375" y="8905875"/>
            <a:ext cx="3070225" cy="466725"/>
          </a:xfrm>
          <a:prstGeom prst="rect">
            <a:avLst/>
          </a:prstGeom>
          <a:noFill/>
          <a:ln w="9525">
            <a:noFill/>
          </a:ln>
        </p:spPr>
        <p:txBody>
          <a:bodyPr wrap="none" lIns="94035" tIns="47017" rIns="94035" bIns="47017" anchor="b" anchorCtr="0"/>
          <a:p>
            <a:pPr lvl="0" algn="r" defTabSz="939800"/>
            <a:fld id="{9A0DB2DC-4C9A-4742-B13C-FB6460FD3503}" type="slidenum">
              <a:rPr lang="en-US" altLang="en-US" sz="1200" dirty="0">
                <a:solidFill>
                  <a:srgbClr val="000000"/>
                </a:solidFill>
                <a:latin typeface="Times New Roman" panose="02020603050405020304" pitchFamily="18" charset="0"/>
              </a:rPr>
            </a:fld>
            <a:endParaRPr lang="en-US" altLang="en-US" sz="1200" dirty="0">
              <a:solidFill>
                <a:srgbClr val="000000"/>
              </a:solidFill>
              <a:latin typeface="Times New Roman" panose="02020603050405020304" pitchFamily="18" charset="0"/>
            </a:endParaRPr>
          </a:p>
        </p:txBody>
      </p:sp>
      <p:sp>
        <p:nvSpPr>
          <p:cNvPr id="169987" name="Rectangle 2"/>
          <p:cNvSpPr>
            <a:spLocks noTextEdit="1"/>
          </p:cNvSpPr>
          <p:nvPr>
            <p:ph type="sldImg"/>
          </p:nvPr>
        </p:nvSpPr>
        <p:spPr/>
      </p:sp>
      <p:sp>
        <p:nvSpPr>
          <p:cNvPr id="62468" name="Rectangle 3"/>
          <p:cNvSpPr>
            <a:spLocks noGrp="1" noChangeArrowheads="1"/>
          </p:cNvSpPr>
          <p:nvPr>
            <p:ph type="body" idx="1"/>
          </p:nvPr>
        </p:nvSpPr>
        <p:spPr/>
        <p:txBody>
          <a:bodyPr wrap="none" lIns="94035" tIns="47017" rIns="94035" bIns="47017" numCol="1" anchor="ctr" anchorCtr="0" compatLnSpc="1"/>
          <a:lstStyle/>
          <a:p>
            <a:pPr marL="228600" marR="0" lvl="0" indent="-228600" algn="l" defTabSz="914400" rtl="0" eaLnBrk="0" fontAlgn="base" latinLnBrk="0" hangingPunct="0">
              <a:lnSpc>
                <a:spcPct val="100000"/>
              </a:lnSpc>
              <a:spcBef>
                <a:spcPct val="30000"/>
              </a:spcBef>
              <a:spcAft>
                <a:spcPct val="0"/>
              </a:spcAft>
              <a:buClrTx/>
              <a:buSzTx/>
              <a:buFontTx/>
              <a:buAutoNum type="arabicPeriod"/>
              <a:defRPr/>
            </a:pPr>
            <a:endParaRPr kumimoji="0" lang="en-US"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S PGothic" panose="020B0600070205080204" pitchFamily="34" charset="-128"/>
              <a:cs typeface="MS PGothic" panose="020B0600070205080204" pitchFamily="34" charset="-128"/>
            </a:endParaRPr>
          </a:p>
          <a:p>
            <a:pPr marL="228600" marR="0" lvl="0" indent="-228600" algn="l" defTabSz="914400" rtl="0" eaLnBrk="0" fontAlgn="base" latinLnBrk="0" hangingPunct="0">
              <a:lnSpc>
                <a:spcPct val="100000"/>
              </a:lnSpc>
              <a:spcBef>
                <a:spcPct val="30000"/>
              </a:spcBef>
              <a:spcAft>
                <a:spcPct val="0"/>
              </a:spcAft>
              <a:buClrTx/>
              <a:buSzTx/>
              <a:buFontTx/>
              <a:buAutoNum type="arabicPeriod"/>
              <a:defRPr/>
            </a:pPr>
            <a:endParaRPr kumimoji="0" lang="en-US"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S PGothic" panose="020B0600070205080204" pitchFamily="34" charset="-128"/>
              <a:cs typeface="MS PGothic" panose="020B0600070205080204" pitchFamily="34" charset="-128"/>
            </a:endParaRPr>
          </a:p>
          <a:p>
            <a:pPr marL="228600" marR="0" lvl="0" indent="-228600" algn="l" defTabSz="914400" rtl="0" eaLnBrk="0" fontAlgn="base" latinLnBrk="0" hangingPunct="0">
              <a:lnSpc>
                <a:spcPct val="100000"/>
              </a:lnSpc>
              <a:spcBef>
                <a:spcPct val="30000"/>
              </a:spcBef>
              <a:spcAft>
                <a:spcPct val="0"/>
              </a:spcAft>
              <a:buClrTx/>
              <a:buSzTx/>
              <a:buFontTx/>
              <a:buAutoNum type="arabicPeriod"/>
              <a:defRPr/>
            </a:pPr>
            <a:endParaRPr kumimoji="0" lang="en-US"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S PGothic" panose="020B0600070205080204" pitchFamily="34" charset="-128"/>
              <a:cs typeface="MS PGothic" panose="020B0600070205080204" pitchFamily="34" charset="-128"/>
            </a:endParaRPr>
          </a:p>
          <a:p>
            <a:pPr marL="228600" marR="0" lvl="0" indent="-228600" algn="l" defTabSz="914400" rtl="0" eaLnBrk="0" fontAlgn="base" latinLnBrk="0" hangingPunct="0">
              <a:lnSpc>
                <a:spcPct val="100000"/>
              </a:lnSpc>
              <a:spcBef>
                <a:spcPct val="30000"/>
              </a:spcBef>
              <a:spcAft>
                <a:spcPct val="0"/>
              </a:spcAft>
              <a:buClrTx/>
              <a:buSzTx/>
              <a:buFontTx/>
              <a:buAutoNum type="arabicPeriod"/>
              <a:defRPr/>
            </a:pPr>
            <a:endParaRPr kumimoji="0" lang="en-US"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S PGothic" panose="020B0600070205080204" pitchFamily="34" charset="-128"/>
              <a:cs typeface="MS PGothic" panose="020B0600070205080204" pitchFamily="34" charset="-128"/>
            </a:endParaRPr>
          </a:p>
          <a:p>
            <a:pPr marL="228600" marR="0" lvl="0" indent="-228600" algn="l" defTabSz="914400" rtl="0" eaLnBrk="0" fontAlgn="base" latinLnBrk="0" hangingPunct="0">
              <a:lnSpc>
                <a:spcPct val="100000"/>
              </a:lnSpc>
              <a:spcBef>
                <a:spcPct val="30000"/>
              </a:spcBef>
              <a:spcAft>
                <a:spcPct val="0"/>
              </a:spcAft>
              <a:buClrTx/>
              <a:buSzTx/>
              <a:buFontTx/>
              <a:buAutoNum type="arabicPeriod"/>
              <a:defRPr/>
            </a:pPr>
            <a:endParaRPr kumimoji="0" lang="en-US"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S PGothic" panose="020B0600070205080204" pitchFamily="34" charset="-128"/>
              <a:cs typeface="MS PGothic" panose="020B0600070205080204" pitchFamily="34" charset="-128"/>
            </a:endParaRPr>
          </a:p>
          <a:p>
            <a:pPr marL="0" marR="0" lvl="0" indent="0" algn="l" defTabSz="914400" rtl="0" eaLnBrk="0" fontAlgn="base" latinLnBrk="0" hangingPunct="0">
              <a:lnSpc>
                <a:spcPct val="100000"/>
              </a:lnSpc>
              <a:spcBef>
                <a:spcPct val="30000"/>
              </a:spcBef>
              <a:spcAft>
                <a:spcPct val="0"/>
              </a:spcAft>
              <a:buClrTx/>
              <a:buSzTx/>
              <a:buFontTx/>
              <a:buNone/>
              <a:defRPr/>
            </a:pPr>
            <a:endParaRPr kumimoji="0" lang="en-US"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S PGothic" panose="020B0600070205080204" pitchFamily="34" charset="-128"/>
              <a:cs typeface="MS PGothic" panose="020B0600070205080204" pitchFamily="34" charset="-128"/>
            </a:endParaRPr>
          </a:p>
        </p:txBody>
      </p:sp>
    </p:spTree>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72034" name="Rectangle 7"/>
          <p:cNvSpPr txBox="1">
            <a:spLocks noGrp="1"/>
          </p:cNvSpPr>
          <p:nvPr>
            <p:ph type="sldNum" sz="quarter"/>
          </p:nvPr>
        </p:nvSpPr>
        <p:spPr>
          <a:xfrm>
            <a:off x="4016375" y="8905875"/>
            <a:ext cx="3070225" cy="466725"/>
          </a:xfrm>
          <a:prstGeom prst="rect">
            <a:avLst/>
          </a:prstGeom>
          <a:noFill/>
          <a:ln w="9525">
            <a:noFill/>
          </a:ln>
        </p:spPr>
        <p:txBody>
          <a:bodyPr wrap="none" lIns="94035" tIns="47017" rIns="94035" bIns="47017" anchor="b" anchorCtr="0"/>
          <a:p>
            <a:pPr lvl="0" algn="r" defTabSz="939800"/>
            <a:fld id="{9A0DB2DC-4C9A-4742-B13C-FB6460FD3503}" type="slidenum">
              <a:rPr lang="en-US" altLang="en-US" sz="1200" dirty="0">
                <a:solidFill>
                  <a:srgbClr val="000000"/>
                </a:solidFill>
                <a:latin typeface="Times New Roman" panose="02020603050405020304" pitchFamily="18" charset="0"/>
              </a:rPr>
            </a:fld>
            <a:endParaRPr lang="en-US" altLang="en-US" sz="1200" dirty="0">
              <a:solidFill>
                <a:srgbClr val="000000"/>
              </a:solidFill>
              <a:latin typeface="Times New Roman" panose="02020603050405020304" pitchFamily="18" charset="0"/>
            </a:endParaRPr>
          </a:p>
        </p:txBody>
      </p:sp>
      <p:sp>
        <p:nvSpPr>
          <p:cNvPr id="172035" name="Rectangle 2"/>
          <p:cNvSpPr>
            <a:spLocks noTextEdit="1"/>
          </p:cNvSpPr>
          <p:nvPr>
            <p:ph type="sldImg"/>
          </p:nvPr>
        </p:nvSpPr>
        <p:spPr/>
      </p:sp>
      <p:sp>
        <p:nvSpPr>
          <p:cNvPr id="62468" name="Rectangle 3"/>
          <p:cNvSpPr>
            <a:spLocks noGrp="1" noChangeArrowheads="1"/>
          </p:cNvSpPr>
          <p:nvPr>
            <p:ph type="body" idx="1"/>
          </p:nvPr>
        </p:nvSpPr>
        <p:spPr/>
        <p:txBody>
          <a:bodyPr wrap="none" lIns="94035" tIns="47017" rIns="94035" bIns="47017" numCol="1" anchor="ctr" anchorCtr="0" compatLnSpc="1"/>
          <a:lstStyle/>
          <a:p>
            <a:pPr marL="228600" marR="0" lvl="0" indent="-228600" algn="l" defTabSz="914400" rtl="0" eaLnBrk="0" fontAlgn="base" latinLnBrk="0" hangingPunct="0">
              <a:lnSpc>
                <a:spcPct val="100000"/>
              </a:lnSpc>
              <a:spcBef>
                <a:spcPct val="30000"/>
              </a:spcBef>
              <a:spcAft>
                <a:spcPct val="0"/>
              </a:spcAft>
              <a:buClrTx/>
              <a:buSzTx/>
              <a:buFontTx/>
              <a:buAutoNum type="arabicPeriod"/>
              <a:defRPr/>
            </a:pPr>
            <a:endParaRPr kumimoji="0" lang="en-US"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S PGothic" panose="020B0600070205080204" pitchFamily="34" charset="-128"/>
              <a:cs typeface="MS PGothic" panose="020B0600070205080204" pitchFamily="34" charset="-128"/>
            </a:endParaRPr>
          </a:p>
          <a:p>
            <a:pPr marL="228600" marR="0" lvl="0" indent="-228600" algn="l" defTabSz="914400" rtl="0" eaLnBrk="0" fontAlgn="base" latinLnBrk="0" hangingPunct="0">
              <a:lnSpc>
                <a:spcPct val="100000"/>
              </a:lnSpc>
              <a:spcBef>
                <a:spcPct val="30000"/>
              </a:spcBef>
              <a:spcAft>
                <a:spcPct val="0"/>
              </a:spcAft>
              <a:buClrTx/>
              <a:buSzTx/>
              <a:buFontTx/>
              <a:buAutoNum type="arabicPeriod"/>
              <a:defRPr/>
            </a:pPr>
            <a:endParaRPr kumimoji="0" lang="en-US"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S PGothic" panose="020B0600070205080204" pitchFamily="34" charset="-128"/>
              <a:cs typeface="MS PGothic" panose="020B0600070205080204" pitchFamily="34" charset="-128"/>
            </a:endParaRPr>
          </a:p>
          <a:p>
            <a:pPr marL="228600" marR="0" lvl="0" indent="-228600" algn="l" defTabSz="914400" rtl="0" eaLnBrk="0" fontAlgn="base" latinLnBrk="0" hangingPunct="0">
              <a:lnSpc>
                <a:spcPct val="100000"/>
              </a:lnSpc>
              <a:spcBef>
                <a:spcPct val="30000"/>
              </a:spcBef>
              <a:spcAft>
                <a:spcPct val="0"/>
              </a:spcAft>
              <a:buClrTx/>
              <a:buSzTx/>
              <a:buFontTx/>
              <a:buAutoNum type="arabicPeriod"/>
              <a:defRPr/>
            </a:pPr>
            <a:endParaRPr kumimoji="0" lang="en-US"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S PGothic" panose="020B0600070205080204" pitchFamily="34" charset="-128"/>
              <a:cs typeface="MS PGothic" panose="020B0600070205080204" pitchFamily="34" charset="-128"/>
            </a:endParaRPr>
          </a:p>
          <a:p>
            <a:pPr marL="228600" marR="0" lvl="0" indent="-228600" algn="l" defTabSz="914400" rtl="0" eaLnBrk="0" fontAlgn="base" latinLnBrk="0" hangingPunct="0">
              <a:lnSpc>
                <a:spcPct val="100000"/>
              </a:lnSpc>
              <a:spcBef>
                <a:spcPct val="30000"/>
              </a:spcBef>
              <a:spcAft>
                <a:spcPct val="0"/>
              </a:spcAft>
              <a:buClrTx/>
              <a:buSzTx/>
              <a:buFontTx/>
              <a:buAutoNum type="arabicPeriod"/>
              <a:defRPr/>
            </a:pPr>
            <a:endParaRPr kumimoji="0" lang="en-US"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S PGothic" panose="020B0600070205080204" pitchFamily="34" charset="-128"/>
              <a:cs typeface="MS PGothic" panose="020B0600070205080204" pitchFamily="34" charset="-128"/>
            </a:endParaRPr>
          </a:p>
          <a:p>
            <a:pPr marL="228600" marR="0" lvl="0" indent="-228600" algn="l" defTabSz="914400" rtl="0" eaLnBrk="0" fontAlgn="base" latinLnBrk="0" hangingPunct="0">
              <a:lnSpc>
                <a:spcPct val="100000"/>
              </a:lnSpc>
              <a:spcBef>
                <a:spcPct val="30000"/>
              </a:spcBef>
              <a:spcAft>
                <a:spcPct val="0"/>
              </a:spcAft>
              <a:buClrTx/>
              <a:buSzTx/>
              <a:buFontTx/>
              <a:buAutoNum type="arabicPeriod"/>
              <a:defRPr/>
            </a:pPr>
            <a:endParaRPr kumimoji="0" lang="en-US"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S PGothic" panose="020B0600070205080204" pitchFamily="34" charset="-128"/>
              <a:cs typeface="MS PGothic" panose="020B0600070205080204" pitchFamily="34" charset="-128"/>
            </a:endParaRPr>
          </a:p>
          <a:p>
            <a:pPr marL="0" marR="0" lvl="0" indent="0" algn="l" defTabSz="914400" rtl="0" eaLnBrk="0" fontAlgn="base" latinLnBrk="0" hangingPunct="0">
              <a:lnSpc>
                <a:spcPct val="100000"/>
              </a:lnSpc>
              <a:spcBef>
                <a:spcPct val="30000"/>
              </a:spcBef>
              <a:spcAft>
                <a:spcPct val="0"/>
              </a:spcAft>
              <a:buClrTx/>
              <a:buSzTx/>
              <a:buFontTx/>
              <a:buNone/>
              <a:defRPr/>
            </a:pPr>
            <a:endParaRPr kumimoji="0" lang="en-US"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S PGothic" panose="020B0600070205080204" pitchFamily="34" charset="-128"/>
              <a:cs typeface="MS PGothic" panose="020B0600070205080204" pitchFamily="34" charset="-128"/>
            </a:endParaRPr>
          </a:p>
        </p:txBody>
      </p:sp>
    </p:spTree>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74082" name="Rectangle 7"/>
          <p:cNvSpPr txBox="1">
            <a:spLocks noGrp="1"/>
          </p:cNvSpPr>
          <p:nvPr>
            <p:ph type="sldNum" sz="quarter"/>
          </p:nvPr>
        </p:nvSpPr>
        <p:spPr>
          <a:xfrm>
            <a:off x="4016375" y="8905875"/>
            <a:ext cx="3070225" cy="466725"/>
          </a:xfrm>
          <a:prstGeom prst="rect">
            <a:avLst/>
          </a:prstGeom>
          <a:noFill/>
          <a:ln w="9525">
            <a:noFill/>
          </a:ln>
        </p:spPr>
        <p:txBody>
          <a:bodyPr wrap="none" lIns="94035" tIns="47017" rIns="94035" bIns="47017" anchor="b" anchorCtr="0"/>
          <a:p>
            <a:pPr lvl="0" algn="r" defTabSz="939800"/>
            <a:fld id="{9A0DB2DC-4C9A-4742-B13C-FB6460FD3503}" type="slidenum">
              <a:rPr lang="en-US" altLang="en-US" sz="1200" dirty="0">
                <a:solidFill>
                  <a:srgbClr val="000000"/>
                </a:solidFill>
                <a:latin typeface="Times New Roman" panose="02020603050405020304" pitchFamily="18" charset="0"/>
              </a:rPr>
            </a:fld>
            <a:endParaRPr lang="en-US" altLang="en-US" sz="1200" dirty="0">
              <a:solidFill>
                <a:srgbClr val="000000"/>
              </a:solidFill>
              <a:latin typeface="Times New Roman" panose="02020603050405020304" pitchFamily="18" charset="0"/>
            </a:endParaRPr>
          </a:p>
        </p:txBody>
      </p:sp>
      <p:sp>
        <p:nvSpPr>
          <p:cNvPr id="174083" name="Rectangle 2"/>
          <p:cNvSpPr>
            <a:spLocks noTextEdit="1"/>
          </p:cNvSpPr>
          <p:nvPr>
            <p:ph type="sldImg"/>
          </p:nvPr>
        </p:nvSpPr>
        <p:spPr/>
      </p:sp>
      <p:sp>
        <p:nvSpPr>
          <p:cNvPr id="62468" name="Rectangle 3"/>
          <p:cNvSpPr>
            <a:spLocks noGrp="1" noChangeArrowheads="1"/>
          </p:cNvSpPr>
          <p:nvPr>
            <p:ph type="body" idx="1"/>
          </p:nvPr>
        </p:nvSpPr>
        <p:spPr/>
        <p:txBody>
          <a:bodyPr wrap="none" lIns="94035" tIns="47017" rIns="94035" bIns="47017" numCol="1" anchor="ctr" anchorCtr="0" compatLnSpc="1"/>
          <a:lstStyle/>
          <a:p>
            <a:pPr marL="228600" marR="0" lvl="0" indent="-228600" algn="l" defTabSz="914400" rtl="0" eaLnBrk="0" fontAlgn="base" latinLnBrk="0" hangingPunct="0">
              <a:lnSpc>
                <a:spcPct val="100000"/>
              </a:lnSpc>
              <a:spcBef>
                <a:spcPct val="30000"/>
              </a:spcBef>
              <a:spcAft>
                <a:spcPct val="0"/>
              </a:spcAft>
              <a:buClrTx/>
              <a:buSzTx/>
              <a:buFontTx/>
              <a:buAutoNum type="arabicPeriod"/>
              <a:defRPr/>
            </a:pPr>
            <a:endParaRPr kumimoji="0" lang="en-US"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S PGothic" panose="020B0600070205080204" pitchFamily="34" charset="-128"/>
              <a:cs typeface="MS PGothic" panose="020B0600070205080204" pitchFamily="34" charset="-128"/>
            </a:endParaRPr>
          </a:p>
          <a:p>
            <a:pPr marL="228600" marR="0" lvl="0" indent="-228600" algn="l" defTabSz="914400" rtl="0" eaLnBrk="0" fontAlgn="base" latinLnBrk="0" hangingPunct="0">
              <a:lnSpc>
                <a:spcPct val="100000"/>
              </a:lnSpc>
              <a:spcBef>
                <a:spcPct val="30000"/>
              </a:spcBef>
              <a:spcAft>
                <a:spcPct val="0"/>
              </a:spcAft>
              <a:buClrTx/>
              <a:buSzTx/>
              <a:buFontTx/>
              <a:buAutoNum type="arabicPeriod"/>
              <a:defRPr/>
            </a:pPr>
            <a:endParaRPr kumimoji="0" lang="en-US"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S PGothic" panose="020B0600070205080204" pitchFamily="34" charset="-128"/>
              <a:cs typeface="MS PGothic" panose="020B0600070205080204" pitchFamily="34" charset="-128"/>
            </a:endParaRPr>
          </a:p>
          <a:p>
            <a:pPr marL="0" marR="0" lvl="0" indent="0" algn="l" defTabSz="914400" rtl="0" eaLnBrk="0" fontAlgn="base" latinLnBrk="0" hangingPunct="0">
              <a:lnSpc>
                <a:spcPct val="100000"/>
              </a:lnSpc>
              <a:spcBef>
                <a:spcPct val="30000"/>
              </a:spcBef>
              <a:spcAft>
                <a:spcPct val="0"/>
              </a:spcAft>
              <a:buClrTx/>
              <a:buSzTx/>
              <a:buFontTx/>
              <a:buNone/>
              <a:defRPr/>
            </a:pPr>
            <a:endParaRPr kumimoji="0" lang="en-US"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S PGothic" panose="020B0600070205080204" pitchFamily="34" charset="-128"/>
              <a:cs typeface="MS PGothic" panose="020B0600070205080204" pitchFamily="34" charset="-128"/>
            </a:endParaRPr>
          </a:p>
        </p:txBody>
      </p:sp>
    </p:spTree>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76130" name="Rectangle 7"/>
          <p:cNvSpPr txBox="1">
            <a:spLocks noGrp="1"/>
          </p:cNvSpPr>
          <p:nvPr>
            <p:ph type="sldNum" sz="quarter"/>
          </p:nvPr>
        </p:nvSpPr>
        <p:spPr>
          <a:xfrm>
            <a:off x="4016375" y="8905875"/>
            <a:ext cx="3070225" cy="466725"/>
          </a:xfrm>
          <a:prstGeom prst="rect">
            <a:avLst/>
          </a:prstGeom>
          <a:noFill/>
          <a:ln w="9525">
            <a:noFill/>
          </a:ln>
        </p:spPr>
        <p:txBody>
          <a:bodyPr wrap="none" lIns="94035" tIns="47017" rIns="94035" bIns="47017" anchor="b" anchorCtr="0"/>
          <a:p>
            <a:pPr lvl="0" algn="r" defTabSz="939800"/>
            <a:fld id="{9A0DB2DC-4C9A-4742-B13C-FB6460FD3503}" type="slidenum">
              <a:rPr lang="en-US" altLang="en-US" sz="1200" dirty="0">
                <a:solidFill>
                  <a:srgbClr val="000000"/>
                </a:solidFill>
                <a:latin typeface="Times New Roman" panose="02020603050405020304" pitchFamily="18" charset="0"/>
              </a:rPr>
            </a:fld>
            <a:endParaRPr lang="en-US" altLang="en-US" sz="1200" dirty="0">
              <a:solidFill>
                <a:srgbClr val="000000"/>
              </a:solidFill>
              <a:latin typeface="Times New Roman" panose="02020603050405020304" pitchFamily="18" charset="0"/>
            </a:endParaRPr>
          </a:p>
        </p:txBody>
      </p:sp>
      <p:sp>
        <p:nvSpPr>
          <p:cNvPr id="176131" name="Rectangle 2"/>
          <p:cNvSpPr>
            <a:spLocks noTextEdit="1"/>
          </p:cNvSpPr>
          <p:nvPr>
            <p:ph type="sldImg"/>
          </p:nvPr>
        </p:nvSpPr>
        <p:spPr/>
      </p:sp>
      <p:sp>
        <p:nvSpPr>
          <p:cNvPr id="62468" name="Rectangle 3"/>
          <p:cNvSpPr>
            <a:spLocks noGrp="1" noChangeArrowheads="1"/>
          </p:cNvSpPr>
          <p:nvPr>
            <p:ph type="body" idx="1"/>
          </p:nvPr>
        </p:nvSpPr>
        <p:spPr/>
        <p:txBody>
          <a:bodyPr wrap="none" lIns="94035" tIns="47017" rIns="94035" bIns="47017" numCol="1" anchor="ctr" anchorCtr="0" compatLnSpc="1"/>
          <a:lstStyle/>
          <a:p>
            <a:pPr marL="228600" marR="0" lvl="0" indent="-228600" algn="l" defTabSz="914400" rtl="0" eaLnBrk="0" fontAlgn="base" latinLnBrk="0" hangingPunct="0">
              <a:lnSpc>
                <a:spcPct val="100000"/>
              </a:lnSpc>
              <a:spcBef>
                <a:spcPct val="30000"/>
              </a:spcBef>
              <a:spcAft>
                <a:spcPct val="0"/>
              </a:spcAft>
              <a:buClrTx/>
              <a:buSzTx/>
              <a:buFontTx/>
              <a:buAutoNum type="arabicPeriod"/>
              <a:defRPr/>
            </a:pPr>
            <a:endParaRPr kumimoji="0" lang="en-US"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S PGothic" panose="020B0600070205080204" pitchFamily="34" charset="-128"/>
              <a:cs typeface="MS PGothic" panose="020B0600070205080204" pitchFamily="34" charset="-128"/>
            </a:endParaRPr>
          </a:p>
          <a:p>
            <a:pPr marL="228600" marR="0" lvl="0" indent="-228600" algn="l" defTabSz="914400" rtl="0" eaLnBrk="0" fontAlgn="base" latinLnBrk="0" hangingPunct="0">
              <a:lnSpc>
                <a:spcPct val="100000"/>
              </a:lnSpc>
              <a:spcBef>
                <a:spcPct val="30000"/>
              </a:spcBef>
              <a:spcAft>
                <a:spcPct val="0"/>
              </a:spcAft>
              <a:buClrTx/>
              <a:buSzTx/>
              <a:buFontTx/>
              <a:buAutoNum type="arabicPeriod"/>
              <a:defRPr/>
            </a:pPr>
            <a:endParaRPr kumimoji="0" lang="en-US"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S PGothic" panose="020B0600070205080204" pitchFamily="34" charset="-128"/>
              <a:cs typeface="MS PGothic" panose="020B0600070205080204" pitchFamily="34" charset="-128"/>
            </a:endParaRPr>
          </a:p>
          <a:p>
            <a:pPr marL="0" marR="0" lvl="0" indent="0" algn="l" defTabSz="914400" rtl="0" eaLnBrk="0" fontAlgn="base" latinLnBrk="0" hangingPunct="0">
              <a:lnSpc>
                <a:spcPct val="100000"/>
              </a:lnSpc>
              <a:spcBef>
                <a:spcPct val="30000"/>
              </a:spcBef>
              <a:spcAft>
                <a:spcPct val="0"/>
              </a:spcAft>
              <a:buClrTx/>
              <a:buSzTx/>
              <a:buFontTx/>
              <a:buNone/>
              <a:defRPr/>
            </a:pPr>
            <a:endParaRPr kumimoji="0" lang="en-US"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S PGothic" panose="020B0600070205080204" pitchFamily="34" charset="-128"/>
              <a:cs typeface="MS PGothic" panose="020B0600070205080204" pitchFamily="34" charset="-128"/>
            </a:endParaRPr>
          </a:p>
        </p:txBody>
      </p:sp>
    </p:spTree>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78178" name="Rectangle 7"/>
          <p:cNvSpPr txBox="1">
            <a:spLocks noGrp="1"/>
          </p:cNvSpPr>
          <p:nvPr>
            <p:ph type="sldNum" sz="quarter"/>
          </p:nvPr>
        </p:nvSpPr>
        <p:spPr>
          <a:xfrm>
            <a:off x="4016375" y="8905875"/>
            <a:ext cx="3070225" cy="466725"/>
          </a:xfrm>
          <a:prstGeom prst="rect">
            <a:avLst/>
          </a:prstGeom>
          <a:noFill/>
          <a:ln w="9525">
            <a:noFill/>
          </a:ln>
        </p:spPr>
        <p:txBody>
          <a:bodyPr wrap="none" lIns="94035" tIns="47017" rIns="94035" bIns="47017" anchor="b" anchorCtr="0"/>
          <a:p>
            <a:pPr lvl="0" algn="r" defTabSz="939800"/>
            <a:fld id="{9A0DB2DC-4C9A-4742-B13C-FB6460FD3503}" type="slidenum">
              <a:rPr lang="en-US" altLang="en-US" sz="1200" dirty="0">
                <a:solidFill>
                  <a:srgbClr val="000000"/>
                </a:solidFill>
                <a:latin typeface="Times New Roman" panose="02020603050405020304" pitchFamily="18" charset="0"/>
              </a:rPr>
            </a:fld>
            <a:endParaRPr lang="en-US" altLang="en-US" sz="1200" dirty="0">
              <a:solidFill>
                <a:srgbClr val="000000"/>
              </a:solidFill>
              <a:latin typeface="Times New Roman" panose="02020603050405020304" pitchFamily="18" charset="0"/>
            </a:endParaRPr>
          </a:p>
        </p:txBody>
      </p:sp>
      <p:sp>
        <p:nvSpPr>
          <p:cNvPr id="178179" name="Rectangle 2"/>
          <p:cNvSpPr>
            <a:spLocks noTextEdit="1"/>
          </p:cNvSpPr>
          <p:nvPr>
            <p:ph type="sldImg"/>
          </p:nvPr>
        </p:nvSpPr>
        <p:spPr/>
      </p:sp>
      <p:sp>
        <p:nvSpPr>
          <p:cNvPr id="62468" name="Rectangle 3"/>
          <p:cNvSpPr>
            <a:spLocks noGrp="1" noChangeArrowheads="1"/>
          </p:cNvSpPr>
          <p:nvPr>
            <p:ph type="body" idx="1"/>
          </p:nvPr>
        </p:nvSpPr>
        <p:spPr/>
        <p:txBody>
          <a:bodyPr wrap="none" lIns="94035" tIns="47017" rIns="94035" bIns="47017" numCol="1" anchor="ctr" anchorCtr="0" compatLnSpc="1"/>
          <a:lstStyle/>
          <a:p>
            <a:pPr marL="228600" marR="0" lvl="0" indent="-228600" algn="l" defTabSz="914400" rtl="0" eaLnBrk="0" fontAlgn="base" latinLnBrk="0" hangingPunct="0">
              <a:lnSpc>
                <a:spcPct val="100000"/>
              </a:lnSpc>
              <a:spcBef>
                <a:spcPct val="30000"/>
              </a:spcBef>
              <a:spcAft>
                <a:spcPct val="0"/>
              </a:spcAft>
              <a:buClrTx/>
              <a:buSzTx/>
              <a:buFontTx/>
              <a:buAutoNum type="arabicPeriod"/>
              <a:defRPr/>
            </a:pPr>
            <a:endParaRPr kumimoji="0" lang="en-US"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S PGothic" panose="020B0600070205080204" pitchFamily="34" charset="-128"/>
              <a:cs typeface="MS PGothic" panose="020B0600070205080204" pitchFamily="34" charset="-128"/>
            </a:endParaRPr>
          </a:p>
          <a:p>
            <a:pPr marL="228600" marR="0" lvl="0" indent="-228600" algn="l" defTabSz="914400" rtl="0" eaLnBrk="0" fontAlgn="base" latinLnBrk="0" hangingPunct="0">
              <a:lnSpc>
                <a:spcPct val="100000"/>
              </a:lnSpc>
              <a:spcBef>
                <a:spcPct val="30000"/>
              </a:spcBef>
              <a:spcAft>
                <a:spcPct val="0"/>
              </a:spcAft>
              <a:buClrTx/>
              <a:buSzTx/>
              <a:buFontTx/>
              <a:buAutoNum type="arabicPeriod"/>
              <a:defRPr/>
            </a:pPr>
            <a:endParaRPr kumimoji="0" lang="en-US"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S PGothic" panose="020B0600070205080204" pitchFamily="34" charset="-128"/>
              <a:cs typeface="MS PGothic" panose="020B0600070205080204" pitchFamily="34" charset="-128"/>
            </a:endParaRPr>
          </a:p>
          <a:p>
            <a:pPr marL="0" marR="0" lvl="0" indent="0" algn="l" defTabSz="914400" rtl="0" eaLnBrk="0" fontAlgn="base" latinLnBrk="0" hangingPunct="0">
              <a:lnSpc>
                <a:spcPct val="100000"/>
              </a:lnSpc>
              <a:spcBef>
                <a:spcPct val="30000"/>
              </a:spcBef>
              <a:spcAft>
                <a:spcPct val="0"/>
              </a:spcAft>
              <a:buClrTx/>
              <a:buSzTx/>
              <a:buFontTx/>
              <a:buNone/>
              <a:defRPr/>
            </a:pPr>
            <a:endParaRPr kumimoji="0" lang="en-US"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S PGothic" panose="020B0600070205080204" pitchFamily="34" charset="-128"/>
              <a:cs typeface="MS PGothic" panose="020B0600070205080204" pitchFamily="34" charset="-128"/>
            </a:endParaRPr>
          </a:p>
        </p:txBody>
      </p:sp>
    </p:spTree>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80226" name="Rectangle 7"/>
          <p:cNvSpPr txBox="1">
            <a:spLocks noGrp="1"/>
          </p:cNvSpPr>
          <p:nvPr>
            <p:ph type="sldNum" sz="quarter"/>
          </p:nvPr>
        </p:nvSpPr>
        <p:spPr>
          <a:xfrm>
            <a:off x="4016375" y="8905875"/>
            <a:ext cx="3070225" cy="466725"/>
          </a:xfrm>
          <a:prstGeom prst="rect">
            <a:avLst/>
          </a:prstGeom>
          <a:noFill/>
          <a:ln w="9525">
            <a:noFill/>
          </a:ln>
        </p:spPr>
        <p:txBody>
          <a:bodyPr wrap="none" lIns="94035" tIns="47017" rIns="94035" bIns="47017" anchor="b" anchorCtr="0"/>
          <a:p>
            <a:pPr lvl="0" algn="r" defTabSz="939800"/>
            <a:fld id="{9A0DB2DC-4C9A-4742-B13C-FB6460FD3503}" type="slidenum">
              <a:rPr lang="en-US" altLang="en-US" sz="1200" dirty="0">
                <a:solidFill>
                  <a:srgbClr val="000000"/>
                </a:solidFill>
                <a:latin typeface="Times New Roman" panose="02020603050405020304" pitchFamily="18" charset="0"/>
              </a:rPr>
            </a:fld>
            <a:endParaRPr lang="en-US" altLang="en-US" sz="1200" dirty="0">
              <a:solidFill>
                <a:srgbClr val="000000"/>
              </a:solidFill>
              <a:latin typeface="Times New Roman" panose="02020603050405020304" pitchFamily="18" charset="0"/>
            </a:endParaRPr>
          </a:p>
        </p:txBody>
      </p:sp>
      <p:sp>
        <p:nvSpPr>
          <p:cNvPr id="180227" name="Rectangle 2"/>
          <p:cNvSpPr>
            <a:spLocks noTextEdit="1"/>
          </p:cNvSpPr>
          <p:nvPr>
            <p:ph type="sldImg"/>
          </p:nvPr>
        </p:nvSpPr>
        <p:spPr/>
      </p:sp>
      <p:sp>
        <p:nvSpPr>
          <p:cNvPr id="62468" name="Rectangle 3"/>
          <p:cNvSpPr>
            <a:spLocks noGrp="1" noChangeArrowheads="1"/>
          </p:cNvSpPr>
          <p:nvPr>
            <p:ph type="body" idx="1"/>
          </p:nvPr>
        </p:nvSpPr>
        <p:spPr/>
        <p:txBody>
          <a:bodyPr wrap="none" lIns="94035" tIns="47017" rIns="94035" bIns="47017" numCol="1" anchor="ctr" anchorCtr="0" compatLnSpc="1"/>
          <a:lstStyle/>
          <a:p>
            <a:pPr marL="228600" marR="0" lvl="0" indent="-228600" algn="l" defTabSz="914400" rtl="0" eaLnBrk="0" fontAlgn="base" latinLnBrk="0" hangingPunct="0">
              <a:lnSpc>
                <a:spcPct val="100000"/>
              </a:lnSpc>
              <a:spcBef>
                <a:spcPct val="30000"/>
              </a:spcBef>
              <a:spcAft>
                <a:spcPct val="0"/>
              </a:spcAft>
              <a:buClrTx/>
              <a:buSzTx/>
              <a:buFontTx/>
              <a:buAutoNum type="arabicPeriod"/>
              <a:defRPr/>
            </a:pPr>
            <a:endParaRPr kumimoji="0" lang="en-US"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S PGothic" panose="020B0600070205080204" pitchFamily="34" charset="-128"/>
              <a:cs typeface="MS PGothic" panose="020B0600070205080204" pitchFamily="34" charset="-128"/>
            </a:endParaRPr>
          </a:p>
          <a:p>
            <a:pPr marL="228600" marR="0" lvl="0" indent="-228600" algn="l" defTabSz="914400" rtl="0" eaLnBrk="0" fontAlgn="base" latinLnBrk="0" hangingPunct="0">
              <a:lnSpc>
                <a:spcPct val="100000"/>
              </a:lnSpc>
              <a:spcBef>
                <a:spcPct val="30000"/>
              </a:spcBef>
              <a:spcAft>
                <a:spcPct val="0"/>
              </a:spcAft>
              <a:buClrTx/>
              <a:buSzTx/>
              <a:buFontTx/>
              <a:buAutoNum type="arabicPeriod"/>
              <a:defRPr/>
            </a:pPr>
            <a:endParaRPr kumimoji="0" lang="en-US"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S PGothic" panose="020B0600070205080204" pitchFamily="34" charset="-128"/>
              <a:cs typeface="MS PGothic" panose="020B0600070205080204" pitchFamily="34" charset="-128"/>
            </a:endParaRPr>
          </a:p>
          <a:p>
            <a:pPr marL="0" marR="0" lvl="0" indent="0" algn="l" defTabSz="914400" rtl="0" eaLnBrk="0" fontAlgn="base" latinLnBrk="0" hangingPunct="0">
              <a:lnSpc>
                <a:spcPct val="100000"/>
              </a:lnSpc>
              <a:spcBef>
                <a:spcPct val="30000"/>
              </a:spcBef>
              <a:spcAft>
                <a:spcPct val="0"/>
              </a:spcAft>
              <a:buClrTx/>
              <a:buSzTx/>
              <a:buFontTx/>
              <a:buNone/>
              <a:defRPr/>
            </a:pPr>
            <a:endParaRPr kumimoji="0" lang="en-US"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S PGothic" panose="020B0600070205080204" pitchFamily="34" charset="-128"/>
              <a:cs typeface="MS PGothic" panose="020B0600070205080204" pitchFamily="34" charset="-128"/>
            </a:endParaRPr>
          </a:p>
        </p:txBody>
      </p:sp>
    </p:spTree>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82274" name="Rectangle 7"/>
          <p:cNvSpPr txBox="1">
            <a:spLocks noGrp="1"/>
          </p:cNvSpPr>
          <p:nvPr>
            <p:ph type="sldNum" sz="quarter"/>
          </p:nvPr>
        </p:nvSpPr>
        <p:spPr>
          <a:xfrm>
            <a:off x="4016375" y="8905875"/>
            <a:ext cx="3070225" cy="466725"/>
          </a:xfrm>
          <a:prstGeom prst="rect">
            <a:avLst/>
          </a:prstGeom>
          <a:noFill/>
          <a:ln w="9525">
            <a:noFill/>
          </a:ln>
        </p:spPr>
        <p:txBody>
          <a:bodyPr wrap="none" lIns="94035" tIns="47017" rIns="94035" bIns="47017" anchor="b" anchorCtr="0"/>
          <a:p>
            <a:pPr lvl="0" algn="r" defTabSz="939800"/>
            <a:fld id="{9A0DB2DC-4C9A-4742-B13C-FB6460FD3503}" type="slidenum">
              <a:rPr lang="en-US" altLang="en-US" sz="1200" dirty="0">
                <a:solidFill>
                  <a:srgbClr val="000000"/>
                </a:solidFill>
                <a:latin typeface="Times New Roman" panose="02020603050405020304" pitchFamily="18" charset="0"/>
              </a:rPr>
            </a:fld>
            <a:endParaRPr lang="en-US" altLang="en-US" sz="1200" dirty="0">
              <a:solidFill>
                <a:srgbClr val="000000"/>
              </a:solidFill>
              <a:latin typeface="Times New Roman" panose="02020603050405020304" pitchFamily="18" charset="0"/>
            </a:endParaRPr>
          </a:p>
        </p:txBody>
      </p:sp>
      <p:sp>
        <p:nvSpPr>
          <p:cNvPr id="182275" name="Rectangle 2"/>
          <p:cNvSpPr>
            <a:spLocks noTextEdit="1"/>
          </p:cNvSpPr>
          <p:nvPr>
            <p:ph type="sldImg"/>
          </p:nvPr>
        </p:nvSpPr>
        <p:spPr/>
      </p:sp>
      <p:sp>
        <p:nvSpPr>
          <p:cNvPr id="62468" name="Rectangle 3"/>
          <p:cNvSpPr>
            <a:spLocks noGrp="1" noChangeArrowheads="1"/>
          </p:cNvSpPr>
          <p:nvPr>
            <p:ph type="body" idx="1"/>
          </p:nvPr>
        </p:nvSpPr>
        <p:spPr/>
        <p:txBody>
          <a:bodyPr wrap="none" lIns="94035" tIns="47017" rIns="94035" bIns="47017" numCol="1" anchor="ctr" anchorCtr="0" compatLnSpc="1"/>
          <a:lstStyle/>
          <a:p>
            <a:pPr marL="228600" marR="0" lvl="0" indent="-228600" algn="l" defTabSz="914400" rtl="0" eaLnBrk="0" fontAlgn="base" latinLnBrk="0" hangingPunct="0">
              <a:lnSpc>
                <a:spcPct val="100000"/>
              </a:lnSpc>
              <a:spcBef>
                <a:spcPct val="30000"/>
              </a:spcBef>
              <a:spcAft>
                <a:spcPct val="0"/>
              </a:spcAft>
              <a:buClrTx/>
              <a:buSzTx/>
              <a:buFontTx/>
              <a:buAutoNum type="arabicPeriod"/>
              <a:defRPr/>
            </a:pPr>
            <a:endParaRPr kumimoji="0" lang="en-US"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S PGothic" panose="020B0600070205080204" pitchFamily="34" charset="-128"/>
              <a:cs typeface="MS PGothic" panose="020B0600070205080204" pitchFamily="34" charset="-128"/>
            </a:endParaRPr>
          </a:p>
          <a:p>
            <a:pPr marL="228600" marR="0" lvl="0" indent="-228600" algn="l" defTabSz="914400" rtl="0" eaLnBrk="0" fontAlgn="base" latinLnBrk="0" hangingPunct="0">
              <a:lnSpc>
                <a:spcPct val="100000"/>
              </a:lnSpc>
              <a:spcBef>
                <a:spcPct val="30000"/>
              </a:spcBef>
              <a:spcAft>
                <a:spcPct val="0"/>
              </a:spcAft>
              <a:buClrTx/>
              <a:buSzTx/>
              <a:buFontTx/>
              <a:buAutoNum type="arabicPeriod"/>
              <a:defRPr/>
            </a:pPr>
            <a:endParaRPr kumimoji="0" lang="en-US"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S PGothic" panose="020B0600070205080204" pitchFamily="34" charset="-128"/>
              <a:cs typeface="MS PGothic" panose="020B0600070205080204" pitchFamily="34" charset="-128"/>
            </a:endParaRPr>
          </a:p>
          <a:p>
            <a:pPr marL="0" marR="0" lvl="0" indent="0" algn="l" defTabSz="914400" rtl="0" eaLnBrk="0" fontAlgn="base" latinLnBrk="0" hangingPunct="0">
              <a:lnSpc>
                <a:spcPct val="100000"/>
              </a:lnSpc>
              <a:spcBef>
                <a:spcPct val="30000"/>
              </a:spcBef>
              <a:spcAft>
                <a:spcPct val="0"/>
              </a:spcAft>
              <a:buClrTx/>
              <a:buSzTx/>
              <a:buFontTx/>
              <a:buNone/>
              <a:defRPr/>
            </a:pPr>
            <a:endParaRPr kumimoji="0" lang="en-US"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S PGothic" panose="020B0600070205080204" pitchFamily="34" charset="-128"/>
              <a:cs typeface="MS PGothic" panose="020B0600070205080204" pitchFamily="34" charset="-128"/>
            </a:endParaRPr>
          </a:p>
        </p:txBody>
      </p:sp>
    </p:spTree>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22" name="Rectangle 7"/>
          <p:cNvSpPr txBox="1">
            <a:spLocks noGrp="1"/>
          </p:cNvSpPr>
          <p:nvPr>
            <p:ph type="sldNum" sz="quarter"/>
          </p:nvPr>
        </p:nvSpPr>
        <p:spPr>
          <a:xfrm>
            <a:off x="4016375" y="8905875"/>
            <a:ext cx="3070225" cy="466725"/>
          </a:xfrm>
          <a:prstGeom prst="rect">
            <a:avLst/>
          </a:prstGeom>
          <a:noFill/>
          <a:ln w="9525">
            <a:noFill/>
          </a:ln>
        </p:spPr>
        <p:txBody>
          <a:bodyPr wrap="none" lIns="94035" tIns="47017" rIns="94035" bIns="47017" anchor="b" anchorCtr="0"/>
          <a:p>
            <a:pPr lvl="0" algn="r" defTabSz="939800"/>
            <a:fld id="{9A0DB2DC-4C9A-4742-B13C-FB6460FD3503}" type="slidenum">
              <a:rPr lang="en-US" altLang="en-US" sz="1200" dirty="0">
                <a:solidFill>
                  <a:srgbClr val="000000"/>
                </a:solidFill>
                <a:latin typeface="Times New Roman" panose="02020603050405020304" pitchFamily="18" charset="0"/>
              </a:rPr>
            </a:fld>
            <a:endParaRPr lang="en-US" altLang="en-US" sz="1200" dirty="0">
              <a:solidFill>
                <a:srgbClr val="000000"/>
              </a:solidFill>
              <a:latin typeface="Times New Roman" panose="02020603050405020304" pitchFamily="18" charset="0"/>
            </a:endParaRPr>
          </a:p>
        </p:txBody>
      </p:sp>
      <p:sp>
        <p:nvSpPr>
          <p:cNvPr id="184323" name="Rectangle 2"/>
          <p:cNvSpPr>
            <a:spLocks noTextEdit="1"/>
          </p:cNvSpPr>
          <p:nvPr>
            <p:ph type="sldImg"/>
          </p:nvPr>
        </p:nvSpPr>
        <p:spPr/>
      </p:sp>
      <p:sp>
        <p:nvSpPr>
          <p:cNvPr id="62468" name="Rectangle 3"/>
          <p:cNvSpPr>
            <a:spLocks noGrp="1" noChangeArrowheads="1"/>
          </p:cNvSpPr>
          <p:nvPr>
            <p:ph type="body" idx="1"/>
          </p:nvPr>
        </p:nvSpPr>
        <p:spPr/>
        <p:txBody>
          <a:bodyPr wrap="none" lIns="94035" tIns="47017" rIns="94035" bIns="47017" numCol="1" anchor="ctr" anchorCtr="0" compatLnSpc="1"/>
          <a:lstStyle/>
          <a:p>
            <a:pPr marL="228600" marR="0" lvl="0" indent="-228600" algn="l" defTabSz="914400" rtl="0" eaLnBrk="0" fontAlgn="base" latinLnBrk="0" hangingPunct="0">
              <a:lnSpc>
                <a:spcPct val="100000"/>
              </a:lnSpc>
              <a:spcBef>
                <a:spcPct val="30000"/>
              </a:spcBef>
              <a:spcAft>
                <a:spcPct val="0"/>
              </a:spcAft>
              <a:buClrTx/>
              <a:buSzTx/>
              <a:buFontTx/>
              <a:buAutoNum type="arabicPeriod"/>
              <a:defRPr/>
            </a:pPr>
            <a:endParaRPr kumimoji="0" lang="en-US"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S PGothic" panose="020B0600070205080204" pitchFamily="34" charset="-128"/>
              <a:cs typeface="MS PGothic" panose="020B0600070205080204" pitchFamily="34" charset="-128"/>
            </a:endParaRPr>
          </a:p>
          <a:p>
            <a:pPr marL="228600" marR="0" lvl="0" indent="-228600" algn="l" defTabSz="914400" rtl="0" eaLnBrk="0" fontAlgn="base" latinLnBrk="0" hangingPunct="0">
              <a:lnSpc>
                <a:spcPct val="100000"/>
              </a:lnSpc>
              <a:spcBef>
                <a:spcPct val="30000"/>
              </a:spcBef>
              <a:spcAft>
                <a:spcPct val="0"/>
              </a:spcAft>
              <a:buClrTx/>
              <a:buSzTx/>
              <a:buFontTx/>
              <a:buAutoNum type="arabicPeriod"/>
              <a:defRPr/>
            </a:pPr>
            <a:endParaRPr kumimoji="0" lang="en-US"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S PGothic" panose="020B0600070205080204" pitchFamily="34" charset="-128"/>
              <a:cs typeface="MS PGothic" panose="020B0600070205080204" pitchFamily="34" charset="-128"/>
            </a:endParaRPr>
          </a:p>
          <a:p>
            <a:pPr marL="0" marR="0" lvl="0" indent="0" algn="l" defTabSz="914400" rtl="0" eaLnBrk="0" fontAlgn="base" latinLnBrk="0" hangingPunct="0">
              <a:lnSpc>
                <a:spcPct val="100000"/>
              </a:lnSpc>
              <a:spcBef>
                <a:spcPct val="30000"/>
              </a:spcBef>
              <a:spcAft>
                <a:spcPct val="0"/>
              </a:spcAft>
              <a:buClrTx/>
              <a:buSzTx/>
              <a:buFontTx/>
              <a:buNone/>
              <a:defRPr/>
            </a:pPr>
            <a:endParaRPr kumimoji="0" lang="en-US"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S PGothic" panose="020B0600070205080204" pitchFamily="34" charset="-128"/>
              <a:cs typeface="MS PGothic" panose="020B0600070205080204" pitchFamily="34" charset="-128"/>
            </a:endParaRPr>
          </a:p>
        </p:txBody>
      </p:sp>
    </p:spTree>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86370" name="Rectangle 7"/>
          <p:cNvSpPr txBox="1">
            <a:spLocks noGrp="1"/>
          </p:cNvSpPr>
          <p:nvPr>
            <p:ph type="sldNum" sz="quarter"/>
          </p:nvPr>
        </p:nvSpPr>
        <p:spPr>
          <a:xfrm>
            <a:off x="4016375" y="8905875"/>
            <a:ext cx="3070225" cy="466725"/>
          </a:xfrm>
          <a:prstGeom prst="rect">
            <a:avLst/>
          </a:prstGeom>
          <a:noFill/>
          <a:ln w="9525">
            <a:noFill/>
          </a:ln>
        </p:spPr>
        <p:txBody>
          <a:bodyPr wrap="none" lIns="94035" tIns="47017" rIns="94035" bIns="47017" anchor="b" anchorCtr="0"/>
          <a:p>
            <a:pPr lvl="0" algn="r" defTabSz="939800"/>
            <a:fld id="{9A0DB2DC-4C9A-4742-B13C-FB6460FD3503}" type="slidenum">
              <a:rPr lang="en-US" altLang="en-US" sz="1200" dirty="0">
                <a:solidFill>
                  <a:srgbClr val="000000"/>
                </a:solidFill>
                <a:latin typeface="Times New Roman" panose="02020603050405020304" pitchFamily="18" charset="0"/>
              </a:rPr>
            </a:fld>
            <a:endParaRPr lang="en-US" altLang="en-US" sz="1200" dirty="0">
              <a:solidFill>
                <a:srgbClr val="000000"/>
              </a:solidFill>
              <a:latin typeface="Times New Roman" panose="02020603050405020304" pitchFamily="18" charset="0"/>
            </a:endParaRPr>
          </a:p>
        </p:txBody>
      </p:sp>
      <p:sp>
        <p:nvSpPr>
          <p:cNvPr id="186371" name="Rectangle 2"/>
          <p:cNvSpPr>
            <a:spLocks noTextEdit="1"/>
          </p:cNvSpPr>
          <p:nvPr>
            <p:ph type="sldImg"/>
          </p:nvPr>
        </p:nvSpPr>
        <p:spPr/>
      </p:sp>
      <p:sp>
        <p:nvSpPr>
          <p:cNvPr id="62468" name="Rectangle 3"/>
          <p:cNvSpPr>
            <a:spLocks noGrp="1" noChangeArrowheads="1"/>
          </p:cNvSpPr>
          <p:nvPr>
            <p:ph type="body" idx="1"/>
          </p:nvPr>
        </p:nvSpPr>
        <p:spPr/>
        <p:txBody>
          <a:bodyPr wrap="none" lIns="94035" tIns="47017" rIns="94035" bIns="47017" numCol="1" anchor="ctr" anchorCtr="0" compatLnSpc="1"/>
          <a:lstStyle/>
          <a:p>
            <a:pPr marL="228600" marR="0" lvl="0" indent="-228600" algn="l" defTabSz="914400" rtl="0" eaLnBrk="0" fontAlgn="base" latinLnBrk="0" hangingPunct="0">
              <a:lnSpc>
                <a:spcPct val="100000"/>
              </a:lnSpc>
              <a:spcBef>
                <a:spcPct val="30000"/>
              </a:spcBef>
              <a:spcAft>
                <a:spcPct val="0"/>
              </a:spcAft>
              <a:buClrTx/>
              <a:buSzTx/>
              <a:buFontTx/>
              <a:buAutoNum type="arabicPeriod"/>
              <a:defRPr/>
            </a:pPr>
            <a:endParaRPr kumimoji="0" lang="en-US"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S PGothic" panose="020B0600070205080204" pitchFamily="34" charset="-128"/>
              <a:cs typeface="MS PGothic" panose="020B0600070205080204" pitchFamily="34" charset="-128"/>
            </a:endParaRPr>
          </a:p>
          <a:p>
            <a:pPr marL="228600" marR="0" lvl="0" indent="-228600" algn="l" defTabSz="914400" rtl="0" eaLnBrk="0" fontAlgn="base" latinLnBrk="0" hangingPunct="0">
              <a:lnSpc>
                <a:spcPct val="100000"/>
              </a:lnSpc>
              <a:spcBef>
                <a:spcPct val="30000"/>
              </a:spcBef>
              <a:spcAft>
                <a:spcPct val="0"/>
              </a:spcAft>
              <a:buClrTx/>
              <a:buSzTx/>
              <a:buFontTx/>
              <a:buAutoNum type="arabicPeriod"/>
              <a:defRPr/>
            </a:pPr>
            <a:endParaRPr kumimoji="0" lang="en-US"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S PGothic" panose="020B0600070205080204" pitchFamily="34" charset="-128"/>
              <a:cs typeface="MS PGothic" panose="020B0600070205080204" pitchFamily="34" charset="-128"/>
            </a:endParaRPr>
          </a:p>
          <a:p>
            <a:pPr marL="0" marR="0" lvl="0" indent="0" algn="l" defTabSz="914400" rtl="0" eaLnBrk="0" fontAlgn="base" latinLnBrk="0" hangingPunct="0">
              <a:lnSpc>
                <a:spcPct val="100000"/>
              </a:lnSpc>
              <a:spcBef>
                <a:spcPct val="30000"/>
              </a:spcBef>
              <a:spcAft>
                <a:spcPct val="0"/>
              </a:spcAft>
              <a:buClrTx/>
              <a:buSzTx/>
              <a:buFontTx/>
              <a:buNone/>
              <a:defRPr/>
            </a:pPr>
            <a:endParaRPr kumimoji="0" lang="en-US"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S PGothic" panose="020B0600070205080204" pitchFamily="34" charset="-128"/>
              <a:cs typeface="MS PGothic" panose="020B0600070205080204" pitchFamily="34" charset="-128"/>
            </a:endParaRPr>
          </a:p>
        </p:txBody>
      </p:sp>
    </p:spTree>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88418" name="Rectangle 7"/>
          <p:cNvSpPr txBox="1">
            <a:spLocks noGrp="1"/>
          </p:cNvSpPr>
          <p:nvPr>
            <p:ph type="sldNum" sz="quarter"/>
          </p:nvPr>
        </p:nvSpPr>
        <p:spPr>
          <a:xfrm>
            <a:off x="4016375" y="8905875"/>
            <a:ext cx="3070225" cy="466725"/>
          </a:xfrm>
          <a:prstGeom prst="rect">
            <a:avLst/>
          </a:prstGeom>
          <a:noFill/>
          <a:ln w="9525">
            <a:noFill/>
          </a:ln>
        </p:spPr>
        <p:txBody>
          <a:bodyPr wrap="none" lIns="94035" tIns="47017" rIns="94035" bIns="47017" anchor="b" anchorCtr="0"/>
          <a:p>
            <a:pPr lvl="0" algn="r" defTabSz="939800"/>
            <a:fld id="{9A0DB2DC-4C9A-4742-B13C-FB6460FD3503}" type="slidenum">
              <a:rPr lang="en-US" altLang="en-US" sz="1200" dirty="0">
                <a:solidFill>
                  <a:srgbClr val="000000"/>
                </a:solidFill>
                <a:latin typeface="Times New Roman" panose="02020603050405020304" pitchFamily="18" charset="0"/>
              </a:rPr>
            </a:fld>
            <a:endParaRPr lang="en-US" altLang="en-US" sz="1200" dirty="0">
              <a:solidFill>
                <a:srgbClr val="000000"/>
              </a:solidFill>
              <a:latin typeface="Times New Roman" panose="02020603050405020304" pitchFamily="18" charset="0"/>
            </a:endParaRPr>
          </a:p>
        </p:txBody>
      </p:sp>
      <p:sp>
        <p:nvSpPr>
          <p:cNvPr id="188419" name="Rectangle 2"/>
          <p:cNvSpPr>
            <a:spLocks noTextEdit="1"/>
          </p:cNvSpPr>
          <p:nvPr>
            <p:ph type="sldImg"/>
          </p:nvPr>
        </p:nvSpPr>
        <p:spPr/>
      </p:sp>
      <p:sp>
        <p:nvSpPr>
          <p:cNvPr id="62468" name="Rectangle 3"/>
          <p:cNvSpPr>
            <a:spLocks noGrp="1" noChangeArrowheads="1"/>
          </p:cNvSpPr>
          <p:nvPr>
            <p:ph type="body" idx="1"/>
          </p:nvPr>
        </p:nvSpPr>
        <p:spPr/>
        <p:txBody>
          <a:bodyPr wrap="none" lIns="94035" tIns="47017" rIns="94035" bIns="47017" numCol="1" anchor="ctr" anchorCtr="0" compatLnSpc="1"/>
          <a:lstStyle/>
          <a:p>
            <a:pPr marL="228600" marR="0" lvl="0" indent="-228600" algn="l" defTabSz="914400" rtl="0" eaLnBrk="0" fontAlgn="base" latinLnBrk="0" hangingPunct="0">
              <a:lnSpc>
                <a:spcPct val="100000"/>
              </a:lnSpc>
              <a:spcBef>
                <a:spcPct val="30000"/>
              </a:spcBef>
              <a:spcAft>
                <a:spcPct val="0"/>
              </a:spcAft>
              <a:buClrTx/>
              <a:buSzTx/>
              <a:buFontTx/>
              <a:buAutoNum type="arabicPeriod"/>
              <a:defRPr/>
            </a:pPr>
            <a:endParaRPr kumimoji="0" lang="en-US"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S PGothic" panose="020B0600070205080204" pitchFamily="34" charset="-128"/>
              <a:cs typeface="MS PGothic" panose="020B0600070205080204" pitchFamily="34" charset="-128"/>
            </a:endParaRPr>
          </a:p>
          <a:p>
            <a:pPr marL="228600" marR="0" lvl="0" indent="-228600" algn="l" defTabSz="914400" rtl="0" eaLnBrk="0" fontAlgn="base" latinLnBrk="0" hangingPunct="0">
              <a:lnSpc>
                <a:spcPct val="100000"/>
              </a:lnSpc>
              <a:spcBef>
                <a:spcPct val="30000"/>
              </a:spcBef>
              <a:spcAft>
                <a:spcPct val="0"/>
              </a:spcAft>
              <a:buClrTx/>
              <a:buSzTx/>
              <a:buFontTx/>
              <a:buAutoNum type="arabicPeriod"/>
              <a:defRPr/>
            </a:pPr>
            <a:endParaRPr kumimoji="0" lang="en-US"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S PGothic" panose="020B0600070205080204" pitchFamily="34" charset="-128"/>
              <a:cs typeface="MS PGothic" panose="020B0600070205080204" pitchFamily="34" charset="-128"/>
            </a:endParaRPr>
          </a:p>
          <a:p>
            <a:pPr marL="0" marR="0" lvl="0" indent="0" algn="l" defTabSz="914400" rtl="0" eaLnBrk="0" fontAlgn="base" latinLnBrk="0" hangingPunct="0">
              <a:lnSpc>
                <a:spcPct val="100000"/>
              </a:lnSpc>
              <a:spcBef>
                <a:spcPct val="30000"/>
              </a:spcBef>
              <a:spcAft>
                <a:spcPct val="0"/>
              </a:spcAft>
              <a:buClrTx/>
              <a:buSzTx/>
              <a:buFontTx/>
              <a:buNone/>
              <a:defRPr/>
            </a:pPr>
            <a:endParaRPr kumimoji="0" lang="en-US"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S PGothic" panose="020B0600070205080204" pitchFamily="34" charset="-128"/>
              <a:cs typeface="MS PGothic" panose="020B0600070205080204" pitchFamily="34" charset="-128"/>
            </a:endParaRPr>
          </a:p>
        </p:txBody>
      </p:sp>
    </p:spTree>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90466" name="Rectangle 7"/>
          <p:cNvSpPr txBox="1">
            <a:spLocks noGrp="1"/>
          </p:cNvSpPr>
          <p:nvPr>
            <p:ph type="sldNum" sz="quarter"/>
          </p:nvPr>
        </p:nvSpPr>
        <p:spPr>
          <a:xfrm>
            <a:off x="4016375" y="8905875"/>
            <a:ext cx="3070225" cy="466725"/>
          </a:xfrm>
          <a:prstGeom prst="rect">
            <a:avLst/>
          </a:prstGeom>
          <a:noFill/>
          <a:ln w="9525">
            <a:noFill/>
          </a:ln>
        </p:spPr>
        <p:txBody>
          <a:bodyPr wrap="none" lIns="94035" tIns="47017" rIns="94035" bIns="47017" anchor="b" anchorCtr="0"/>
          <a:p>
            <a:pPr lvl="0" algn="r" defTabSz="939800"/>
            <a:fld id="{9A0DB2DC-4C9A-4742-B13C-FB6460FD3503}" type="slidenum">
              <a:rPr lang="en-US" altLang="en-US" sz="1200" dirty="0">
                <a:solidFill>
                  <a:srgbClr val="000000"/>
                </a:solidFill>
                <a:latin typeface="Times New Roman" panose="02020603050405020304" pitchFamily="18" charset="0"/>
              </a:rPr>
            </a:fld>
            <a:endParaRPr lang="en-US" altLang="en-US" sz="1200" dirty="0">
              <a:solidFill>
                <a:srgbClr val="000000"/>
              </a:solidFill>
              <a:latin typeface="Times New Roman" panose="02020603050405020304" pitchFamily="18" charset="0"/>
            </a:endParaRPr>
          </a:p>
        </p:txBody>
      </p:sp>
      <p:sp>
        <p:nvSpPr>
          <p:cNvPr id="190467" name="Rectangle 2"/>
          <p:cNvSpPr>
            <a:spLocks noTextEdit="1"/>
          </p:cNvSpPr>
          <p:nvPr>
            <p:ph type="sldImg"/>
          </p:nvPr>
        </p:nvSpPr>
        <p:spPr/>
      </p:sp>
      <p:sp>
        <p:nvSpPr>
          <p:cNvPr id="62468" name="Rectangle 3"/>
          <p:cNvSpPr>
            <a:spLocks noGrp="1" noChangeArrowheads="1"/>
          </p:cNvSpPr>
          <p:nvPr>
            <p:ph type="body" idx="1"/>
          </p:nvPr>
        </p:nvSpPr>
        <p:spPr/>
        <p:txBody>
          <a:bodyPr wrap="none" lIns="94035" tIns="47017" rIns="94035" bIns="47017" numCol="1" anchor="ctr" anchorCtr="0" compatLnSpc="1"/>
          <a:lstStyle/>
          <a:p>
            <a:pPr marL="228600" marR="0" lvl="0" indent="-228600" algn="l" defTabSz="914400" rtl="0" eaLnBrk="0" fontAlgn="base" latinLnBrk="0" hangingPunct="0">
              <a:lnSpc>
                <a:spcPct val="100000"/>
              </a:lnSpc>
              <a:spcBef>
                <a:spcPct val="30000"/>
              </a:spcBef>
              <a:spcAft>
                <a:spcPct val="0"/>
              </a:spcAft>
              <a:buClrTx/>
              <a:buSzTx/>
              <a:buFontTx/>
              <a:buAutoNum type="arabicPeriod"/>
              <a:defRPr/>
            </a:pPr>
            <a:endParaRPr kumimoji="0" lang="en-US"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S PGothic" panose="020B0600070205080204" pitchFamily="34" charset="-128"/>
              <a:cs typeface="MS PGothic" panose="020B0600070205080204" pitchFamily="34" charset="-128"/>
            </a:endParaRPr>
          </a:p>
          <a:p>
            <a:pPr marL="228600" marR="0" lvl="0" indent="-228600" algn="l" defTabSz="914400" rtl="0" eaLnBrk="0" fontAlgn="base" latinLnBrk="0" hangingPunct="0">
              <a:lnSpc>
                <a:spcPct val="100000"/>
              </a:lnSpc>
              <a:spcBef>
                <a:spcPct val="30000"/>
              </a:spcBef>
              <a:spcAft>
                <a:spcPct val="0"/>
              </a:spcAft>
              <a:buClrTx/>
              <a:buSzTx/>
              <a:buFontTx/>
              <a:buAutoNum type="arabicPeriod"/>
              <a:defRPr/>
            </a:pPr>
            <a:endParaRPr kumimoji="0" lang="en-US"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S PGothic" panose="020B0600070205080204" pitchFamily="34" charset="-128"/>
              <a:cs typeface="MS PGothic" panose="020B0600070205080204" pitchFamily="34" charset="-128"/>
            </a:endParaRPr>
          </a:p>
          <a:p>
            <a:pPr marL="0" marR="0" lvl="0" indent="0" algn="l" defTabSz="914400" rtl="0" eaLnBrk="0" fontAlgn="base" latinLnBrk="0" hangingPunct="0">
              <a:lnSpc>
                <a:spcPct val="100000"/>
              </a:lnSpc>
              <a:spcBef>
                <a:spcPct val="30000"/>
              </a:spcBef>
              <a:spcAft>
                <a:spcPct val="0"/>
              </a:spcAft>
              <a:buClrTx/>
              <a:buSzTx/>
              <a:buFontTx/>
              <a:buNone/>
              <a:defRPr/>
            </a:pPr>
            <a:endParaRPr kumimoji="0" lang="en-US"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S PGothic" panose="020B0600070205080204" pitchFamily="34" charset="-128"/>
              <a:cs typeface="MS PGothic" panose="020B0600070205080204" pitchFamily="34" charset="-128"/>
            </a:endParaRPr>
          </a:p>
        </p:txBody>
      </p:sp>
    </p:spTree>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92514" name="Rectangle 7"/>
          <p:cNvSpPr txBox="1">
            <a:spLocks noGrp="1"/>
          </p:cNvSpPr>
          <p:nvPr>
            <p:ph type="sldNum" sz="quarter"/>
          </p:nvPr>
        </p:nvSpPr>
        <p:spPr>
          <a:xfrm>
            <a:off x="4016375" y="8905875"/>
            <a:ext cx="3070225" cy="466725"/>
          </a:xfrm>
          <a:prstGeom prst="rect">
            <a:avLst/>
          </a:prstGeom>
          <a:noFill/>
          <a:ln w="9525">
            <a:noFill/>
          </a:ln>
        </p:spPr>
        <p:txBody>
          <a:bodyPr wrap="none" lIns="94035" tIns="47017" rIns="94035" bIns="47017" anchor="b" anchorCtr="0"/>
          <a:p>
            <a:pPr lvl="0" algn="r" defTabSz="939800"/>
            <a:fld id="{9A0DB2DC-4C9A-4742-B13C-FB6460FD3503}" type="slidenum">
              <a:rPr lang="en-US" altLang="en-US" sz="1200" dirty="0">
                <a:solidFill>
                  <a:srgbClr val="000000"/>
                </a:solidFill>
                <a:latin typeface="Times New Roman" panose="02020603050405020304" pitchFamily="18" charset="0"/>
              </a:rPr>
            </a:fld>
            <a:endParaRPr lang="en-US" altLang="en-US" sz="1200" dirty="0">
              <a:solidFill>
                <a:srgbClr val="000000"/>
              </a:solidFill>
              <a:latin typeface="Times New Roman" panose="02020603050405020304" pitchFamily="18" charset="0"/>
            </a:endParaRPr>
          </a:p>
        </p:txBody>
      </p:sp>
      <p:sp>
        <p:nvSpPr>
          <p:cNvPr id="192515" name="Rectangle 2"/>
          <p:cNvSpPr>
            <a:spLocks noTextEdit="1"/>
          </p:cNvSpPr>
          <p:nvPr>
            <p:ph type="sldImg"/>
          </p:nvPr>
        </p:nvSpPr>
        <p:spPr/>
      </p:sp>
      <p:sp>
        <p:nvSpPr>
          <p:cNvPr id="62468" name="Rectangle 3"/>
          <p:cNvSpPr>
            <a:spLocks noGrp="1" noChangeArrowheads="1"/>
          </p:cNvSpPr>
          <p:nvPr>
            <p:ph type="body" idx="1"/>
          </p:nvPr>
        </p:nvSpPr>
        <p:spPr/>
        <p:txBody>
          <a:bodyPr wrap="none" lIns="94035" tIns="47017" rIns="94035" bIns="47017" numCol="1" anchor="ctr" anchorCtr="0" compatLnSpc="1"/>
          <a:lstStyle/>
          <a:p>
            <a:pPr marL="228600" marR="0" lvl="0" indent="-228600" algn="l" defTabSz="914400" rtl="0" eaLnBrk="0" fontAlgn="base" latinLnBrk="0" hangingPunct="0">
              <a:lnSpc>
                <a:spcPct val="100000"/>
              </a:lnSpc>
              <a:spcBef>
                <a:spcPct val="30000"/>
              </a:spcBef>
              <a:spcAft>
                <a:spcPct val="0"/>
              </a:spcAft>
              <a:buClrTx/>
              <a:buSzTx/>
              <a:buFontTx/>
              <a:buAutoNum type="arabicPeriod"/>
              <a:defRPr/>
            </a:pPr>
            <a:endParaRPr kumimoji="0" lang="en-US"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S PGothic" panose="020B0600070205080204" pitchFamily="34" charset="-128"/>
              <a:cs typeface="MS PGothic" panose="020B0600070205080204" pitchFamily="34" charset="-128"/>
            </a:endParaRPr>
          </a:p>
          <a:p>
            <a:pPr marL="228600" marR="0" lvl="0" indent="-228600" algn="l" defTabSz="914400" rtl="0" eaLnBrk="0" fontAlgn="base" latinLnBrk="0" hangingPunct="0">
              <a:lnSpc>
                <a:spcPct val="100000"/>
              </a:lnSpc>
              <a:spcBef>
                <a:spcPct val="30000"/>
              </a:spcBef>
              <a:spcAft>
                <a:spcPct val="0"/>
              </a:spcAft>
              <a:buClrTx/>
              <a:buSzTx/>
              <a:buFontTx/>
              <a:buAutoNum type="arabicPeriod"/>
              <a:defRPr/>
            </a:pPr>
            <a:endParaRPr kumimoji="0" lang="en-US"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S PGothic" panose="020B0600070205080204" pitchFamily="34" charset="-128"/>
              <a:cs typeface="MS PGothic" panose="020B0600070205080204" pitchFamily="34" charset="-128"/>
            </a:endParaRPr>
          </a:p>
          <a:p>
            <a:pPr marL="0" marR="0" lvl="0" indent="0" algn="l" defTabSz="914400" rtl="0" eaLnBrk="0" fontAlgn="base" latinLnBrk="0" hangingPunct="0">
              <a:lnSpc>
                <a:spcPct val="100000"/>
              </a:lnSpc>
              <a:spcBef>
                <a:spcPct val="30000"/>
              </a:spcBef>
              <a:spcAft>
                <a:spcPct val="0"/>
              </a:spcAft>
              <a:buClrTx/>
              <a:buSzTx/>
              <a:buFontTx/>
              <a:buNone/>
              <a:defRPr/>
            </a:pPr>
            <a:endParaRPr kumimoji="0" lang="en-US"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S PGothic" panose="020B0600070205080204" pitchFamily="34" charset="-128"/>
              <a:cs typeface="MS PGothic" panose="020B0600070205080204" pitchFamily="34" charset="-128"/>
            </a:endParaRPr>
          </a:p>
        </p:txBody>
      </p:sp>
    </p:spTree>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96610" name="Rectangle 7"/>
          <p:cNvSpPr txBox="1">
            <a:spLocks noGrp="1"/>
          </p:cNvSpPr>
          <p:nvPr>
            <p:ph type="sldNum" sz="quarter"/>
          </p:nvPr>
        </p:nvSpPr>
        <p:spPr>
          <a:xfrm>
            <a:off x="4016375" y="8905875"/>
            <a:ext cx="3070225" cy="466725"/>
          </a:xfrm>
          <a:prstGeom prst="rect">
            <a:avLst/>
          </a:prstGeom>
          <a:noFill/>
          <a:ln w="9525">
            <a:noFill/>
          </a:ln>
        </p:spPr>
        <p:txBody>
          <a:bodyPr wrap="none" lIns="94035" tIns="47017" rIns="94035" bIns="47017" anchor="b" anchorCtr="0"/>
          <a:p>
            <a:pPr lvl="0" algn="r" defTabSz="939800"/>
            <a:fld id="{9A0DB2DC-4C9A-4742-B13C-FB6460FD3503}" type="slidenum">
              <a:rPr lang="en-US" altLang="en-US" sz="1200" dirty="0">
                <a:solidFill>
                  <a:srgbClr val="000000"/>
                </a:solidFill>
                <a:latin typeface="Times New Roman" panose="02020603050405020304" pitchFamily="18" charset="0"/>
              </a:rPr>
            </a:fld>
            <a:endParaRPr lang="en-US" altLang="en-US" sz="1200" dirty="0">
              <a:solidFill>
                <a:srgbClr val="000000"/>
              </a:solidFill>
              <a:latin typeface="Times New Roman" panose="02020603050405020304" pitchFamily="18" charset="0"/>
            </a:endParaRPr>
          </a:p>
        </p:txBody>
      </p:sp>
      <p:sp>
        <p:nvSpPr>
          <p:cNvPr id="196611" name="Rectangle 2"/>
          <p:cNvSpPr>
            <a:spLocks noTextEdit="1"/>
          </p:cNvSpPr>
          <p:nvPr>
            <p:ph type="sldImg"/>
          </p:nvPr>
        </p:nvSpPr>
        <p:spPr/>
      </p:sp>
      <p:sp>
        <p:nvSpPr>
          <p:cNvPr id="62468" name="Rectangle 3"/>
          <p:cNvSpPr>
            <a:spLocks noGrp="1" noChangeArrowheads="1"/>
          </p:cNvSpPr>
          <p:nvPr>
            <p:ph type="body" idx="1"/>
          </p:nvPr>
        </p:nvSpPr>
        <p:spPr/>
        <p:txBody>
          <a:bodyPr wrap="none" lIns="94035" tIns="47017" rIns="94035" bIns="47017" numCol="1" anchor="ctr" anchorCtr="0" compatLnSpc="1"/>
          <a:lstStyle/>
          <a:p>
            <a:pPr marL="228600" marR="0" lvl="0" indent="-228600" algn="l" defTabSz="914400" rtl="0" eaLnBrk="0" fontAlgn="base" latinLnBrk="0" hangingPunct="0">
              <a:lnSpc>
                <a:spcPct val="100000"/>
              </a:lnSpc>
              <a:spcBef>
                <a:spcPct val="30000"/>
              </a:spcBef>
              <a:spcAft>
                <a:spcPct val="0"/>
              </a:spcAft>
              <a:buClrTx/>
              <a:buSzTx/>
              <a:buFontTx/>
              <a:buAutoNum type="arabicPeriod"/>
              <a:defRPr/>
            </a:pPr>
            <a:endParaRPr kumimoji="0" lang="en-US"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S PGothic" panose="020B0600070205080204" pitchFamily="34" charset="-128"/>
              <a:cs typeface="MS PGothic" panose="020B0600070205080204" pitchFamily="34" charset="-128"/>
            </a:endParaRPr>
          </a:p>
          <a:p>
            <a:pPr marL="228600" marR="0" lvl="0" indent="-228600" algn="l" defTabSz="914400" rtl="0" eaLnBrk="0" fontAlgn="base" latinLnBrk="0" hangingPunct="0">
              <a:lnSpc>
                <a:spcPct val="100000"/>
              </a:lnSpc>
              <a:spcBef>
                <a:spcPct val="30000"/>
              </a:spcBef>
              <a:spcAft>
                <a:spcPct val="0"/>
              </a:spcAft>
              <a:buClrTx/>
              <a:buSzTx/>
              <a:buFontTx/>
              <a:buAutoNum type="arabicPeriod"/>
              <a:defRPr/>
            </a:pPr>
            <a:endParaRPr kumimoji="0" lang="en-US"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S PGothic" panose="020B0600070205080204" pitchFamily="34" charset="-128"/>
              <a:cs typeface="MS PGothic" panose="020B0600070205080204" pitchFamily="34" charset="-128"/>
            </a:endParaRPr>
          </a:p>
          <a:p>
            <a:pPr marL="0" marR="0" lvl="0" indent="0" algn="l" defTabSz="914400" rtl="0" eaLnBrk="0" fontAlgn="base" latinLnBrk="0" hangingPunct="0">
              <a:lnSpc>
                <a:spcPct val="100000"/>
              </a:lnSpc>
              <a:spcBef>
                <a:spcPct val="30000"/>
              </a:spcBef>
              <a:spcAft>
                <a:spcPct val="0"/>
              </a:spcAft>
              <a:buClrTx/>
              <a:buSzTx/>
              <a:buFontTx/>
              <a:buNone/>
              <a:defRPr/>
            </a:pPr>
            <a:endParaRPr kumimoji="0" lang="en-US"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S PGothic" panose="020B0600070205080204" pitchFamily="34" charset="-128"/>
              <a:cs typeface="MS PGothic" panose="020B0600070205080204" pitchFamily="34" charset="-128"/>
            </a:endParaRPr>
          </a:p>
        </p:txBody>
      </p:sp>
    </p:spTree>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98658" name="Rectangle 7"/>
          <p:cNvSpPr txBox="1">
            <a:spLocks noGrp="1"/>
          </p:cNvSpPr>
          <p:nvPr>
            <p:ph type="sldNum" sz="quarter"/>
          </p:nvPr>
        </p:nvSpPr>
        <p:spPr>
          <a:xfrm>
            <a:off x="4016375" y="8905875"/>
            <a:ext cx="3070225" cy="466725"/>
          </a:xfrm>
          <a:prstGeom prst="rect">
            <a:avLst/>
          </a:prstGeom>
          <a:noFill/>
          <a:ln w="9525">
            <a:noFill/>
          </a:ln>
        </p:spPr>
        <p:txBody>
          <a:bodyPr wrap="none" lIns="94035" tIns="47017" rIns="94035" bIns="47017" anchor="b" anchorCtr="0"/>
          <a:p>
            <a:pPr lvl="0" algn="r" defTabSz="939800"/>
            <a:fld id="{9A0DB2DC-4C9A-4742-B13C-FB6460FD3503}" type="slidenum">
              <a:rPr lang="en-US" altLang="en-US" sz="1200" dirty="0">
                <a:solidFill>
                  <a:srgbClr val="000000"/>
                </a:solidFill>
                <a:latin typeface="Times New Roman" panose="02020603050405020304" pitchFamily="18" charset="0"/>
              </a:rPr>
            </a:fld>
            <a:endParaRPr lang="en-US" altLang="en-US" sz="1200" dirty="0">
              <a:solidFill>
                <a:srgbClr val="000000"/>
              </a:solidFill>
              <a:latin typeface="Times New Roman" panose="02020603050405020304" pitchFamily="18" charset="0"/>
            </a:endParaRPr>
          </a:p>
        </p:txBody>
      </p:sp>
      <p:sp>
        <p:nvSpPr>
          <p:cNvPr id="198659" name="Rectangle 2"/>
          <p:cNvSpPr>
            <a:spLocks noTextEdit="1"/>
          </p:cNvSpPr>
          <p:nvPr>
            <p:ph type="sldImg"/>
          </p:nvPr>
        </p:nvSpPr>
        <p:spPr/>
      </p:sp>
      <p:sp>
        <p:nvSpPr>
          <p:cNvPr id="62468" name="Rectangle 3"/>
          <p:cNvSpPr>
            <a:spLocks noGrp="1" noChangeArrowheads="1"/>
          </p:cNvSpPr>
          <p:nvPr>
            <p:ph type="body" idx="1"/>
          </p:nvPr>
        </p:nvSpPr>
        <p:spPr/>
        <p:txBody>
          <a:bodyPr wrap="none" lIns="94035" tIns="47017" rIns="94035" bIns="47017" numCol="1" anchor="ctr" anchorCtr="0" compatLnSpc="1"/>
          <a:lstStyle/>
          <a:p>
            <a:pPr marL="228600" marR="0" lvl="0" indent="-228600" algn="l" defTabSz="914400" rtl="0" eaLnBrk="0" fontAlgn="base" latinLnBrk="0" hangingPunct="0">
              <a:lnSpc>
                <a:spcPct val="100000"/>
              </a:lnSpc>
              <a:spcBef>
                <a:spcPct val="30000"/>
              </a:spcBef>
              <a:spcAft>
                <a:spcPct val="0"/>
              </a:spcAft>
              <a:buClrTx/>
              <a:buSzTx/>
              <a:buFontTx/>
              <a:buAutoNum type="arabicPeriod"/>
              <a:defRPr/>
            </a:pPr>
            <a:endParaRPr kumimoji="0" lang="en-US"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S PGothic" panose="020B0600070205080204" pitchFamily="34" charset="-128"/>
              <a:cs typeface="MS PGothic" panose="020B0600070205080204" pitchFamily="34" charset="-128"/>
            </a:endParaRPr>
          </a:p>
          <a:p>
            <a:pPr marL="228600" marR="0" lvl="0" indent="-228600" algn="l" defTabSz="914400" rtl="0" eaLnBrk="0" fontAlgn="base" latinLnBrk="0" hangingPunct="0">
              <a:lnSpc>
                <a:spcPct val="100000"/>
              </a:lnSpc>
              <a:spcBef>
                <a:spcPct val="30000"/>
              </a:spcBef>
              <a:spcAft>
                <a:spcPct val="0"/>
              </a:spcAft>
              <a:buClrTx/>
              <a:buSzTx/>
              <a:buFontTx/>
              <a:buAutoNum type="arabicPeriod"/>
              <a:defRPr/>
            </a:pPr>
            <a:endParaRPr kumimoji="0" lang="en-US"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S PGothic" panose="020B0600070205080204" pitchFamily="34" charset="-128"/>
              <a:cs typeface="MS PGothic" panose="020B0600070205080204" pitchFamily="34" charset="-128"/>
            </a:endParaRPr>
          </a:p>
          <a:p>
            <a:pPr marL="0" marR="0" lvl="0" indent="0" algn="l" defTabSz="914400" rtl="0" eaLnBrk="0" fontAlgn="base" latinLnBrk="0" hangingPunct="0">
              <a:lnSpc>
                <a:spcPct val="100000"/>
              </a:lnSpc>
              <a:spcBef>
                <a:spcPct val="30000"/>
              </a:spcBef>
              <a:spcAft>
                <a:spcPct val="0"/>
              </a:spcAft>
              <a:buClrTx/>
              <a:buSzTx/>
              <a:buFontTx/>
              <a:buNone/>
              <a:defRPr/>
            </a:pPr>
            <a:endParaRPr kumimoji="0" lang="en-US"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S PGothic" panose="020B0600070205080204" pitchFamily="34" charset="-128"/>
              <a:cs typeface="MS PGothic" panose="020B0600070205080204" pitchFamily="34" charset="-128"/>
            </a:endParaRPr>
          </a:p>
        </p:txBody>
      </p:sp>
    </p:spTree>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00706" name="Rectangle 7"/>
          <p:cNvSpPr txBox="1">
            <a:spLocks noGrp="1"/>
          </p:cNvSpPr>
          <p:nvPr>
            <p:ph type="sldNum" sz="quarter"/>
          </p:nvPr>
        </p:nvSpPr>
        <p:spPr>
          <a:xfrm>
            <a:off x="4016375" y="8905875"/>
            <a:ext cx="3070225" cy="466725"/>
          </a:xfrm>
          <a:prstGeom prst="rect">
            <a:avLst/>
          </a:prstGeom>
          <a:noFill/>
          <a:ln w="9525">
            <a:noFill/>
          </a:ln>
        </p:spPr>
        <p:txBody>
          <a:bodyPr wrap="none" lIns="94035" tIns="47017" rIns="94035" bIns="47017" anchor="b" anchorCtr="0"/>
          <a:p>
            <a:pPr lvl="0" algn="r" defTabSz="939800"/>
            <a:fld id="{9A0DB2DC-4C9A-4742-B13C-FB6460FD3503}" type="slidenum">
              <a:rPr lang="en-US" altLang="en-US" sz="1200" dirty="0">
                <a:solidFill>
                  <a:srgbClr val="000000"/>
                </a:solidFill>
                <a:latin typeface="Times New Roman" panose="02020603050405020304" pitchFamily="18" charset="0"/>
              </a:rPr>
            </a:fld>
            <a:endParaRPr lang="en-US" altLang="en-US" sz="1200" dirty="0">
              <a:solidFill>
                <a:srgbClr val="000000"/>
              </a:solidFill>
              <a:latin typeface="Times New Roman" panose="02020603050405020304" pitchFamily="18" charset="0"/>
            </a:endParaRPr>
          </a:p>
        </p:txBody>
      </p:sp>
      <p:sp>
        <p:nvSpPr>
          <p:cNvPr id="200707" name="Rectangle 2"/>
          <p:cNvSpPr>
            <a:spLocks noTextEdit="1"/>
          </p:cNvSpPr>
          <p:nvPr>
            <p:ph type="sldImg"/>
          </p:nvPr>
        </p:nvSpPr>
        <p:spPr/>
      </p:sp>
      <p:sp>
        <p:nvSpPr>
          <p:cNvPr id="62468" name="Rectangle 3"/>
          <p:cNvSpPr>
            <a:spLocks noGrp="1" noChangeArrowheads="1"/>
          </p:cNvSpPr>
          <p:nvPr>
            <p:ph type="body" idx="1"/>
          </p:nvPr>
        </p:nvSpPr>
        <p:spPr/>
        <p:txBody>
          <a:bodyPr wrap="none" lIns="94035" tIns="47017" rIns="94035" bIns="47017" numCol="1" anchor="ctr" anchorCtr="0" compatLnSpc="1"/>
          <a:lstStyle/>
          <a:p>
            <a:pPr marL="228600" marR="0" lvl="0" indent="-228600" algn="l" defTabSz="914400" rtl="0" eaLnBrk="0" fontAlgn="base" latinLnBrk="0" hangingPunct="0">
              <a:lnSpc>
                <a:spcPct val="100000"/>
              </a:lnSpc>
              <a:spcBef>
                <a:spcPct val="30000"/>
              </a:spcBef>
              <a:spcAft>
                <a:spcPct val="0"/>
              </a:spcAft>
              <a:buClrTx/>
              <a:buSzTx/>
              <a:buFontTx/>
              <a:buAutoNum type="arabicPeriod"/>
              <a:defRPr/>
            </a:pPr>
            <a:endParaRPr kumimoji="0" lang="en-US"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S PGothic" panose="020B0600070205080204" pitchFamily="34" charset="-128"/>
              <a:cs typeface="MS PGothic" panose="020B0600070205080204" pitchFamily="34" charset="-128"/>
            </a:endParaRPr>
          </a:p>
          <a:p>
            <a:pPr marL="228600" marR="0" lvl="0" indent="-228600" algn="l" defTabSz="914400" rtl="0" eaLnBrk="0" fontAlgn="base" latinLnBrk="0" hangingPunct="0">
              <a:lnSpc>
                <a:spcPct val="100000"/>
              </a:lnSpc>
              <a:spcBef>
                <a:spcPct val="30000"/>
              </a:spcBef>
              <a:spcAft>
                <a:spcPct val="0"/>
              </a:spcAft>
              <a:buClrTx/>
              <a:buSzTx/>
              <a:buFontTx/>
              <a:buAutoNum type="arabicPeriod"/>
              <a:defRPr/>
            </a:pPr>
            <a:endParaRPr kumimoji="0" lang="en-US"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S PGothic" panose="020B0600070205080204" pitchFamily="34" charset="-128"/>
              <a:cs typeface="MS PGothic" panose="020B0600070205080204" pitchFamily="34" charset="-128"/>
            </a:endParaRPr>
          </a:p>
          <a:p>
            <a:pPr marL="0" marR="0" lvl="0" indent="0" algn="l" defTabSz="914400" rtl="0" eaLnBrk="0" fontAlgn="base" latinLnBrk="0" hangingPunct="0">
              <a:lnSpc>
                <a:spcPct val="100000"/>
              </a:lnSpc>
              <a:spcBef>
                <a:spcPct val="30000"/>
              </a:spcBef>
              <a:spcAft>
                <a:spcPct val="0"/>
              </a:spcAft>
              <a:buClrTx/>
              <a:buSzTx/>
              <a:buFontTx/>
              <a:buNone/>
              <a:defRPr/>
            </a:pPr>
            <a:endParaRPr kumimoji="0" lang="en-US"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S PGothic" panose="020B0600070205080204" pitchFamily="34" charset="-128"/>
              <a:cs typeface="MS PGothic" panose="020B0600070205080204" pitchFamily="34" charset="-128"/>
            </a:endParaRPr>
          </a:p>
        </p:txBody>
      </p:sp>
    </p:spTree>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02754" name="Rectangle 7"/>
          <p:cNvSpPr txBox="1">
            <a:spLocks noGrp="1"/>
          </p:cNvSpPr>
          <p:nvPr>
            <p:ph type="sldNum" sz="quarter"/>
          </p:nvPr>
        </p:nvSpPr>
        <p:spPr>
          <a:xfrm>
            <a:off x="4016375" y="8905875"/>
            <a:ext cx="3070225" cy="466725"/>
          </a:xfrm>
          <a:prstGeom prst="rect">
            <a:avLst/>
          </a:prstGeom>
          <a:noFill/>
          <a:ln w="9525">
            <a:noFill/>
          </a:ln>
        </p:spPr>
        <p:txBody>
          <a:bodyPr wrap="none" lIns="94035" tIns="47017" rIns="94035" bIns="47017" anchor="b" anchorCtr="0"/>
          <a:p>
            <a:pPr lvl="0" algn="r" defTabSz="939800"/>
            <a:fld id="{9A0DB2DC-4C9A-4742-B13C-FB6460FD3503}" type="slidenum">
              <a:rPr lang="en-US" altLang="en-US" sz="1200" dirty="0">
                <a:solidFill>
                  <a:srgbClr val="000000"/>
                </a:solidFill>
                <a:latin typeface="Times New Roman" panose="02020603050405020304" pitchFamily="18" charset="0"/>
              </a:rPr>
            </a:fld>
            <a:endParaRPr lang="en-US" altLang="en-US" sz="1200" dirty="0">
              <a:solidFill>
                <a:srgbClr val="000000"/>
              </a:solidFill>
              <a:latin typeface="Times New Roman" panose="02020603050405020304" pitchFamily="18" charset="0"/>
            </a:endParaRPr>
          </a:p>
        </p:txBody>
      </p:sp>
      <p:sp>
        <p:nvSpPr>
          <p:cNvPr id="202755" name="Rectangle 2"/>
          <p:cNvSpPr>
            <a:spLocks noTextEdit="1"/>
          </p:cNvSpPr>
          <p:nvPr>
            <p:ph type="sldImg"/>
          </p:nvPr>
        </p:nvSpPr>
        <p:spPr/>
      </p:sp>
      <p:sp>
        <p:nvSpPr>
          <p:cNvPr id="62468" name="Rectangle 3"/>
          <p:cNvSpPr>
            <a:spLocks noGrp="1" noChangeArrowheads="1"/>
          </p:cNvSpPr>
          <p:nvPr>
            <p:ph type="body" idx="1"/>
          </p:nvPr>
        </p:nvSpPr>
        <p:spPr/>
        <p:txBody>
          <a:bodyPr wrap="none" lIns="94035" tIns="47017" rIns="94035" bIns="47017" numCol="1" anchor="ctr" anchorCtr="0" compatLnSpc="1"/>
          <a:lstStyle/>
          <a:p>
            <a:pPr marL="228600" marR="0" lvl="0" indent="-228600" algn="l" defTabSz="914400" rtl="0" eaLnBrk="0" fontAlgn="base" latinLnBrk="0" hangingPunct="0">
              <a:lnSpc>
                <a:spcPct val="100000"/>
              </a:lnSpc>
              <a:spcBef>
                <a:spcPct val="30000"/>
              </a:spcBef>
              <a:spcAft>
                <a:spcPct val="0"/>
              </a:spcAft>
              <a:buClrTx/>
              <a:buSzTx/>
              <a:buFontTx/>
              <a:buAutoNum type="arabicPeriod"/>
              <a:defRPr/>
            </a:pPr>
            <a:endParaRPr kumimoji="0" lang="en-US"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S PGothic" panose="020B0600070205080204" pitchFamily="34" charset="-128"/>
              <a:cs typeface="MS PGothic" panose="020B0600070205080204" pitchFamily="34" charset="-128"/>
            </a:endParaRPr>
          </a:p>
          <a:p>
            <a:pPr marL="228600" marR="0" lvl="0" indent="-228600" algn="l" defTabSz="914400" rtl="0" eaLnBrk="0" fontAlgn="base" latinLnBrk="0" hangingPunct="0">
              <a:lnSpc>
                <a:spcPct val="100000"/>
              </a:lnSpc>
              <a:spcBef>
                <a:spcPct val="30000"/>
              </a:spcBef>
              <a:spcAft>
                <a:spcPct val="0"/>
              </a:spcAft>
              <a:buClrTx/>
              <a:buSzTx/>
              <a:buFontTx/>
              <a:buAutoNum type="arabicPeriod"/>
              <a:defRPr/>
            </a:pPr>
            <a:endParaRPr kumimoji="0" lang="en-US"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S PGothic" panose="020B0600070205080204" pitchFamily="34" charset="-128"/>
              <a:cs typeface="MS PGothic" panose="020B0600070205080204" pitchFamily="34" charset="-128"/>
            </a:endParaRPr>
          </a:p>
          <a:p>
            <a:pPr marL="0" marR="0" lvl="0" indent="0" algn="l" defTabSz="914400" rtl="0" eaLnBrk="0" fontAlgn="base" latinLnBrk="0" hangingPunct="0">
              <a:lnSpc>
                <a:spcPct val="100000"/>
              </a:lnSpc>
              <a:spcBef>
                <a:spcPct val="30000"/>
              </a:spcBef>
              <a:spcAft>
                <a:spcPct val="0"/>
              </a:spcAft>
              <a:buClrTx/>
              <a:buSzTx/>
              <a:buFontTx/>
              <a:buNone/>
              <a:defRPr/>
            </a:pPr>
            <a:endParaRPr kumimoji="0" lang="en-US"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S PGothic" panose="020B0600070205080204" pitchFamily="34" charset="-128"/>
              <a:cs typeface="MS PGothic" panose="020B0600070205080204" pitchFamily="34" charset="-128"/>
            </a:endParaRPr>
          </a:p>
        </p:txBody>
      </p:sp>
    </p:spTree>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04802" name="Rectangle 7"/>
          <p:cNvSpPr txBox="1">
            <a:spLocks noGrp="1"/>
          </p:cNvSpPr>
          <p:nvPr>
            <p:ph type="sldNum" sz="quarter"/>
          </p:nvPr>
        </p:nvSpPr>
        <p:spPr>
          <a:xfrm>
            <a:off x="4016375" y="8905875"/>
            <a:ext cx="3070225" cy="466725"/>
          </a:xfrm>
          <a:prstGeom prst="rect">
            <a:avLst/>
          </a:prstGeom>
          <a:noFill/>
          <a:ln w="9525">
            <a:noFill/>
          </a:ln>
        </p:spPr>
        <p:txBody>
          <a:bodyPr wrap="none" lIns="94035" tIns="47017" rIns="94035" bIns="47017" anchor="b" anchorCtr="0"/>
          <a:p>
            <a:pPr lvl="0" algn="r" defTabSz="939800"/>
            <a:fld id="{9A0DB2DC-4C9A-4742-B13C-FB6460FD3503}" type="slidenum">
              <a:rPr lang="en-US" altLang="en-US" sz="1200" dirty="0">
                <a:solidFill>
                  <a:srgbClr val="000000"/>
                </a:solidFill>
                <a:latin typeface="Times New Roman" panose="02020603050405020304" pitchFamily="18" charset="0"/>
              </a:rPr>
            </a:fld>
            <a:endParaRPr lang="en-US" altLang="en-US" sz="1200" dirty="0">
              <a:solidFill>
                <a:srgbClr val="000000"/>
              </a:solidFill>
              <a:latin typeface="Times New Roman" panose="02020603050405020304" pitchFamily="18" charset="0"/>
            </a:endParaRPr>
          </a:p>
        </p:txBody>
      </p:sp>
      <p:sp>
        <p:nvSpPr>
          <p:cNvPr id="204803" name="Rectangle 2"/>
          <p:cNvSpPr>
            <a:spLocks noTextEdit="1"/>
          </p:cNvSpPr>
          <p:nvPr>
            <p:ph type="sldImg"/>
          </p:nvPr>
        </p:nvSpPr>
        <p:spPr/>
      </p:sp>
      <p:sp>
        <p:nvSpPr>
          <p:cNvPr id="62468" name="Rectangle 3"/>
          <p:cNvSpPr>
            <a:spLocks noGrp="1" noChangeArrowheads="1"/>
          </p:cNvSpPr>
          <p:nvPr>
            <p:ph type="body" idx="1"/>
          </p:nvPr>
        </p:nvSpPr>
        <p:spPr/>
        <p:txBody>
          <a:bodyPr wrap="none" lIns="94035" tIns="47017" rIns="94035" bIns="47017" numCol="1" anchor="ctr" anchorCtr="0" compatLnSpc="1"/>
          <a:lstStyle/>
          <a:p>
            <a:pPr marL="228600" marR="0" lvl="0" indent="-228600" algn="l" defTabSz="914400" rtl="0" eaLnBrk="0" fontAlgn="base" latinLnBrk="0" hangingPunct="0">
              <a:lnSpc>
                <a:spcPct val="100000"/>
              </a:lnSpc>
              <a:spcBef>
                <a:spcPct val="30000"/>
              </a:spcBef>
              <a:spcAft>
                <a:spcPct val="0"/>
              </a:spcAft>
              <a:buClrTx/>
              <a:buSzTx/>
              <a:buFontTx/>
              <a:buAutoNum type="arabicPeriod"/>
              <a:defRPr/>
            </a:pPr>
            <a:endParaRPr kumimoji="0" lang="en-US"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S PGothic" panose="020B0600070205080204" pitchFamily="34" charset="-128"/>
              <a:cs typeface="MS PGothic" panose="020B0600070205080204" pitchFamily="34" charset="-128"/>
            </a:endParaRPr>
          </a:p>
          <a:p>
            <a:pPr marL="228600" marR="0" lvl="0" indent="-228600" algn="l" defTabSz="914400" rtl="0" eaLnBrk="0" fontAlgn="base" latinLnBrk="0" hangingPunct="0">
              <a:lnSpc>
                <a:spcPct val="100000"/>
              </a:lnSpc>
              <a:spcBef>
                <a:spcPct val="30000"/>
              </a:spcBef>
              <a:spcAft>
                <a:spcPct val="0"/>
              </a:spcAft>
              <a:buClrTx/>
              <a:buSzTx/>
              <a:buFontTx/>
              <a:buAutoNum type="arabicPeriod"/>
              <a:defRPr/>
            </a:pPr>
            <a:endParaRPr kumimoji="0" lang="en-US"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S PGothic" panose="020B0600070205080204" pitchFamily="34" charset="-128"/>
              <a:cs typeface="MS PGothic" panose="020B0600070205080204" pitchFamily="34" charset="-128"/>
            </a:endParaRPr>
          </a:p>
          <a:p>
            <a:pPr marL="0" marR="0" lvl="0" indent="0" algn="l" defTabSz="914400" rtl="0" eaLnBrk="0" fontAlgn="base" latinLnBrk="0" hangingPunct="0">
              <a:lnSpc>
                <a:spcPct val="100000"/>
              </a:lnSpc>
              <a:spcBef>
                <a:spcPct val="30000"/>
              </a:spcBef>
              <a:spcAft>
                <a:spcPct val="0"/>
              </a:spcAft>
              <a:buClrTx/>
              <a:buSzTx/>
              <a:buFontTx/>
              <a:buNone/>
              <a:defRPr/>
            </a:pPr>
            <a:endParaRPr kumimoji="0" lang="en-US"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S PGothic" panose="020B0600070205080204" pitchFamily="34" charset="-128"/>
              <a:cs typeface="MS PGothic" panose="020B0600070205080204" pitchFamily="34" charset="-128"/>
            </a:endParaRPr>
          </a:p>
        </p:txBody>
      </p:sp>
    </p:spTree>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06850" name="Rectangle 7"/>
          <p:cNvSpPr txBox="1">
            <a:spLocks noGrp="1"/>
          </p:cNvSpPr>
          <p:nvPr>
            <p:ph type="sldNum" sz="quarter"/>
          </p:nvPr>
        </p:nvSpPr>
        <p:spPr>
          <a:xfrm>
            <a:off x="4016375" y="8905875"/>
            <a:ext cx="3070225" cy="466725"/>
          </a:xfrm>
          <a:prstGeom prst="rect">
            <a:avLst/>
          </a:prstGeom>
          <a:noFill/>
          <a:ln w="9525">
            <a:noFill/>
          </a:ln>
        </p:spPr>
        <p:txBody>
          <a:bodyPr wrap="none" lIns="94035" tIns="47017" rIns="94035" bIns="47017" anchor="b" anchorCtr="0"/>
          <a:p>
            <a:pPr lvl="0" algn="r" defTabSz="939800"/>
            <a:fld id="{9A0DB2DC-4C9A-4742-B13C-FB6460FD3503}" type="slidenum">
              <a:rPr lang="en-US" altLang="en-US" sz="1200" dirty="0">
                <a:solidFill>
                  <a:srgbClr val="000000"/>
                </a:solidFill>
                <a:latin typeface="Times New Roman" panose="02020603050405020304" pitchFamily="18" charset="0"/>
              </a:rPr>
            </a:fld>
            <a:endParaRPr lang="en-US" altLang="en-US" sz="1200" dirty="0">
              <a:solidFill>
                <a:srgbClr val="000000"/>
              </a:solidFill>
              <a:latin typeface="Times New Roman" panose="02020603050405020304" pitchFamily="18" charset="0"/>
            </a:endParaRPr>
          </a:p>
        </p:txBody>
      </p:sp>
      <p:sp>
        <p:nvSpPr>
          <p:cNvPr id="206851" name="Rectangle 2"/>
          <p:cNvSpPr>
            <a:spLocks noTextEdit="1"/>
          </p:cNvSpPr>
          <p:nvPr>
            <p:ph type="sldImg"/>
          </p:nvPr>
        </p:nvSpPr>
        <p:spPr/>
      </p:sp>
      <p:sp>
        <p:nvSpPr>
          <p:cNvPr id="62468" name="Rectangle 3"/>
          <p:cNvSpPr>
            <a:spLocks noGrp="1" noChangeArrowheads="1"/>
          </p:cNvSpPr>
          <p:nvPr>
            <p:ph type="body" idx="1"/>
          </p:nvPr>
        </p:nvSpPr>
        <p:spPr/>
        <p:txBody>
          <a:bodyPr wrap="none" lIns="94035" tIns="47017" rIns="94035" bIns="47017" numCol="1" anchor="ctr" anchorCtr="0" compatLnSpc="1"/>
          <a:lstStyle/>
          <a:p>
            <a:pPr marL="228600" marR="0" lvl="0" indent="-228600" algn="l" defTabSz="914400" rtl="0" eaLnBrk="0" fontAlgn="base" latinLnBrk="0" hangingPunct="0">
              <a:lnSpc>
                <a:spcPct val="100000"/>
              </a:lnSpc>
              <a:spcBef>
                <a:spcPct val="30000"/>
              </a:spcBef>
              <a:spcAft>
                <a:spcPct val="0"/>
              </a:spcAft>
              <a:buClrTx/>
              <a:buSzTx/>
              <a:buFontTx/>
              <a:buAutoNum type="arabicPeriod"/>
              <a:defRPr/>
            </a:pPr>
            <a:endParaRPr kumimoji="0" lang="en-US"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S PGothic" panose="020B0600070205080204" pitchFamily="34" charset="-128"/>
              <a:cs typeface="MS PGothic" panose="020B0600070205080204" pitchFamily="34" charset="-128"/>
            </a:endParaRPr>
          </a:p>
          <a:p>
            <a:pPr marL="228600" marR="0" lvl="0" indent="-228600" algn="l" defTabSz="914400" rtl="0" eaLnBrk="0" fontAlgn="base" latinLnBrk="0" hangingPunct="0">
              <a:lnSpc>
                <a:spcPct val="100000"/>
              </a:lnSpc>
              <a:spcBef>
                <a:spcPct val="30000"/>
              </a:spcBef>
              <a:spcAft>
                <a:spcPct val="0"/>
              </a:spcAft>
              <a:buClrTx/>
              <a:buSzTx/>
              <a:buFontTx/>
              <a:buAutoNum type="arabicPeriod"/>
              <a:defRPr/>
            </a:pPr>
            <a:endParaRPr kumimoji="0" lang="en-US"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S PGothic" panose="020B0600070205080204" pitchFamily="34" charset="-128"/>
              <a:cs typeface="MS PGothic" panose="020B0600070205080204" pitchFamily="34" charset="-128"/>
            </a:endParaRPr>
          </a:p>
          <a:p>
            <a:pPr marL="0" marR="0" lvl="0" indent="0" algn="l" defTabSz="914400" rtl="0" eaLnBrk="0" fontAlgn="base" latinLnBrk="0" hangingPunct="0">
              <a:lnSpc>
                <a:spcPct val="100000"/>
              </a:lnSpc>
              <a:spcBef>
                <a:spcPct val="30000"/>
              </a:spcBef>
              <a:spcAft>
                <a:spcPct val="0"/>
              </a:spcAft>
              <a:buClrTx/>
              <a:buSzTx/>
              <a:buFontTx/>
              <a:buNone/>
              <a:defRPr/>
            </a:pPr>
            <a:endParaRPr kumimoji="0" lang="en-US"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S PGothic" panose="020B0600070205080204" pitchFamily="34" charset="-128"/>
              <a:cs typeface="MS PGothic" panose="020B0600070205080204" pitchFamily="34" charset="-128"/>
            </a:endParaRPr>
          </a:p>
        </p:txBody>
      </p:sp>
    </p:spTree>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08898" name="Rectangle 7"/>
          <p:cNvSpPr txBox="1">
            <a:spLocks noGrp="1"/>
          </p:cNvSpPr>
          <p:nvPr>
            <p:ph type="sldNum" sz="quarter"/>
          </p:nvPr>
        </p:nvSpPr>
        <p:spPr>
          <a:xfrm>
            <a:off x="4016375" y="8905875"/>
            <a:ext cx="3070225" cy="466725"/>
          </a:xfrm>
          <a:prstGeom prst="rect">
            <a:avLst/>
          </a:prstGeom>
          <a:noFill/>
          <a:ln w="9525">
            <a:noFill/>
          </a:ln>
        </p:spPr>
        <p:txBody>
          <a:bodyPr wrap="none" lIns="94035" tIns="47017" rIns="94035" bIns="47017" anchor="b" anchorCtr="0"/>
          <a:p>
            <a:pPr lvl="0" algn="r" defTabSz="939800"/>
            <a:fld id="{9A0DB2DC-4C9A-4742-B13C-FB6460FD3503}" type="slidenum">
              <a:rPr lang="en-US" altLang="en-US" sz="1200" dirty="0">
                <a:solidFill>
                  <a:srgbClr val="000000"/>
                </a:solidFill>
                <a:latin typeface="Times New Roman" panose="02020603050405020304" pitchFamily="18" charset="0"/>
              </a:rPr>
            </a:fld>
            <a:endParaRPr lang="en-US" altLang="en-US" sz="1200" dirty="0">
              <a:solidFill>
                <a:srgbClr val="000000"/>
              </a:solidFill>
              <a:latin typeface="Times New Roman" panose="02020603050405020304" pitchFamily="18" charset="0"/>
            </a:endParaRPr>
          </a:p>
        </p:txBody>
      </p:sp>
      <p:sp>
        <p:nvSpPr>
          <p:cNvPr id="208899" name="Rectangle 2"/>
          <p:cNvSpPr>
            <a:spLocks noTextEdit="1"/>
          </p:cNvSpPr>
          <p:nvPr>
            <p:ph type="sldImg"/>
          </p:nvPr>
        </p:nvSpPr>
        <p:spPr/>
      </p:sp>
      <p:sp>
        <p:nvSpPr>
          <p:cNvPr id="62468" name="Rectangle 3"/>
          <p:cNvSpPr>
            <a:spLocks noGrp="1" noChangeArrowheads="1"/>
          </p:cNvSpPr>
          <p:nvPr>
            <p:ph type="body" idx="1"/>
          </p:nvPr>
        </p:nvSpPr>
        <p:spPr/>
        <p:txBody>
          <a:bodyPr wrap="none" lIns="94035" tIns="47017" rIns="94035" bIns="47017" numCol="1" anchor="ctr" anchorCtr="0" compatLnSpc="1"/>
          <a:lstStyle/>
          <a:p>
            <a:pPr marL="228600" marR="0" lvl="0" indent="-228600" algn="l" defTabSz="914400" rtl="0" eaLnBrk="0" fontAlgn="base" latinLnBrk="0" hangingPunct="0">
              <a:lnSpc>
                <a:spcPct val="100000"/>
              </a:lnSpc>
              <a:spcBef>
                <a:spcPct val="30000"/>
              </a:spcBef>
              <a:spcAft>
                <a:spcPct val="0"/>
              </a:spcAft>
              <a:buClrTx/>
              <a:buSzTx/>
              <a:buFontTx/>
              <a:buAutoNum type="arabicPeriod"/>
              <a:defRPr/>
            </a:pPr>
            <a:endParaRPr kumimoji="0" lang="en-US"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S PGothic" panose="020B0600070205080204" pitchFamily="34" charset="-128"/>
              <a:cs typeface="MS PGothic" panose="020B0600070205080204" pitchFamily="34" charset="-128"/>
            </a:endParaRPr>
          </a:p>
          <a:p>
            <a:pPr marL="228600" marR="0" lvl="0" indent="-228600" algn="l" defTabSz="914400" rtl="0" eaLnBrk="0" fontAlgn="base" latinLnBrk="0" hangingPunct="0">
              <a:lnSpc>
                <a:spcPct val="100000"/>
              </a:lnSpc>
              <a:spcBef>
                <a:spcPct val="30000"/>
              </a:spcBef>
              <a:spcAft>
                <a:spcPct val="0"/>
              </a:spcAft>
              <a:buClrTx/>
              <a:buSzTx/>
              <a:buFontTx/>
              <a:buAutoNum type="arabicPeriod"/>
              <a:defRPr/>
            </a:pPr>
            <a:endParaRPr kumimoji="0" lang="en-US"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S PGothic" panose="020B0600070205080204" pitchFamily="34" charset="-128"/>
              <a:cs typeface="MS PGothic" panose="020B0600070205080204" pitchFamily="34" charset="-128"/>
            </a:endParaRPr>
          </a:p>
          <a:p>
            <a:pPr marL="0" marR="0" lvl="0" indent="0" algn="l" defTabSz="914400" rtl="0" eaLnBrk="0" fontAlgn="base" latinLnBrk="0" hangingPunct="0">
              <a:lnSpc>
                <a:spcPct val="100000"/>
              </a:lnSpc>
              <a:spcBef>
                <a:spcPct val="30000"/>
              </a:spcBef>
              <a:spcAft>
                <a:spcPct val="0"/>
              </a:spcAft>
              <a:buClrTx/>
              <a:buSzTx/>
              <a:buFontTx/>
              <a:buNone/>
              <a:defRPr/>
            </a:pPr>
            <a:endParaRPr kumimoji="0" lang="en-US"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S PGothic" panose="020B0600070205080204" pitchFamily="34" charset="-128"/>
              <a:cs typeface="MS PGothic" panose="020B0600070205080204" pitchFamily="34" charset="-128"/>
            </a:endParaRPr>
          </a:p>
        </p:txBody>
      </p:sp>
    </p:spTree>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10946" name="Rectangle 7"/>
          <p:cNvSpPr txBox="1">
            <a:spLocks noGrp="1"/>
          </p:cNvSpPr>
          <p:nvPr>
            <p:ph type="sldNum" sz="quarter"/>
          </p:nvPr>
        </p:nvSpPr>
        <p:spPr>
          <a:xfrm>
            <a:off x="4016375" y="8905875"/>
            <a:ext cx="3070225" cy="466725"/>
          </a:xfrm>
          <a:prstGeom prst="rect">
            <a:avLst/>
          </a:prstGeom>
          <a:noFill/>
          <a:ln w="9525">
            <a:noFill/>
          </a:ln>
        </p:spPr>
        <p:txBody>
          <a:bodyPr wrap="none" lIns="94035" tIns="47017" rIns="94035" bIns="47017" anchor="b" anchorCtr="0"/>
          <a:p>
            <a:pPr lvl="0" algn="r" defTabSz="939800"/>
            <a:fld id="{9A0DB2DC-4C9A-4742-B13C-FB6460FD3503}" type="slidenum">
              <a:rPr lang="en-US" altLang="en-US" sz="1200" dirty="0">
                <a:solidFill>
                  <a:srgbClr val="000000"/>
                </a:solidFill>
                <a:latin typeface="Times New Roman" panose="02020603050405020304" pitchFamily="18" charset="0"/>
              </a:rPr>
            </a:fld>
            <a:endParaRPr lang="en-US" altLang="en-US" sz="1200" dirty="0">
              <a:solidFill>
                <a:srgbClr val="000000"/>
              </a:solidFill>
              <a:latin typeface="Times New Roman" panose="02020603050405020304" pitchFamily="18" charset="0"/>
            </a:endParaRPr>
          </a:p>
        </p:txBody>
      </p:sp>
      <p:sp>
        <p:nvSpPr>
          <p:cNvPr id="210947" name="Rectangle 2"/>
          <p:cNvSpPr>
            <a:spLocks noTextEdit="1"/>
          </p:cNvSpPr>
          <p:nvPr>
            <p:ph type="sldImg"/>
          </p:nvPr>
        </p:nvSpPr>
        <p:spPr/>
      </p:sp>
      <p:sp>
        <p:nvSpPr>
          <p:cNvPr id="62468" name="Rectangle 3"/>
          <p:cNvSpPr>
            <a:spLocks noGrp="1" noChangeArrowheads="1"/>
          </p:cNvSpPr>
          <p:nvPr>
            <p:ph type="body" idx="1"/>
          </p:nvPr>
        </p:nvSpPr>
        <p:spPr/>
        <p:txBody>
          <a:bodyPr wrap="none" lIns="94035" tIns="47017" rIns="94035" bIns="47017" numCol="1" anchor="ctr" anchorCtr="0" compatLnSpc="1"/>
          <a:lstStyle/>
          <a:p>
            <a:pPr marL="228600" marR="0" lvl="0" indent="-228600" algn="l" defTabSz="914400" rtl="0" eaLnBrk="0" fontAlgn="base" latinLnBrk="0" hangingPunct="0">
              <a:lnSpc>
                <a:spcPct val="100000"/>
              </a:lnSpc>
              <a:spcBef>
                <a:spcPct val="30000"/>
              </a:spcBef>
              <a:spcAft>
                <a:spcPct val="0"/>
              </a:spcAft>
              <a:buClrTx/>
              <a:buSzTx/>
              <a:buFontTx/>
              <a:buAutoNum type="arabicPeriod"/>
              <a:defRPr/>
            </a:pPr>
            <a:endParaRPr kumimoji="0" lang="en-US"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S PGothic" panose="020B0600070205080204" pitchFamily="34" charset="-128"/>
              <a:cs typeface="MS PGothic" panose="020B0600070205080204" pitchFamily="34" charset="-128"/>
            </a:endParaRPr>
          </a:p>
          <a:p>
            <a:pPr marL="228600" marR="0" lvl="0" indent="-228600" algn="l" defTabSz="914400" rtl="0" eaLnBrk="0" fontAlgn="base" latinLnBrk="0" hangingPunct="0">
              <a:lnSpc>
                <a:spcPct val="100000"/>
              </a:lnSpc>
              <a:spcBef>
                <a:spcPct val="30000"/>
              </a:spcBef>
              <a:spcAft>
                <a:spcPct val="0"/>
              </a:spcAft>
              <a:buClrTx/>
              <a:buSzTx/>
              <a:buFontTx/>
              <a:buAutoNum type="arabicPeriod"/>
              <a:defRPr/>
            </a:pPr>
            <a:endParaRPr kumimoji="0" lang="en-US"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S PGothic" panose="020B0600070205080204" pitchFamily="34" charset="-128"/>
              <a:cs typeface="MS PGothic" panose="020B0600070205080204" pitchFamily="34" charset="-128"/>
            </a:endParaRPr>
          </a:p>
          <a:p>
            <a:pPr marL="0" marR="0" lvl="0" indent="0" algn="l" defTabSz="914400" rtl="0" eaLnBrk="0" fontAlgn="base" latinLnBrk="0" hangingPunct="0">
              <a:lnSpc>
                <a:spcPct val="100000"/>
              </a:lnSpc>
              <a:spcBef>
                <a:spcPct val="30000"/>
              </a:spcBef>
              <a:spcAft>
                <a:spcPct val="0"/>
              </a:spcAft>
              <a:buClrTx/>
              <a:buSzTx/>
              <a:buFontTx/>
              <a:buNone/>
              <a:defRPr/>
            </a:pPr>
            <a:endParaRPr kumimoji="0" lang="en-US"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S PGothic" panose="020B0600070205080204" pitchFamily="34" charset="-128"/>
              <a:cs typeface="MS PGothic" panose="020B0600070205080204" pitchFamily="34" charset="-128"/>
            </a:endParaRPr>
          </a:p>
        </p:txBody>
      </p:sp>
    </p:spTree>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12994" name="Rectangle 7"/>
          <p:cNvSpPr txBox="1">
            <a:spLocks noGrp="1"/>
          </p:cNvSpPr>
          <p:nvPr>
            <p:ph type="sldNum" sz="quarter"/>
          </p:nvPr>
        </p:nvSpPr>
        <p:spPr>
          <a:xfrm>
            <a:off x="4016375" y="8905875"/>
            <a:ext cx="3070225" cy="466725"/>
          </a:xfrm>
          <a:prstGeom prst="rect">
            <a:avLst/>
          </a:prstGeom>
          <a:noFill/>
          <a:ln w="9525">
            <a:noFill/>
          </a:ln>
        </p:spPr>
        <p:txBody>
          <a:bodyPr wrap="none" lIns="94035" tIns="47017" rIns="94035" bIns="47017" anchor="b" anchorCtr="0"/>
          <a:p>
            <a:pPr lvl="0" algn="r" defTabSz="939800"/>
            <a:fld id="{9A0DB2DC-4C9A-4742-B13C-FB6460FD3503}" type="slidenum">
              <a:rPr lang="en-US" altLang="en-US" sz="1200" dirty="0">
                <a:solidFill>
                  <a:srgbClr val="000000"/>
                </a:solidFill>
                <a:latin typeface="Times New Roman" panose="02020603050405020304" pitchFamily="18" charset="0"/>
              </a:rPr>
            </a:fld>
            <a:endParaRPr lang="en-US" altLang="en-US" sz="1200" dirty="0">
              <a:solidFill>
                <a:srgbClr val="000000"/>
              </a:solidFill>
              <a:latin typeface="Times New Roman" panose="02020603050405020304" pitchFamily="18" charset="0"/>
            </a:endParaRPr>
          </a:p>
        </p:txBody>
      </p:sp>
      <p:sp>
        <p:nvSpPr>
          <p:cNvPr id="212995" name="Rectangle 2"/>
          <p:cNvSpPr>
            <a:spLocks noTextEdit="1"/>
          </p:cNvSpPr>
          <p:nvPr>
            <p:ph type="sldImg"/>
          </p:nvPr>
        </p:nvSpPr>
        <p:spPr/>
      </p:sp>
      <p:sp>
        <p:nvSpPr>
          <p:cNvPr id="62468" name="Rectangle 3"/>
          <p:cNvSpPr>
            <a:spLocks noGrp="1" noChangeArrowheads="1"/>
          </p:cNvSpPr>
          <p:nvPr>
            <p:ph type="body" idx="1"/>
          </p:nvPr>
        </p:nvSpPr>
        <p:spPr/>
        <p:txBody>
          <a:bodyPr wrap="none" lIns="94035" tIns="47017" rIns="94035" bIns="47017" numCol="1" anchor="ctr" anchorCtr="0" compatLnSpc="1"/>
          <a:lstStyle/>
          <a:p>
            <a:pPr marL="228600" marR="0" lvl="0" indent="-228600" algn="l" defTabSz="914400" rtl="0" eaLnBrk="0" fontAlgn="base" latinLnBrk="0" hangingPunct="0">
              <a:lnSpc>
                <a:spcPct val="100000"/>
              </a:lnSpc>
              <a:spcBef>
                <a:spcPct val="30000"/>
              </a:spcBef>
              <a:spcAft>
                <a:spcPct val="0"/>
              </a:spcAft>
              <a:buClrTx/>
              <a:buSzTx/>
              <a:buFontTx/>
              <a:buAutoNum type="arabicPeriod"/>
              <a:defRPr/>
            </a:pPr>
            <a:endParaRPr kumimoji="0" lang="en-US"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S PGothic" panose="020B0600070205080204" pitchFamily="34" charset="-128"/>
              <a:cs typeface="MS PGothic" panose="020B0600070205080204" pitchFamily="34" charset="-128"/>
            </a:endParaRPr>
          </a:p>
          <a:p>
            <a:pPr marL="228600" marR="0" lvl="0" indent="-228600" algn="l" defTabSz="914400" rtl="0" eaLnBrk="0" fontAlgn="base" latinLnBrk="0" hangingPunct="0">
              <a:lnSpc>
                <a:spcPct val="100000"/>
              </a:lnSpc>
              <a:spcBef>
                <a:spcPct val="30000"/>
              </a:spcBef>
              <a:spcAft>
                <a:spcPct val="0"/>
              </a:spcAft>
              <a:buClrTx/>
              <a:buSzTx/>
              <a:buFontTx/>
              <a:buAutoNum type="arabicPeriod"/>
              <a:defRPr/>
            </a:pPr>
            <a:endParaRPr kumimoji="0" lang="en-US"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S PGothic" panose="020B0600070205080204" pitchFamily="34" charset="-128"/>
              <a:cs typeface="MS PGothic" panose="020B0600070205080204" pitchFamily="34" charset="-128"/>
            </a:endParaRPr>
          </a:p>
          <a:p>
            <a:pPr marL="0" marR="0" lvl="0" indent="0" algn="l" defTabSz="914400" rtl="0" eaLnBrk="0" fontAlgn="base" latinLnBrk="0" hangingPunct="0">
              <a:lnSpc>
                <a:spcPct val="100000"/>
              </a:lnSpc>
              <a:spcBef>
                <a:spcPct val="30000"/>
              </a:spcBef>
              <a:spcAft>
                <a:spcPct val="0"/>
              </a:spcAft>
              <a:buClrTx/>
              <a:buSzTx/>
              <a:buFontTx/>
              <a:buNone/>
              <a:defRPr/>
            </a:pPr>
            <a:endParaRPr kumimoji="0" lang="en-US" altLang="en-US" sz="1200" b="0" i="0" u="none" strike="noStrike" kern="1200" cap="none" spc="0" normalizeH="0" baseline="0" noProof="0" dirty="0">
              <a:ln>
                <a:noFill/>
              </a:ln>
              <a:solidFill>
                <a:schemeClr val="tx1"/>
              </a:solidFill>
              <a:effectLst/>
              <a:uLnTx/>
              <a:uFillTx/>
              <a:latin typeface="Times New Roman" panose="02020603050405020304" pitchFamily="18" charset="0"/>
              <a:ea typeface="MS PGothic" panose="020B0600070205080204" pitchFamily="34" charset="-128"/>
              <a:cs typeface="MS PGothic" panose="020B0600070205080204" pitchFamily="34" charset="-128"/>
            </a:endParaRPr>
          </a:p>
        </p:txBody>
      </p:sp>
    </p:spTree>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A8FE1507-F8C6-4550-9308-FC6BF0D09833}" type="slidenum">
              <a:rPr lang="en-US" altLang="en-US">
                <a:latin typeface="Times New Roman" panose="02020603050405020304" pitchFamily="18" charset="0"/>
              </a:rPr>
            </a:fld>
            <a:endParaRPr lang="en-US" altLang="en-US">
              <a:latin typeface="Times New Roman" panose="02020603050405020304" pitchFamily="18" charset="0"/>
            </a:endParaRPr>
          </a:p>
        </p:txBody>
      </p:sp>
      <p:sp>
        <p:nvSpPr>
          <p:cNvPr id="79874" name="Rectangle 2"/>
          <p:cNvSpPr>
            <a:spLocks noGrp="1" noRot="1" noChangeAspect="1" noChangeArrowheads="1" noTextEdit="1"/>
          </p:cNvSpPr>
          <p:nvPr>
            <p:ph type="sldImg"/>
          </p:nvPr>
        </p:nvSpPr>
        <p:spPr/>
      </p:sp>
      <p:sp>
        <p:nvSpPr>
          <p:cNvPr id="79875"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27BAD9A3-4FA1-4968-95B7-8DD9DB52AB80}" type="slidenum">
              <a:rPr lang="en-US" altLang="en-US">
                <a:latin typeface="Times New Roman" panose="02020603050405020304" pitchFamily="18" charset="0"/>
              </a:rPr>
            </a:fld>
            <a:endParaRPr lang="en-US" altLang="en-US">
              <a:latin typeface="Times New Roman" panose="02020603050405020304" pitchFamily="18" charset="0"/>
            </a:endParaRPr>
          </a:p>
        </p:txBody>
      </p:sp>
      <p:sp>
        <p:nvSpPr>
          <p:cNvPr id="86018" name="Rectangle 2"/>
          <p:cNvSpPr>
            <a:spLocks noGrp="1" noRot="1" noChangeAspect="1" noChangeArrowheads="1" noTextEdit="1"/>
          </p:cNvSpPr>
          <p:nvPr>
            <p:ph type="sldImg"/>
          </p:nvPr>
        </p:nvSpPr>
        <p:spPr/>
      </p:sp>
      <p:sp>
        <p:nvSpPr>
          <p:cNvPr id="86019"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Title Slide">
    <p:spTree>
      <p:nvGrpSpPr>
        <p:cNvPr id="1" name=""/>
        <p:cNvGrpSpPr/>
        <p:nvPr/>
      </p:nvGrpSpPr>
      <p:grpSpPr>
        <a:xfrm>
          <a:off x="0" y="0"/>
          <a:ext cx="0" cy="0"/>
          <a:chOff x="0" y="0"/>
          <a:chExt cx="0" cy="0"/>
        </a:xfrm>
      </p:grpSpPr>
      <p:grpSp>
        <p:nvGrpSpPr>
          <p:cNvPr id="3" name="Group 3"/>
          <p:cNvGrpSpPr/>
          <p:nvPr/>
        </p:nvGrpSpPr>
        <p:grpSpPr bwMode="auto">
          <a:xfrm>
            <a:off x="198438" y="2960688"/>
            <a:ext cx="8610600" cy="201612"/>
            <a:chOff x="125" y="1865"/>
            <a:chExt cx="5424" cy="127"/>
          </a:xfrm>
        </p:grpSpPr>
        <p:sp>
          <p:nvSpPr>
            <p:cNvPr id="4" name="Rectangle 4"/>
            <p:cNvSpPr>
              <a:spLocks noChangeArrowheads="1"/>
            </p:cNvSpPr>
            <p:nvPr/>
          </p:nvSpPr>
          <p:spPr bwMode="auto">
            <a:xfrm>
              <a:off x="125" y="1865"/>
              <a:ext cx="1808" cy="127"/>
            </a:xfrm>
            <a:prstGeom prst="rect">
              <a:avLst/>
            </a:prstGeom>
            <a:solidFill>
              <a:srgbClr val="336699"/>
            </a:solidFill>
            <a:ln>
              <a:noFill/>
            </a:ln>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defRPr/>
              </a:pPr>
              <a:endParaRPr lang="en-US" altLang="en-US"/>
            </a:p>
          </p:txBody>
        </p:sp>
        <p:sp>
          <p:nvSpPr>
            <p:cNvPr id="5" name="Rectangle 5"/>
            <p:cNvSpPr>
              <a:spLocks noChangeArrowheads="1"/>
            </p:cNvSpPr>
            <p:nvPr/>
          </p:nvSpPr>
          <p:spPr bwMode="auto">
            <a:xfrm>
              <a:off x="1933" y="1865"/>
              <a:ext cx="1808" cy="127"/>
            </a:xfrm>
            <a:prstGeom prst="rect">
              <a:avLst/>
            </a:prstGeom>
            <a:solidFill>
              <a:srgbClr val="99CCFF"/>
            </a:solidFill>
            <a:ln>
              <a:noFill/>
            </a:ln>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defRPr/>
              </a:pPr>
              <a:endParaRPr lang="en-US" altLang="en-US"/>
            </a:p>
          </p:txBody>
        </p:sp>
        <p:sp>
          <p:nvSpPr>
            <p:cNvPr id="6" name="Rectangle 6"/>
            <p:cNvSpPr>
              <a:spLocks noChangeArrowheads="1"/>
            </p:cNvSpPr>
            <p:nvPr/>
          </p:nvSpPr>
          <p:spPr bwMode="auto">
            <a:xfrm>
              <a:off x="3741" y="1865"/>
              <a:ext cx="1808" cy="127"/>
            </a:xfrm>
            <a:prstGeom prst="rect">
              <a:avLst/>
            </a:prstGeom>
            <a:solidFill>
              <a:srgbClr val="336699"/>
            </a:solidFill>
            <a:ln>
              <a:noFill/>
            </a:ln>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defRPr/>
              </a:pPr>
              <a:endParaRPr lang="en-US" altLang="en-US"/>
            </a:p>
          </p:txBody>
        </p:sp>
      </p:grpSp>
      <p:sp>
        <p:nvSpPr>
          <p:cNvPr id="7" name="Text Box 7"/>
          <p:cNvSpPr txBox="1">
            <a:spLocks noChangeArrowheads="1"/>
          </p:cNvSpPr>
          <p:nvPr/>
        </p:nvSpPr>
        <p:spPr bwMode="auto">
          <a:xfrm>
            <a:off x="6489700" y="6588125"/>
            <a:ext cx="2713038" cy="244475"/>
          </a:xfrm>
          <a:prstGeom prst="rect">
            <a:avLst/>
          </a:prstGeom>
          <a:noFill/>
          <a:ln>
            <a:noFill/>
          </a:ln>
        </p:spPr>
        <p:txBody>
          <a:bodyPr>
            <a:spAutoFit/>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lgn="ctr">
              <a:spcBef>
                <a:spcPct val="50000"/>
              </a:spcBef>
              <a:defRPr/>
            </a:pPr>
            <a:r>
              <a:rPr lang="en-US" altLang="en-US" sz="1000" b="1" dirty="0">
                <a:solidFill>
                  <a:srgbClr val="336699"/>
                </a:solidFill>
                <a:latin typeface="Helvetica" charset="0"/>
              </a:rPr>
              <a:t>Silberschatz, Galvin and Gagne ©2018</a:t>
            </a:r>
            <a:endParaRPr lang="en-US" altLang="en-US" sz="1000" b="1" dirty="0">
              <a:solidFill>
                <a:srgbClr val="336699"/>
              </a:solidFill>
              <a:latin typeface="Helvetica" charset="0"/>
            </a:endParaRPr>
          </a:p>
        </p:txBody>
      </p:sp>
      <p:sp>
        <p:nvSpPr>
          <p:cNvPr id="8" name="Text Box 8"/>
          <p:cNvSpPr txBox="1">
            <a:spLocks noChangeArrowheads="1"/>
          </p:cNvSpPr>
          <p:nvPr/>
        </p:nvSpPr>
        <p:spPr bwMode="auto">
          <a:xfrm>
            <a:off x="26988" y="6613525"/>
            <a:ext cx="2730500" cy="246063"/>
          </a:xfrm>
          <a:prstGeom prst="rect">
            <a:avLst/>
          </a:prstGeom>
          <a:noFill/>
          <a:ln>
            <a:noFill/>
          </a:ln>
        </p:spPr>
        <p:txBody>
          <a:bodyPr wrap="none">
            <a:spAutoFit/>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spcBef>
                <a:spcPct val="50000"/>
              </a:spcBef>
              <a:defRPr/>
            </a:pPr>
            <a:r>
              <a:rPr lang="en-US" altLang="en-US" sz="1000" b="1" dirty="0">
                <a:solidFill>
                  <a:srgbClr val="336699"/>
                </a:solidFill>
                <a:latin typeface="Helvetica" charset="0"/>
              </a:rPr>
              <a:t>Operating System Concepts – 10</a:t>
            </a:r>
            <a:r>
              <a:rPr lang="en-US" altLang="en-US" sz="1000" b="1" baseline="30000" dirty="0">
                <a:solidFill>
                  <a:srgbClr val="336699"/>
                </a:solidFill>
                <a:latin typeface="Helvetica" charset="0"/>
              </a:rPr>
              <a:t>th</a:t>
            </a:r>
            <a:r>
              <a:rPr lang="en-US" altLang="en-US" sz="1000" b="1" dirty="0">
                <a:solidFill>
                  <a:srgbClr val="336699"/>
                </a:solidFill>
                <a:latin typeface="Helvetica" charset="0"/>
              </a:rPr>
              <a:t> Edition</a:t>
            </a:r>
            <a:endParaRPr lang="en-US" altLang="en-US" sz="1000" b="1" dirty="0">
              <a:solidFill>
                <a:srgbClr val="336699"/>
              </a:solidFill>
              <a:latin typeface="Helvetica" charset="0"/>
            </a:endParaRPr>
          </a:p>
        </p:txBody>
      </p:sp>
      <p:pic>
        <p:nvPicPr>
          <p:cNvPr id="9" name="Picture 9" descr="dino_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60738" y="4157663"/>
            <a:ext cx="2062162" cy="1593850"/>
          </a:xfrm>
          <a:prstGeom prst="rect">
            <a:avLst/>
          </a:prstGeom>
          <a:noFill/>
          <a:ln w="76200">
            <a:solidFill>
              <a:srgbClr val="336699"/>
            </a:solidFill>
            <a:miter lim="800000"/>
            <a:headEnd/>
            <a:tailEnd/>
          </a:ln>
          <a:extLst>
            <a:ext uri="{909E8E84-426E-40DD-AFC4-6F175D3DCCD1}">
              <a14:hiddenFill xmlns:a14="http://schemas.microsoft.com/office/drawing/2010/main">
                <a:solidFill>
                  <a:srgbClr val="FFFFFF"/>
                </a:solidFill>
              </a14:hiddenFill>
            </a:ext>
          </a:extLst>
        </p:spPr>
      </p:pic>
      <p:sp>
        <p:nvSpPr>
          <p:cNvPr id="10" name="Rectangle 10"/>
          <p:cNvSpPr>
            <a:spLocks noChangeArrowheads="1"/>
          </p:cNvSpPr>
          <p:nvPr/>
        </p:nvSpPr>
        <p:spPr bwMode="auto">
          <a:xfrm>
            <a:off x="3224213" y="4006850"/>
            <a:ext cx="2336800" cy="1887538"/>
          </a:xfrm>
          <a:prstGeom prst="rect">
            <a:avLst/>
          </a:prstGeom>
          <a:noFill/>
          <a:ln w="57150" cmpd="thinThick">
            <a:solidFill>
              <a:srgbClr val="66CCFF"/>
            </a:solidFill>
            <a:miter lim="800000"/>
          </a:ln>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defRPr/>
            </a:pPr>
            <a:endParaRPr lang="en-US" altLang="en-US"/>
          </a:p>
        </p:txBody>
      </p:sp>
      <p:sp>
        <p:nvSpPr>
          <p:cNvPr id="152578" name="Rectangle 2"/>
          <p:cNvSpPr>
            <a:spLocks noGrp="1" noChangeArrowheads="1"/>
          </p:cNvSpPr>
          <p:nvPr>
            <p:ph type="ctrTitle"/>
          </p:nvPr>
        </p:nvSpPr>
        <p:spPr>
          <a:xfrm>
            <a:off x="685800" y="685800"/>
            <a:ext cx="7772400" cy="2127250"/>
          </a:xfrm>
        </p:spPr>
        <p:txBody>
          <a:bodyPr/>
          <a:lstStyle>
            <a:lvl1pPr>
              <a:defRPr sz="4300"/>
            </a:lvl1pPr>
          </a:lstStyle>
          <a:p>
            <a:r>
              <a:rPr lang="en-US" dirty="0"/>
              <a:t>Click to edit Master title style</a:t>
            </a:r>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sz="half" idx="1"/>
          </p:nvPr>
        </p:nvSpPr>
        <p:spPr>
          <a:xfrm>
            <a:off x="806450" y="1233488"/>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4997450" y="1233488"/>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91338" y="277813"/>
            <a:ext cx="2144712" cy="5486400"/>
          </a:xfr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457200" y="277813"/>
            <a:ext cx="6281738" cy="5486400"/>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image" Target="../media/image3.jpeg"/><Relationship Id="rId12" Type="http://schemas.openxmlformats.org/officeDocument/2006/relationships/image" Target="../media/image2.jpe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2" descr="dino_3"/>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85750" y="0"/>
            <a:ext cx="1195388" cy="908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7" name="Rectangle 3"/>
          <p:cNvSpPr>
            <a:spLocks noGrp="1" noChangeArrowheads="1"/>
          </p:cNvSpPr>
          <p:nvPr>
            <p:ph type="title"/>
          </p:nvPr>
        </p:nvSpPr>
        <p:spPr bwMode="auto">
          <a:xfrm>
            <a:off x="457200" y="242645"/>
            <a:ext cx="8229600" cy="57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lstStyle/>
          <a:p>
            <a:pPr lvl="0"/>
            <a:r>
              <a:rPr lang="en-US" altLang="en-US" dirty="0"/>
              <a:t>Click to edit Master title style</a:t>
            </a:r>
            <a:endParaRPr lang="en-US" altLang="en-US" dirty="0"/>
          </a:p>
        </p:txBody>
      </p:sp>
      <p:sp>
        <p:nvSpPr>
          <p:cNvPr id="1028" name="Rectangle 4"/>
          <p:cNvSpPr>
            <a:spLocks noGrp="1" noChangeArrowheads="1"/>
          </p:cNvSpPr>
          <p:nvPr>
            <p:ph type="body" idx="1"/>
          </p:nvPr>
        </p:nvSpPr>
        <p:spPr bwMode="auto">
          <a:xfrm>
            <a:off x="806450" y="1233488"/>
            <a:ext cx="7727950" cy="453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en-US" altLang="en-US" dirty="0"/>
              <a:t>Click to edit Master text styles</a:t>
            </a:r>
            <a:endParaRPr lang="en-US" altLang="en-US" dirty="0"/>
          </a:p>
          <a:p>
            <a:pPr lvl="1"/>
            <a:r>
              <a:rPr lang="en-US" altLang="en-US" dirty="0"/>
              <a:t>Second level</a:t>
            </a:r>
            <a:endParaRPr lang="en-US" altLang="en-US" dirty="0"/>
          </a:p>
          <a:p>
            <a:pPr lvl="2"/>
            <a:r>
              <a:rPr lang="en-US" altLang="en-US" dirty="0"/>
              <a:t>Third level</a:t>
            </a:r>
            <a:endParaRPr lang="en-US" altLang="en-US" dirty="0"/>
          </a:p>
          <a:p>
            <a:pPr lvl="3"/>
            <a:r>
              <a:rPr lang="en-US" altLang="en-US" dirty="0"/>
              <a:t>Fourth level</a:t>
            </a:r>
            <a:endParaRPr lang="en-US" altLang="en-US" dirty="0"/>
          </a:p>
          <a:p>
            <a:pPr lvl="4"/>
            <a:r>
              <a:rPr lang="en-US" altLang="en-US" dirty="0"/>
              <a:t>Fifth level</a:t>
            </a:r>
            <a:endParaRPr lang="en-US" altLang="en-US" dirty="0"/>
          </a:p>
        </p:txBody>
      </p:sp>
      <p:sp>
        <p:nvSpPr>
          <p:cNvPr id="1029" name="Rectangle 5"/>
          <p:cNvSpPr>
            <a:spLocks noChangeArrowheads="1"/>
          </p:cNvSpPr>
          <p:nvPr/>
        </p:nvSpPr>
        <p:spPr bwMode="auto">
          <a:xfrm>
            <a:off x="0" y="0"/>
            <a:ext cx="228600" cy="2286000"/>
          </a:xfrm>
          <a:prstGeom prst="rect">
            <a:avLst/>
          </a:prstGeom>
          <a:solidFill>
            <a:srgbClr val="336699"/>
          </a:solidFill>
          <a:ln>
            <a:noFill/>
          </a:ln>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lgn="ctr" eaLnBrk="1" hangingPunct="1">
              <a:defRPr/>
            </a:pPr>
            <a:endParaRPr lang="en-US" altLang="en-US" sz="2400">
              <a:latin typeface="Times New Roman" panose="02020603050405020304" pitchFamily="18" charset="0"/>
            </a:endParaRPr>
          </a:p>
        </p:txBody>
      </p:sp>
      <p:sp>
        <p:nvSpPr>
          <p:cNvPr id="1030" name="Line 6"/>
          <p:cNvSpPr>
            <a:spLocks noChangeShapeType="1"/>
          </p:cNvSpPr>
          <p:nvPr/>
        </p:nvSpPr>
        <p:spPr bwMode="auto">
          <a:xfrm>
            <a:off x="457200" y="860425"/>
            <a:ext cx="8077200" cy="0"/>
          </a:xfrm>
          <a:prstGeom prst="line">
            <a:avLst/>
          </a:prstGeom>
          <a:noFill/>
          <a:ln w="19050">
            <a:solidFill>
              <a:srgbClr val="336699"/>
            </a:solidFill>
            <a:round/>
          </a:ln>
          <a:extLst>
            <a:ext uri="{909E8E84-426E-40DD-AFC4-6F175D3DCCD1}">
              <a14:hiddenFill xmlns:a14="http://schemas.microsoft.com/office/drawing/2010/main">
                <a:noFill/>
              </a14:hiddenFill>
            </a:ext>
          </a:extLst>
        </p:spPr>
        <p:txBody>
          <a:bodyPr/>
          <a:lstStyle/>
          <a:p>
            <a:endParaRPr lang="en-US"/>
          </a:p>
        </p:txBody>
      </p:sp>
      <p:sp>
        <p:nvSpPr>
          <p:cNvPr id="1031" name="Rectangle 7"/>
          <p:cNvSpPr>
            <a:spLocks noChangeArrowheads="1"/>
          </p:cNvSpPr>
          <p:nvPr/>
        </p:nvSpPr>
        <p:spPr bwMode="auto">
          <a:xfrm>
            <a:off x="0" y="2286000"/>
            <a:ext cx="228600" cy="2286000"/>
          </a:xfrm>
          <a:prstGeom prst="rect">
            <a:avLst/>
          </a:prstGeom>
          <a:solidFill>
            <a:srgbClr val="99CCFF"/>
          </a:solidFill>
          <a:ln>
            <a:noFill/>
          </a:ln>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lgn="ctr" eaLnBrk="1" hangingPunct="1">
              <a:defRPr/>
            </a:pPr>
            <a:endParaRPr lang="en-US" altLang="en-US" sz="2400">
              <a:latin typeface="Times New Roman" panose="02020603050405020304" pitchFamily="18" charset="0"/>
            </a:endParaRPr>
          </a:p>
        </p:txBody>
      </p:sp>
      <p:sp>
        <p:nvSpPr>
          <p:cNvPr id="1032" name="Rectangle 8"/>
          <p:cNvSpPr>
            <a:spLocks noChangeArrowheads="1"/>
          </p:cNvSpPr>
          <p:nvPr/>
        </p:nvSpPr>
        <p:spPr bwMode="auto">
          <a:xfrm>
            <a:off x="0" y="4572000"/>
            <a:ext cx="228600" cy="2286000"/>
          </a:xfrm>
          <a:prstGeom prst="rect">
            <a:avLst/>
          </a:prstGeom>
          <a:solidFill>
            <a:srgbClr val="336699"/>
          </a:solidFill>
          <a:ln>
            <a:noFill/>
          </a:ln>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lgn="ctr" eaLnBrk="1" hangingPunct="1">
              <a:defRPr/>
            </a:pPr>
            <a:endParaRPr lang="en-US" altLang="en-US" sz="2400">
              <a:latin typeface="Times New Roman" panose="02020603050405020304" pitchFamily="18" charset="0"/>
            </a:endParaRPr>
          </a:p>
        </p:txBody>
      </p:sp>
      <p:sp>
        <p:nvSpPr>
          <p:cNvPr id="1033" name="Text Box 9"/>
          <p:cNvSpPr txBox="1">
            <a:spLocks noChangeArrowheads="1"/>
          </p:cNvSpPr>
          <p:nvPr/>
        </p:nvSpPr>
        <p:spPr bwMode="auto">
          <a:xfrm>
            <a:off x="4256088" y="6613525"/>
            <a:ext cx="447675" cy="246063"/>
          </a:xfrm>
          <a:prstGeom prst="rect">
            <a:avLst/>
          </a:prstGeom>
          <a:noFill/>
          <a:ln>
            <a:noFill/>
          </a:ln>
        </p:spPr>
        <p:txBody>
          <a:bodyPr wrap="none">
            <a:spAutoFit/>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lgn="ctr">
              <a:spcBef>
                <a:spcPct val="50000"/>
              </a:spcBef>
              <a:defRPr/>
            </a:pPr>
            <a:r>
              <a:rPr lang="en-US" altLang="en-US" sz="1000" b="1">
                <a:solidFill>
                  <a:srgbClr val="006699"/>
                </a:solidFill>
                <a:latin typeface="Helvetica" charset="0"/>
              </a:rPr>
              <a:t>8.</a:t>
            </a:r>
            <a:fld id="{40D0A5C9-1564-450C-8B21-348FDB204F4D}" type="slidenum">
              <a:rPr lang="en-US" altLang="en-US" sz="1000" b="1" smtClean="0">
                <a:solidFill>
                  <a:srgbClr val="006699"/>
                </a:solidFill>
                <a:latin typeface="Helvetica" charset="0"/>
              </a:rPr>
            </a:fld>
            <a:endParaRPr lang="en-US" altLang="en-US" sz="1000" b="1">
              <a:solidFill>
                <a:srgbClr val="006699"/>
              </a:solidFill>
              <a:latin typeface="Helvetica" charset="0"/>
            </a:endParaRPr>
          </a:p>
        </p:txBody>
      </p:sp>
      <p:sp>
        <p:nvSpPr>
          <p:cNvPr id="1034" name="Text Box 10"/>
          <p:cNvSpPr txBox="1">
            <a:spLocks noChangeArrowheads="1"/>
          </p:cNvSpPr>
          <p:nvPr/>
        </p:nvSpPr>
        <p:spPr bwMode="auto">
          <a:xfrm>
            <a:off x="6489700" y="6588125"/>
            <a:ext cx="2713038" cy="244475"/>
          </a:xfrm>
          <a:prstGeom prst="rect">
            <a:avLst/>
          </a:prstGeom>
          <a:noFill/>
          <a:ln>
            <a:noFill/>
          </a:ln>
        </p:spPr>
        <p:txBody>
          <a:bodyPr>
            <a:spAutoFit/>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lgn="ctr">
              <a:spcBef>
                <a:spcPct val="50000"/>
              </a:spcBef>
              <a:defRPr/>
            </a:pPr>
            <a:r>
              <a:rPr lang="en-US" altLang="en-US" sz="1000" b="1" dirty="0">
                <a:solidFill>
                  <a:srgbClr val="006699"/>
                </a:solidFill>
                <a:latin typeface="Helvetica" charset="0"/>
              </a:rPr>
              <a:t>Silberschatz, Galvin and Gagne ©2018</a:t>
            </a:r>
            <a:endParaRPr lang="en-US" altLang="en-US" sz="1000" b="1" dirty="0">
              <a:solidFill>
                <a:srgbClr val="006699"/>
              </a:solidFill>
              <a:latin typeface="Helvetica" charset="0"/>
            </a:endParaRPr>
          </a:p>
        </p:txBody>
      </p:sp>
      <p:sp>
        <p:nvSpPr>
          <p:cNvPr id="1035" name="Text Box 11"/>
          <p:cNvSpPr txBox="1">
            <a:spLocks noChangeArrowheads="1"/>
          </p:cNvSpPr>
          <p:nvPr/>
        </p:nvSpPr>
        <p:spPr bwMode="auto">
          <a:xfrm>
            <a:off x="185738" y="6603879"/>
            <a:ext cx="2730500" cy="246062"/>
          </a:xfrm>
          <a:prstGeom prst="rect">
            <a:avLst/>
          </a:prstGeom>
          <a:noFill/>
          <a:ln>
            <a:noFill/>
          </a:ln>
        </p:spPr>
        <p:txBody>
          <a:bodyPr wrap="none">
            <a:spAutoFit/>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spcBef>
                <a:spcPct val="50000"/>
              </a:spcBef>
              <a:defRPr/>
            </a:pPr>
            <a:r>
              <a:rPr lang="en-US" altLang="en-US" sz="1000" b="1" dirty="0">
                <a:solidFill>
                  <a:srgbClr val="006699"/>
                </a:solidFill>
                <a:latin typeface="Helvetica" charset="0"/>
              </a:rPr>
              <a:t>Operating System Concepts – 10</a:t>
            </a:r>
            <a:r>
              <a:rPr lang="en-US" altLang="en-US" sz="1000" b="1" baseline="30000" dirty="0">
                <a:solidFill>
                  <a:srgbClr val="006699"/>
                </a:solidFill>
                <a:latin typeface="Helvetica" charset="0"/>
              </a:rPr>
              <a:t>th</a:t>
            </a:r>
            <a:r>
              <a:rPr lang="en-US" altLang="en-US" sz="1000" b="1" dirty="0">
                <a:solidFill>
                  <a:srgbClr val="006699"/>
                </a:solidFill>
                <a:latin typeface="Helvetica" charset="0"/>
              </a:rPr>
              <a:t> Edition</a:t>
            </a:r>
            <a:endParaRPr lang="en-US" altLang="en-US" sz="1000" b="1" dirty="0">
              <a:solidFill>
                <a:srgbClr val="006699"/>
              </a:solidFill>
              <a:latin typeface="Helvetica" charset="0"/>
            </a:endParaRPr>
          </a:p>
        </p:txBody>
      </p:sp>
      <p:pic>
        <p:nvPicPr>
          <p:cNvPr id="1036" name="Picture 12" descr="dino_6"/>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7773988" y="5849938"/>
            <a:ext cx="1284287" cy="792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rtl="0" eaLnBrk="0" fontAlgn="base" hangingPunct="0">
        <a:spcBef>
          <a:spcPct val="0"/>
        </a:spcBef>
        <a:spcAft>
          <a:spcPct val="0"/>
        </a:spcAft>
        <a:defRPr sz="3200" b="1">
          <a:solidFill>
            <a:srgbClr val="006699"/>
          </a:solidFill>
          <a:latin typeface="+mj-lt"/>
          <a:ea typeface="MS PGothic" panose="020B0600070205080204" pitchFamily="34" charset="-128"/>
          <a:cs typeface="MS PGothic" panose="020B0600070205080204" pitchFamily="34" charset="-128"/>
        </a:defRPr>
      </a:lvl1pPr>
      <a:lvl2pPr algn="ctr" rtl="0" eaLnBrk="0" fontAlgn="base" hangingPunct="0">
        <a:spcBef>
          <a:spcPct val="0"/>
        </a:spcBef>
        <a:spcAft>
          <a:spcPct val="0"/>
        </a:spcAft>
        <a:defRPr sz="3200" b="1">
          <a:solidFill>
            <a:srgbClr val="006699"/>
          </a:solidFill>
          <a:latin typeface="Arial" panose="020B0604020202020204" pitchFamily="34" charset="0"/>
          <a:ea typeface="MS PGothic" panose="020B0600070205080204" pitchFamily="34" charset="-128"/>
          <a:cs typeface="MS PGothic" panose="020B0600070205080204" pitchFamily="34" charset="-128"/>
        </a:defRPr>
      </a:lvl2pPr>
      <a:lvl3pPr algn="ctr" rtl="0" eaLnBrk="0" fontAlgn="base" hangingPunct="0">
        <a:spcBef>
          <a:spcPct val="0"/>
        </a:spcBef>
        <a:spcAft>
          <a:spcPct val="0"/>
        </a:spcAft>
        <a:defRPr sz="3200" b="1">
          <a:solidFill>
            <a:srgbClr val="006699"/>
          </a:solidFill>
          <a:latin typeface="Arial" panose="020B0604020202020204" pitchFamily="34" charset="0"/>
          <a:ea typeface="MS PGothic" panose="020B0600070205080204" pitchFamily="34" charset="-128"/>
          <a:cs typeface="MS PGothic" panose="020B0600070205080204" pitchFamily="34" charset="-128"/>
        </a:defRPr>
      </a:lvl3pPr>
      <a:lvl4pPr algn="ctr" rtl="0" eaLnBrk="0" fontAlgn="base" hangingPunct="0">
        <a:spcBef>
          <a:spcPct val="0"/>
        </a:spcBef>
        <a:spcAft>
          <a:spcPct val="0"/>
        </a:spcAft>
        <a:defRPr sz="3200" b="1">
          <a:solidFill>
            <a:srgbClr val="006699"/>
          </a:solidFill>
          <a:latin typeface="Arial" panose="020B0604020202020204" pitchFamily="34" charset="0"/>
          <a:ea typeface="MS PGothic" panose="020B0600070205080204" pitchFamily="34" charset="-128"/>
          <a:cs typeface="MS PGothic" panose="020B0600070205080204" pitchFamily="34" charset="-128"/>
        </a:defRPr>
      </a:lvl4pPr>
      <a:lvl5pPr algn="ctr" rtl="0" eaLnBrk="0" fontAlgn="base" hangingPunct="0">
        <a:spcBef>
          <a:spcPct val="0"/>
        </a:spcBef>
        <a:spcAft>
          <a:spcPct val="0"/>
        </a:spcAft>
        <a:defRPr sz="3200" b="1">
          <a:solidFill>
            <a:srgbClr val="006699"/>
          </a:solidFill>
          <a:latin typeface="Arial" panose="020B0604020202020204" pitchFamily="34" charset="0"/>
          <a:ea typeface="MS PGothic" panose="020B0600070205080204" pitchFamily="34" charset="-128"/>
          <a:cs typeface="MS PGothic" panose="020B0600070205080204" pitchFamily="34" charset="-128"/>
        </a:defRPr>
      </a:lvl5pPr>
      <a:lvl6pPr marL="457200" algn="ctr" rtl="0" fontAlgn="base">
        <a:spcBef>
          <a:spcPct val="0"/>
        </a:spcBef>
        <a:spcAft>
          <a:spcPct val="0"/>
        </a:spcAft>
        <a:defRPr sz="3200" b="1">
          <a:solidFill>
            <a:srgbClr val="006699"/>
          </a:solidFill>
          <a:latin typeface="Arial" panose="020B0604020202020204" pitchFamily="34" charset="0"/>
        </a:defRPr>
      </a:lvl6pPr>
      <a:lvl7pPr marL="914400" algn="ctr" rtl="0" fontAlgn="base">
        <a:spcBef>
          <a:spcPct val="0"/>
        </a:spcBef>
        <a:spcAft>
          <a:spcPct val="0"/>
        </a:spcAft>
        <a:defRPr sz="3200" b="1">
          <a:solidFill>
            <a:srgbClr val="006699"/>
          </a:solidFill>
          <a:latin typeface="Arial" panose="020B0604020202020204" pitchFamily="34" charset="0"/>
        </a:defRPr>
      </a:lvl7pPr>
      <a:lvl8pPr marL="1371600" algn="ctr" rtl="0" fontAlgn="base">
        <a:spcBef>
          <a:spcPct val="0"/>
        </a:spcBef>
        <a:spcAft>
          <a:spcPct val="0"/>
        </a:spcAft>
        <a:defRPr sz="3200" b="1">
          <a:solidFill>
            <a:srgbClr val="006699"/>
          </a:solidFill>
          <a:latin typeface="Arial" panose="020B0604020202020204" pitchFamily="34" charset="0"/>
        </a:defRPr>
      </a:lvl8pPr>
      <a:lvl9pPr marL="1828800" algn="ctr" rtl="0" fontAlgn="base">
        <a:spcBef>
          <a:spcPct val="0"/>
        </a:spcBef>
        <a:spcAft>
          <a:spcPct val="0"/>
        </a:spcAft>
        <a:defRPr sz="3200" b="1">
          <a:solidFill>
            <a:srgbClr val="006699"/>
          </a:solidFill>
          <a:latin typeface="Arial" panose="020B0604020202020204" pitchFamily="34" charset="0"/>
        </a:defRPr>
      </a:lvl9pPr>
    </p:titleStyle>
    <p:bodyStyle>
      <a:lvl1pPr marL="285750" indent="-285750" algn="l" rtl="0" eaLnBrk="0" fontAlgn="base" hangingPunct="0">
        <a:spcBef>
          <a:spcPct val="35000"/>
        </a:spcBef>
        <a:spcAft>
          <a:spcPct val="0"/>
        </a:spcAft>
        <a:buClr>
          <a:srgbClr val="993300"/>
        </a:buClr>
        <a:buSzPct val="110000"/>
        <a:buFont typeface="Wingdings" panose="05000000000000000000" pitchFamily="2" charset="2"/>
        <a:buChar char="§"/>
        <a:defRPr kumimoji="1">
          <a:solidFill>
            <a:schemeClr val="tx1"/>
          </a:solidFill>
          <a:latin typeface="+mn-lt"/>
          <a:ea typeface="MS PGothic" panose="020B0600070205080204" pitchFamily="34" charset="-128"/>
          <a:cs typeface="MS PGothic" panose="020B0600070205080204" pitchFamily="34" charset="-128"/>
        </a:defRPr>
      </a:lvl1pPr>
      <a:lvl2pPr marL="742950" indent="-285750" algn="l" rtl="0" eaLnBrk="0" fontAlgn="base" hangingPunct="0">
        <a:spcBef>
          <a:spcPct val="35000"/>
        </a:spcBef>
        <a:spcAft>
          <a:spcPct val="0"/>
        </a:spcAft>
        <a:buClr>
          <a:srgbClr val="CC6600"/>
        </a:buClr>
        <a:buSzPct val="110000"/>
        <a:buFont typeface="Arial" panose="020B0604020202020204" pitchFamily="34" charset="0"/>
        <a:buChar char="•"/>
        <a:defRPr kumimoji="1">
          <a:solidFill>
            <a:schemeClr val="tx1"/>
          </a:solidFill>
          <a:latin typeface="+mn-lt"/>
          <a:ea typeface="MS PGothic" panose="020B0600070205080204" pitchFamily="34" charset="-128"/>
        </a:defRPr>
      </a:lvl2pPr>
      <a:lvl3pPr marL="1085850"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a:solidFill>
            <a:schemeClr val="tx1"/>
          </a:solidFill>
          <a:latin typeface="+mn-lt"/>
          <a:ea typeface="MS PGothic" panose="020B0600070205080204" pitchFamily="34" charset="-128"/>
        </a:defRPr>
      </a:lvl3pPr>
      <a:lvl4pPr marL="1428750" indent="-228600" algn="l" rtl="0" eaLnBrk="0" fontAlgn="base" hangingPunct="0">
        <a:spcBef>
          <a:spcPct val="35000"/>
        </a:spcBef>
        <a:spcAft>
          <a:spcPct val="0"/>
        </a:spcAft>
        <a:buClr>
          <a:schemeClr val="hlink"/>
        </a:buClr>
        <a:buSzPct val="75000"/>
        <a:buChar char="–"/>
        <a:defRPr kumimoji="1">
          <a:solidFill>
            <a:schemeClr val="tx1"/>
          </a:solidFill>
          <a:latin typeface="+mn-lt"/>
          <a:ea typeface="MS PGothic" panose="020B0600070205080204" pitchFamily="34" charset="-128"/>
        </a:defRPr>
      </a:lvl4pPr>
      <a:lvl5pPr marL="17716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anose="020B0600070205080204" pitchFamily="34" charset="-128"/>
        </a:defRPr>
      </a:lvl5pPr>
      <a:lvl6pPr marL="22288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anose="020B0600070205080204" pitchFamily="34" charset="-128"/>
        </a:defRPr>
      </a:lvl6pPr>
      <a:lvl7pPr marL="26860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anose="020B0600070205080204" pitchFamily="34" charset="-128"/>
        </a:defRPr>
      </a:lvl7pPr>
      <a:lvl8pPr marL="31432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anose="020B0600070205080204" pitchFamily="34" charset="-128"/>
        </a:defRPr>
      </a:lvl8pPr>
      <a:lvl9pPr marL="36004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anose="020B0600070205080204" pitchFamily="34" charset="-128"/>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image" Target="../media/image7.jpe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16.xml.rels><?xml version="1.0" encoding="UTF-8" standalone="yes"?>
<Relationships xmlns="http://schemas.openxmlformats.org/package/2006/relationships"><Relationship Id="rId4" Type="http://schemas.openxmlformats.org/officeDocument/2006/relationships/notesSlide" Target="../notesSlides/notesSlide16.xml"/><Relationship Id="rId3" Type="http://schemas.openxmlformats.org/officeDocument/2006/relationships/slideLayout" Target="../slideLayouts/slideLayout6.xml"/><Relationship Id="rId2" Type="http://schemas.openxmlformats.org/officeDocument/2006/relationships/image" Target="../media/image11.png"/><Relationship Id="rId1" Type="http://schemas.openxmlformats.org/officeDocument/2006/relationships/image" Target="../media/image10.png"/></Relationships>
</file>

<file path=ppt/slides/_rels/slide17.xml.rels><?xml version="1.0" encoding="UTF-8" standalone="yes"?>
<Relationships xmlns="http://schemas.openxmlformats.org/package/2006/relationships"><Relationship Id="rId4" Type="http://schemas.openxmlformats.org/officeDocument/2006/relationships/notesSlide" Target="../notesSlides/notesSlide17.xml"/><Relationship Id="rId3" Type="http://schemas.openxmlformats.org/officeDocument/2006/relationships/slideLayout" Target="../slideLayouts/slideLayout6.xml"/><Relationship Id="rId2" Type="http://schemas.openxmlformats.org/officeDocument/2006/relationships/image" Target="../media/image13.png"/><Relationship Id="rId1" Type="http://schemas.openxmlformats.org/officeDocument/2006/relationships/image" Target="../media/image12.jpe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4" Type="http://schemas.openxmlformats.org/officeDocument/2006/relationships/notesSlide" Target="../notesSlides/notesSlide20.xml"/><Relationship Id="rId3" Type="http://schemas.openxmlformats.org/officeDocument/2006/relationships/slideLayout" Target="../slideLayouts/slideLayout2.xml"/><Relationship Id="rId2" Type="http://schemas.openxmlformats.org/officeDocument/2006/relationships/image" Target="../media/image15.png"/><Relationship Id="rId1" Type="http://schemas.openxmlformats.org/officeDocument/2006/relationships/image" Target="../media/image14.png"/></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2.xml"/><Relationship Id="rId1" Type="http://schemas.openxmlformats.org/officeDocument/2006/relationships/image" Target="../media/image16.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2.xml"/><Relationship Id="rId1" Type="http://schemas.openxmlformats.org/officeDocument/2006/relationships/image" Target="../media/image17.pn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4" Type="http://schemas.openxmlformats.org/officeDocument/2006/relationships/notesSlide" Target="../notesSlides/notesSlide30.xml"/><Relationship Id="rId3" Type="http://schemas.openxmlformats.org/officeDocument/2006/relationships/slideLayout" Target="../slideLayouts/slideLayout2.xml"/><Relationship Id="rId2" Type="http://schemas.openxmlformats.org/officeDocument/2006/relationships/image" Target="../media/image19.png"/><Relationship Id="rId1" Type="http://schemas.openxmlformats.org/officeDocument/2006/relationships/image" Target="../media/image18.png"/></Relationships>
</file>

<file path=ppt/slides/_rels/slide31.xml.rels><?xml version="1.0" encoding="UTF-8" standalone="yes"?>
<Relationships xmlns="http://schemas.openxmlformats.org/package/2006/relationships"><Relationship Id="rId5" Type="http://schemas.openxmlformats.org/officeDocument/2006/relationships/notesSlide" Target="../notesSlides/notesSlide31.xml"/><Relationship Id="rId4" Type="http://schemas.openxmlformats.org/officeDocument/2006/relationships/slideLayout" Target="../slideLayouts/slideLayout2.xml"/><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image" Target="../media/image20.pn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6.xml"/><Relationship Id="rId1" Type="http://schemas.openxmlformats.org/officeDocument/2006/relationships/image" Target="../media/image23.jpeg"/></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6.xml"/><Relationship Id="rId1" Type="http://schemas.openxmlformats.org/officeDocument/2006/relationships/image" Target="../media/image24.jpeg"/></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38.xml"/><Relationship Id="rId2" Type="http://schemas.openxmlformats.org/officeDocument/2006/relationships/slideLayout" Target="../slideLayouts/slideLayout6.xml"/><Relationship Id="rId1" Type="http://schemas.openxmlformats.org/officeDocument/2006/relationships/image" Target="../media/image25.jpeg"/></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notesSlide" Target="../notesSlides/notesSlide45.xml"/><Relationship Id="rId2" Type="http://schemas.openxmlformats.org/officeDocument/2006/relationships/slideLayout" Target="../slideLayouts/slideLayout2.xml"/><Relationship Id="rId1" Type="http://schemas.openxmlformats.org/officeDocument/2006/relationships/image" Target="../media/image26.png"/></Relationships>
</file>

<file path=ppt/slides/_rels/slide46.xml.rels><?xml version="1.0" encoding="UTF-8" standalone="yes"?>
<Relationships xmlns="http://schemas.openxmlformats.org/package/2006/relationships"><Relationship Id="rId4" Type="http://schemas.openxmlformats.org/officeDocument/2006/relationships/notesSlide" Target="../notesSlides/notesSlide46.xml"/><Relationship Id="rId3" Type="http://schemas.openxmlformats.org/officeDocument/2006/relationships/slideLayout" Target="../slideLayouts/slideLayout2.xml"/><Relationship Id="rId2" Type="http://schemas.openxmlformats.org/officeDocument/2006/relationships/image" Target="../media/image27.png"/><Relationship Id="rId1" Type="http://schemas.openxmlformats.org/officeDocument/2006/relationships/image" Target="../media/image26.png"/></Relationships>
</file>

<file path=ppt/slides/_rels/slide47.xml.rels><?xml version="1.0" encoding="UTF-8" standalone="yes"?>
<Relationships xmlns="http://schemas.openxmlformats.org/package/2006/relationships"><Relationship Id="rId4" Type="http://schemas.openxmlformats.org/officeDocument/2006/relationships/notesSlide" Target="../notesSlides/notesSlide47.xml"/><Relationship Id="rId3" Type="http://schemas.openxmlformats.org/officeDocument/2006/relationships/slideLayout" Target="../slideLayouts/slideLayout2.xml"/><Relationship Id="rId2" Type="http://schemas.openxmlformats.org/officeDocument/2006/relationships/image" Target="../media/image27.png"/><Relationship Id="rId1" Type="http://schemas.openxmlformats.org/officeDocument/2006/relationships/image" Target="../media/image26.png"/></Relationships>
</file>

<file path=ppt/slides/_rels/slide48.xml.rels><?xml version="1.0" encoding="UTF-8" standalone="yes"?>
<Relationships xmlns="http://schemas.openxmlformats.org/package/2006/relationships"><Relationship Id="rId4" Type="http://schemas.openxmlformats.org/officeDocument/2006/relationships/notesSlide" Target="../notesSlides/notesSlide48.xml"/><Relationship Id="rId3" Type="http://schemas.openxmlformats.org/officeDocument/2006/relationships/slideLayout" Target="../slideLayouts/slideLayout2.xml"/><Relationship Id="rId2" Type="http://schemas.openxmlformats.org/officeDocument/2006/relationships/image" Target="../media/image27.png"/><Relationship Id="rId1" Type="http://schemas.openxmlformats.org/officeDocument/2006/relationships/image" Target="../media/image26.png"/></Relationships>
</file>

<file path=ppt/slides/_rels/slide49.xml.rels><?xml version="1.0" encoding="UTF-8" standalone="yes"?>
<Relationships xmlns="http://schemas.openxmlformats.org/package/2006/relationships"><Relationship Id="rId4" Type="http://schemas.openxmlformats.org/officeDocument/2006/relationships/notesSlide" Target="../notesSlides/notesSlide49.xml"/><Relationship Id="rId3" Type="http://schemas.openxmlformats.org/officeDocument/2006/relationships/slideLayout" Target="../slideLayouts/slideLayout2.xml"/><Relationship Id="rId2" Type="http://schemas.openxmlformats.org/officeDocument/2006/relationships/image" Target="../media/image28.png"/><Relationship Id="rId1" Type="http://schemas.openxmlformats.org/officeDocument/2006/relationships/image" Target="../media/image27.png"/></Relationships>
</file>

<file path=ppt/slides/_rels/slide50.xml.rels><?xml version="1.0" encoding="UTF-8" standalone="yes"?>
<Relationships xmlns="http://schemas.openxmlformats.org/package/2006/relationships"><Relationship Id="rId4" Type="http://schemas.openxmlformats.org/officeDocument/2006/relationships/notesSlide" Target="../notesSlides/notesSlide50.xml"/><Relationship Id="rId3" Type="http://schemas.openxmlformats.org/officeDocument/2006/relationships/slideLayout" Target="../slideLayouts/slideLayout2.xml"/><Relationship Id="rId2" Type="http://schemas.openxmlformats.org/officeDocument/2006/relationships/image" Target="../media/image28.png"/><Relationship Id="rId1" Type="http://schemas.openxmlformats.org/officeDocument/2006/relationships/image" Target="../media/image27.png"/></Relationships>
</file>

<file path=ppt/slides/_rels/slide51.xml.rels><?xml version="1.0" encoding="UTF-8" standalone="yes"?>
<Relationships xmlns="http://schemas.openxmlformats.org/package/2006/relationships"><Relationship Id="rId4" Type="http://schemas.openxmlformats.org/officeDocument/2006/relationships/notesSlide" Target="../notesSlides/notesSlide51.xml"/><Relationship Id="rId3" Type="http://schemas.openxmlformats.org/officeDocument/2006/relationships/slideLayout" Target="../slideLayouts/slideLayout2.xml"/><Relationship Id="rId2" Type="http://schemas.openxmlformats.org/officeDocument/2006/relationships/image" Target="../media/image27.png"/><Relationship Id="rId1" Type="http://schemas.openxmlformats.org/officeDocument/2006/relationships/image" Target="../media/image29.png"/></Relationships>
</file>

<file path=ppt/slides/_rels/slide52.xml.rels><?xml version="1.0" encoding="UTF-8" standalone="yes"?>
<Relationships xmlns="http://schemas.openxmlformats.org/package/2006/relationships"><Relationship Id="rId4" Type="http://schemas.openxmlformats.org/officeDocument/2006/relationships/notesSlide" Target="../notesSlides/notesSlide52.xml"/><Relationship Id="rId3" Type="http://schemas.openxmlformats.org/officeDocument/2006/relationships/slideLayout" Target="../slideLayouts/slideLayout2.xml"/><Relationship Id="rId2" Type="http://schemas.openxmlformats.org/officeDocument/2006/relationships/image" Target="../media/image27.png"/><Relationship Id="rId1" Type="http://schemas.openxmlformats.org/officeDocument/2006/relationships/image" Target="../media/image30.png"/></Relationships>
</file>

<file path=ppt/slides/_rels/slide53.xml.rels><?xml version="1.0" encoding="UTF-8" standalone="yes"?>
<Relationships xmlns="http://schemas.openxmlformats.org/package/2006/relationships"><Relationship Id="rId4" Type="http://schemas.openxmlformats.org/officeDocument/2006/relationships/notesSlide" Target="../notesSlides/notesSlide53.xml"/><Relationship Id="rId3" Type="http://schemas.openxmlformats.org/officeDocument/2006/relationships/slideLayout" Target="../slideLayouts/slideLayout2.xml"/><Relationship Id="rId2" Type="http://schemas.openxmlformats.org/officeDocument/2006/relationships/image" Target="../media/image27.png"/><Relationship Id="rId1" Type="http://schemas.openxmlformats.org/officeDocument/2006/relationships/image" Target="../media/image31.png"/></Relationships>
</file>

<file path=ppt/slides/_rels/slide54.xml.rels><?xml version="1.0" encoding="UTF-8" standalone="yes"?>
<Relationships xmlns="http://schemas.openxmlformats.org/package/2006/relationships"><Relationship Id="rId4" Type="http://schemas.openxmlformats.org/officeDocument/2006/relationships/notesSlide" Target="../notesSlides/notesSlide54.xml"/><Relationship Id="rId3" Type="http://schemas.openxmlformats.org/officeDocument/2006/relationships/slideLayout" Target="../slideLayouts/slideLayout2.xml"/><Relationship Id="rId2" Type="http://schemas.openxmlformats.org/officeDocument/2006/relationships/image" Target="../media/image33.png"/><Relationship Id="rId1" Type="http://schemas.openxmlformats.org/officeDocument/2006/relationships/image" Target="../media/image32.png"/></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notesSlide" Target="../notesSlides/notesSlide60.xml"/><Relationship Id="rId2" Type="http://schemas.openxmlformats.org/officeDocument/2006/relationships/slideLayout" Target="../slideLayouts/slideLayout2.xml"/><Relationship Id="rId1" Type="http://schemas.openxmlformats.org/officeDocument/2006/relationships/image" Target="../media/image34.png"/></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notesSlide" Target="../notesSlides/notesSlide62.xml"/><Relationship Id="rId2" Type="http://schemas.openxmlformats.org/officeDocument/2006/relationships/slideLayout" Target="../slideLayouts/slideLayout2.xml"/><Relationship Id="rId1" Type="http://schemas.openxmlformats.org/officeDocument/2006/relationships/image" Target="../media/image35.png"/></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notesSlide" Target="../notesSlides/notesSlide64.xml"/><Relationship Id="rId2" Type="http://schemas.openxmlformats.org/officeDocument/2006/relationships/slideLayout" Target="../slideLayouts/slideLayout2.xml"/><Relationship Id="rId1" Type="http://schemas.openxmlformats.org/officeDocument/2006/relationships/image" Target="../media/image36.png"/></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notesSlide" Target="../notesSlides/notesSlide66.xml"/><Relationship Id="rId2" Type="http://schemas.openxmlformats.org/officeDocument/2006/relationships/slideLayout" Target="../slideLayouts/slideLayout2.xml"/><Relationship Id="rId1" Type="http://schemas.openxmlformats.org/officeDocument/2006/relationships/image" Target="../media/image37.png"/></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notesSlide" Target="../notesSlides/notesSlide69.xml"/><Relationship Id="rId2" Type="http://schemas.openxmlformats.org/officeDocument/2006/relationships/slideLayout" Target="../slideLayouts/slideLayout2.xml"/><Relationship Id="rId1" Type="http://schemas.openxmlformats.org/officeDocument/2006/relationships/image" Target="../media/image38.png"/></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notesSlide" Target="../notesSlides/notesSlide71.xml"/><Relationship Id="rId2" Type="http://schemas.openxmlformats.org/officeDocument/2006/relationships/slideLayout" Target="../slideLayouts/slideLayout2.xml"/><Relationship Id="rId1" Type="http://schemas.openxmlformats.org/officeDocument/2006/relationships/image" Target="../media/image39.png"/></Relationships>
</file>

<file path=ppt/slides/_rels/slide72.xml.rels><?xml version="1.0" encoding="UTF-8" standalone="yes"?>
<Relationships xmlns="http://schemas.openxmlformats.org/package/2006/relationships"><Relationship Id="rId4" Type="http://schemas.openxmlformats.org/officeDocument/2006/relationships/notesSlide" Target="../notesSlides/notesSlide72.xml"/><Relationship Id="rId3" Type="http://schemas.openxmlformats.org/officeDocument/2006/relationships/slideLayout" Target="../slideLayouts/slideLayout2.xml"/><Relationship Id="rId2" Type="http://schemas.openxmlformats.org/officeDocument/2006/relationships/image" Target="../media/image41.png"/><Relationship Id="rId1" Type="http://schemas.openxmlformats.org/officeDocument/2006/relationships/image" Target="../media/image40.png"/></Relationships>
</file>

<file path=ppt/slides/_rels/slide73.xml.rels><?xml version="1.0" encoding="UTF-8" standalone="yes"?>
<Relationships xmlns="http://schemas.openxmlformats.org/package/2006/relationships"><Relationship Id="rId5" Type="http://schemas.openxmlformats.org/officeDocument/2006/relationships/notesSlide" Target="../notesSlides/notesSlide73.xml"/><Relationship Id="rId4" Type="http://schemas.openxmlformats.org/officeDocument/2006/relationships/slideLayout" Target="../slideLayouts/slideLayout2.xml"/><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image" Target="../media/image42.png"/></Relationships>
</file>

<file path=ppt/slides/_rels/slide74.xml.rels><?xml version="1.0" encoding="UTF-8" standalone="yes"?>
<Relationships xmlns="http://schemas.openxmlformats.org/package/2006/relationships"><Relationship Id="rId5" Type="http://schemas.openxmlformats.org/officeDocument/2006/relationships/notesSlide" Target="../notesSlides/notesSlide74.xml"/><Relationship Id="rId4" Type="http://schemas.openxmlformats.org/officeDocument/2006/relationships/slideLayout" Target="../slideLayouts/slideLayout2.xml"/><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image" Target="../media/image45.png"/></Relationships>
</file>

<file path=ppt/slides/_rels/slide75.xml.rels><?xml version="1.0" encoding="UTF-8" standalone="yes"?>
<Relationships xmlns="http://schemas.openxmlformats.org/package/2006/relationships"><Relationship Id="rId6" Type="http://schemas.openxmlformats.org/officeDocument/2006/relationships/notesSlide" Target="../notesSlides/notesSlide75.xml"/><Relationship Id="rId5" Type="http://schemas.openxmlformats.org/officeDocument/2006/relationships/slideLayout" Target="../slideLayouts/slideLayout2.xml"/><Relationship Id="rId4" Type="http://schemas.openxmlformats.org/officeDocument/2006/relationships/image" Target="../media/image49.png"/><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image" Target="../media/image44.png"/></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notesSlide" Target="../notesSlides/notesSlide77.xml"/><Relationship Id="rId2" Type="http://schemas.openxmlformats.org/officeDocument/2006/relationships/slideLayout" Target="../slideLayouts/slideLayout2.xml"/><Relationship Id="rId1" Type="http://schemas.openxmlformats.org/officeDocument/2006/relationships/image" Target="../media/image50.png"/></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notesSlide" Target="../notesSlides/notesSlide79.xml"/><Relationship Id="rId2" Type="http://schemas.openxmlformats.org/officeDocument/2006/relationships/slideLayout" Target="../slideLayouts/slideLayout2.xml"/><Relationship Id="rId1" Type="http://schemas.openxmlformats.org/officeDocument/2006/relationships/image" Target="../media/image51.png"/></Relationships>
</file>

<file path=ppt/slides/_rels/slide80.xml.rels><?xml version="1.0" encoding="UTF-8" standalone="yes"?>
<Relationships xmlns="http://schemas.openxmlformats.org/package/2006/relationships"><Relationship Id="rId3" Type="http://schemas.openxmlformats.org/officeDocument/2006/relationships/notesSlide" Target="../notesSlides/notesSlide80.xml"/><Relationship Id="rId2" Type="http://schemas.openxmlformats.org/officeDocument/2006/relationships/slideLayout" Target="../slideLayouts/slideLayout2.xml"/><Relationship Id="rId1" Type="http://schemas.openxmlformats.org/officeDocument/2006/relationships/image" Target="../media/image52.png"/></Relationships>
</file>

<file path=ppt/slides/_rels/slide81.xml.rels><?xml version="1.0" encoding="UTF-8" standalone="yes"?>
<Relationships xmlns="http://schemas.openxmlformats.org/package/2006/relationships"><Relationship Id="rId4" Type="http://schemas.openxmlformats.org/officeDocument/2006/relationships/notesSlide" Target="../notesSlides/notesSlide81.xml"/><Relationship Id="rId3" Type="http://schemas.openxmlformats.org/officeDocument/2006/relationships/slideLayout" Target="../slideLayouts/slideLayout2.xml"/><Relationship Id="rId2" Type="http://schemas.openxmlformats.org/officeDocument/2006/relationships/image" Target="../media/image54.png"/><Relationship Id="rId1" Type="http://schemas.openxmlformats.org/officeDocument/2006/relationships/image" Target="../media/image53.png"/></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notesSlide" Target="../notesSlides/notesSlide85.xml"/><Relationship Id="rId2" Type="http://schemas.openxmlformats.org/officeDocument/2006/relationships/slideLayout" Target="../slideLayouts/slideLayout2.xml"/><Relationship Id="rId1" Type="http://schemas.openxmlformats.org/officeDocument/2006/relationships/image" Target="../media/image55.png"/></Relationships>
</file>

<file path=ppt/slides/_rels/slide86.xml.rels><?xml version="1.0" encoding="UTF-8" standalone="yes"?>
<Relationships xmlns="http://schemas.openxmlformats.org/package/2006/relationships"><Relationship Id="rId3" Type="http://schemas.openxmlformats.org/officeDocument/2006/relationships/notesSlide" Target="../notesSlides/notesSlide86.xml"/><Relationship Id="rId2" Type="http://schemas.openxmlformats.org/officeDocument/2006/relationships/slideLayout" Target="../slideLayouts/slideLayout2.xml"/><Relationship Id="rId1" Type="http://schemas.openxmlformats.org/officeDocument/2006/relationships/image" Target="../media/image56.png"/></Relationships>
</file>

<file path=ppt/slides/_rels/slide87.xml.rels><?xml version="1.0" encoding="UTF-8" standalone="yes"?>
<Relationships xmlns="http://schemas.openxmlformats.org/package/2006/relationships"><Relationship Id="rId4" Type="http://schemas.openxmlformats.org/officeDocument/2006/relationships/notesSlide" Target="../notesSlides/notesSlide87.xml"/><Relationship Id="rId3" Type="http://schemas.openxmlformats.org/officeDocument/2006/relationships/slideLayout" Target="../slideLayouts/slideLayout2.xml"/><Relationship Id="rId2" Type="http://schemas.openxmlformats.org/officeDocument/2006/relationships/image" Target="../media/image58.png"/><Relationship Id="rId1" Type="http://schemas.openxmlformats.org/officeDocument/2006/relationships/image" Target="../media/image57.png"/></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3" Type="http://schemas.openxmlformats.org/officeDocument/2006/relationships/notesSlide" Target="../notesSlides/notesSlide93.xml"/><Relationship Id="rId2" Type="http://schemas.openxmlformats.org/officeDocument/2006/relationships/slideLayout" Target="../slideLayouts/slideLayout2.xml"/><Relationship Id="rId1" Type="http://schemas.openxmlformats.org/officeDocument/2006/relationships/image" Target="../media/image59.png"/></Relationships>
</file>

<file path=ppt/slides/_rels/slide94.xml.rels><?xml version="1.0" encoding="UTF-8" standalone="yes"?>
<Relationships xmlns="http://schemas.openxmlformats.org/package/2006/relationships"><Relationship Id="rId4" Type="http://schemas.openxmlformats.org/officeDocument/2006/relationships/notesSlide" Target="../notesSlides/notesSlide94.xml"/><Relationship Id="rId3" Type="http://schemas.openxmlformats.org/officeDocument/2006/relationships/slideLayout" Target="../slideLayouts/slideLayout2.xml"/><Relationship Id="rId2" Type="http://schemas.openxmlformats.org/officeDocument/2006/relationships/image" Target="../media/image61.png"/><Relationship Id="rId1" Type="http://schemas.openxmlformats.org/officeDocument/2006/relationships/image" Target="../media/image60.png"/></Relationships>
</file>

<file path=ppt/slides/_rels/slide95.xml.rels><?xml version="1.0" encoding="UTF-8" standalone="yes"?>
<Relationships xmlns="http://schemas.openxmlformats.org/package/2006/relationships"><Relationship Id="rId3" Type="http://schemas.openxmlformats.org/officeDocument/2006/relationships/notesSlide" Target="../notesSlides/notesSlide95.xml"/><Relationship Id="rId2" Type="http://schemas.openxmlformats.org/officeDocument/2006/relationships/slideLayout" Target="../slideLayouts/slideLayout2.xml"/><Relationship Id="rId1" Type="http://schemas.openxmlformats.org/officeDocument/2006/relationships/image" Target="../media/image62.png"/></Relationships>
</file>

<file path=ppt/slides/_rels/slide96.xml.rels><?xml version="1.0" encoding="UTF-8" standalone="yes"?>
<Relationships xmlns="http://schemas.openxmlformats.org/package/2006/relationships"><Relationship Id="rId4" Type="http://schemas.openxmlformats.org/officeDocument/2006/relationships/notesSlide" Target="../notesSlides/notesSlide96.xml"/><Relationship Id="rId3" Type="http://schemas.openxmlformats.org/officeDocument/2006/relationships/slideLayout" Target="../slideLayouts/slideLayout2.xml"/><Relationship Id="rId2" Type="http://schemas.openxmlformats.org/officeDocument/2006/relationships/image" Target="../media/image64.png"/><Relationship Id="rId1" Type="http://schemas.openxmlformats.org/officeDocument/2006/relationships/image" Target="../media/image63.png"/></Relationships>
</file>

<file path=ppt/slides/_rels/slide97.xml.rels><?xml version="1.0" encoding="UTF-8" standalone="yes"?>
<Relationships xmlns="http://schemas.openxmlformats.org/package/2006/relationships"><Relationship Id="rId3" Type="http://schemas.openxmlformats.org/officeDocument/2006/relationships/notesSlide" Target="../notesSlides/notesSlide97.xml"/><Relationship Id="rId2" Type="http://schemas.openxmlformats.org/officeDocument/2006/relationships/slideLayout" Target="../slideLayouts/slideLayout2.xml"/><Relationship Id="rId1" Type="http://schemas.openxmlformats.org/officeDocument/2006/relationships/image" Target="../media/image65.png"/></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98.xm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4" Type="http://schemas.openxmlformats.org/officeDocument/2006/relationships/notesSlide" Target="../notesSlides/notesSlide99.xml"/><Relationship Id="rId3" Type="http://schemas.openxmlformats.org/officeDocument/2006/relationships/slideLayout" Target="../slideLayouts/slideLayout2.xml"/><Relationship Id="rId2" Type="http://schemas.openxmlformats.org/officeDocument/2006/relationships/image" Target="../media/image67.png"/><Relationship Id="rId1" Type="http://schemas.openxmlformats.org/officeDocument/2006/relationships/image" Target="../media/image66.png"/></Relationships>
</file>

<file path=ppt/slides/_rels/slide100.xml.rels><?xml version="1.0" encoding="UTF-8" standalone="yes"?>
<Relationships xmlns="http://schemas.openxmlformats.org/package/2006/relationships"><Relationship Id="rId4" Type="http://schemas.openxmlformats.org/officeDocument/2006/relationships/notesSlide" Target="../notesSlides/notesSlide100.xml"/><Relationship Id="rId3" Type="http://schemas.openxmlformats.org/officeDocument/2006/relationships/slideLayout" Target="../slideLayouts/slideLayout2.xml"/><Relationship Id="rId2" Type="http://schemas.openxmlformats.org/officeDocument/2006/relationships/image" Target="../media/image69.png"/><Relationship Id="rId1" Type="http://schemas.openxmlformats.org/officeDocument/2006/relationships/image" Target="../media/image68.png"/></Relationships>
</file>

<file path=ppt/slides/_rels/slide101.xml.rels><?xml version="1.0" encoding="UTF-8" standalone="yes"?>
<Relationships xmlns="http://schemas.openxmlformats.org/package/2006/relationships"><Relationship Id="rId3" Type="http://schemas.openxmlformats.org/officeDocument/2006/relationships/notesSlide" Target="../notesSlides/notesSlide101.xml"/><Relationship Id="rId2" Type="http://schemas.openxmlformats.org/officeDocument/2006/relationships/slideLayout" Target="../slideLayouts/slideLayout2.xml"/><Relationship Id="rId1" Type="http://schemas.openxmlformats.org/officeDocument/2006/relationships/image" Target="../media/image70.png"/></Relationships>
</file>

<file path=ppt/slides/_rels/slide102.xml.rels><?xml version="1.0" encoding="UTF-8" standalone="yes"?>
<Relationships xmlns="http://schemas.openxmlformats.org/package/2006/relationships"><Relationship Id="rId3" Type="http://schemas.openxmlformats.org/officeDocument/2006/relationships/notesSlide" Target="../notesSlides/notesSlide102.xml"/><Relationship Id="rId2" Type="http://schemas.openxmlformats.org/officeDocument/2006/relationships/slideLayout" Target="../slideLayouts/slideLayout2.xml"/><Relationship Id="rId1" Type="http://schemas.openxmlformats.org/officeDocument/2006/relationships/image" Target="../media/image71.png"/></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103.xml"/><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104.xml"/><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105.xml"/><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4" Type="http://schemas.openxmlformats.org/officeDocument/2006/relationships/notesSlide" Target="../notesSlides/notesSlide106.xml"/><Relationship Id="rId3" Type="http://schemas.openxmlformats.org/officeDocument/2006/relationships/slideLayout" Target="../slideLayouts/slideLayout2.xml"/><Relationship Id="rId2" Type="http://schemas.openxmlformats.org/officeDocument/2006/relationships/image" Target="../media/image73.png"/><Relationship Id="rId1" Type="http://schemas.openxmlformats.org/officeDocument/2006/relationships/image" Target="../media/image72.png"/></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107.xml"/><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3" Type="http://schemas.openxmlformats.org/officeDocument/2006/relationships/notesSlide" Target="../notesSlides/notesSlide108.xml"/><Relationship Id="rId2" Type="http://schemas.openxmlformats.org/officeDocument/2006/relationships/slideLayout" Target="../slideLayouts/slideLayout2.xml"/><Relationship Id="rId1" Type="http://schemas.openxmlformats.org/officeDocument/2006/relationships/image" Target="../media/image74.png"/></Relationships>
</file>

<file path=ppt/slides/_rels/slide109.xml.rels><?xml version="1.0" encoding="UTF-8" standalone="yes"?>
<Relationships xmlns="http://schemas.openxmlformats.org/package/2006/relationships"><Relationship Id="rId4" Type="http://schemas.openxmlformats.org/officeDocument/2006/relationships/notesSlide" Target="../notesSlides/notesSlide109.xml"/><Relationship Id="rId3" Type="http://schemas.openxmlformats.org/officeDocument/2006/relationships/slideLayout" Target="../slideLayouts/slideLayout2.xml"/><Relationship Id="rId2" Type="http://schemas.openxmlformats.org/officeDocument/2006/relationships/image" Target="../media/image76.png"/><Relationship Id="rId1" Type="http://schemas.openxmlformats.org/officeDocument/2006/relationships/image" Target="../media/image75.png"/></Relationships>
</file>

<file path=ppt/slides/_rels/slide110.xml.rels><?xml version="1.0" encoding="UTF-8" standalone="yes"?>
<Relationships xmlns="http://schemas.openxmlformats.org/package/2006/relationships"><Relationship Id="rId3" Type="http://schemas.openxmlformats.org/officeDocument/2006/relationships/notesSlide" Target="../notesSlides/notesSlide110.xml"/><Relationship Id="rId2" Type="http://schemas.openxmlformats.org/officeDocument/2006/relationships/slideLayout" Target="../slideLayouts/slideLayout2.xml"/><Relationship Id="rId1" Type="http://schemas.openxmlformats.org/officeDocument/2006/relationships/image" Target="../media/image77.png"/></Relationships>
</file>

<file path=ppt/slides/_rels/slide111.xml.rels><?xml version="1.0" encoding="UTF-8" standalone="yes"?>
<Relationships xmlns="http://schemas.openxmlformats.org/package/2006/relationships"><Relationship Id="rId4" Type="http://schemas.openxmlformats.org/officeDocument/2006/relationships/notesSlide" Target="../notesSlides/notesSlide111.xml"/><Relationship Id="rId3" Type="http://schemas.openxmlformats.org/officeDocument/2006/relationships/slideLayout" Target="../slideLayouts/slideLayout2.xml"/><Relationship Id="rId2" Type="http://schemas.openxmlformats.org/officeDocument/2006/relationships/image" Target="../media/image79.png"/><Relationship Id="rId1" Type="http://schemas.openxmlformats.org/officeDocument/2006/relationships/image" Target="../media/image78.png"/></Relationships>
</file>

<file path=ppt/slides/_rels/slide112.xml.rels><?xml version="1.0" encoding="UTF-8" standalone="yes"?>
<Relationships xmlns="http://schemas.openxmlformats.org/package/2006/relationships"><Relationship Id="rId2" Type="http://schemas.openxmlformats.org/officeDocument/2006/relationships/notesSlide" Target="../notesSlides/notesSlide112.xml"/><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5" Type="http://schemas.openxmlformats.org/officeDocument/2006/relationships/notesSlide" Target="../notesSlides/notesSlide113.xml"/><Relationship Id="rId4" Type="http://schemas.openxmlformats.org/officeDocument/2006/relationships/slideLayout" Target="../slideLayouts/slideLayout2.xml"/><Relationship Id="rId3" Type="http://schemas.openxmlformats.org/officeDocument/2006/relationships/image" Target="../media/image82.png"/><Relationship Id="rId2" Type="http://schemas.openxmlformats.org/officeDocument/2006/relationships/image" Target="../media/image81.png"/><Relationship Id="rId1" Type="http://schemas.openxmlformats.org/officeDocument/2006/relationships/image" Target="../media/image80.png"/></Relationships>
</file>

<file path=ppt/slides/_rels/slide114.xml.rels><?xml version="1.0" encoding="UTF-8" standalone="yes"?>
<Relationships xmlns="http://schemas.openxmlformats.org/package/2006/relationships"><Relationship Id="rId3" Type="http://schemas.openxmlformats.org/officeDocument/2006/relationships/notesSlide" Target="../notesSlides/notesSlide114.xml"/><Relationship Id="rId2" Type="http://schemas.openxmlformats.org/officeDocument/2006/relationships/slideLayout" Target="../slideLayouts/slideLayout2.xml"/><Relationship Id="rId1" Type="http://schemas.openxmlformats.org/officeDocument/2006/relationships/image" Target="../media/image83.png"/></Relationships>
</file>

<file path=ppt/slides/_rels/slide115.xml.rels><?xml version="1.0" encoding="UTF-8" standalone="yes"?>
<Relationships xmlns="http://schemas.openxmlformats.org/package/2006/relationships"><Relationship Id="rId4" Type="http://schemas.openxmlformats.org/officeDocument/2006/relationships/notesSlide" Target="../notesSlides/notesSlide115.xml"/><Relationship Id="rId3" Type="http://schemas.openxmlformats.org/officeDocument/2006/relationships/slideLayout" Target="../slideLayouts/slideLayout2.xml"/><Relationship Id="rId2" Type="http://schemas.openxmlformats.org/officeDocument/2006/relationships/image" Target="../media/image84.png"/><Relationship Id="rId1" Type="http://schemas.openxmlformats.org/officeDocument/2006/relationships/image" Target="../media/image83.png"/></Relationships>
</file>

<file path=ppt/slides/_rels/slide116.xml.rels><?xml version="1.0" encoding="UTF-8" standalone="yes"?>
<Relationships xmlns="http://schemas.openxmlformats.org/package/2006/relationships"><Relationship Id="rId4" Type="http://schemas.openxmlformats.org/officeDocument/2006/relationships/notesSlide" Target="../notesSlides/notesSlide116.xml"/><Relationship Id="rId3" Type="http://schemas.openxmlformats.org/officeDocument/2006/relationships/slideLayout" Target="../slideLayouts/slideLayout2.xml"/><Relationship Id="rId2" Type="http://schemas.openxmlformats.org/officeDocument/2006/relationships/image" Target="../media/image84.png"/><Relationship Id="rId1" Type="http://schemas.openxmlformats.org/officeDocument/2006/relationships/image" Target="../media/image83.png"/></Relationships>
</file>

<file path=ppt/slides/_rels/slide117.xml.rels><?xml version="1.0" encoding="UTF-8" standalone="yes"?>
<Relationships xmlns="http://schemas.openxmlformats.org/package/2006/relationships"><Relationship Id="rId4" Type="http://schemas.openxmlformats.org/officeDocument/2006/relationships/notesSlide" Target="../notesSlides/notesSlide117.xml"/><Relationship Id="rId3" Type="http://schemas.openxmlformats.org/officeDocument/2006/relationships/slideLayout" Target="../slideLayouts/slideLayout2.xml"/><Relationship Id="rId2" Type="http://schemas.openxmlformats.org/officeDocument/2006/relationships/image" Target="../media/image84.png"/><Relationship Id="rId1" Type="http://schemas.openxmlformats.org/officeDocument/2006/relationships/image" Target="../media/image83.png"/></Relationships>
</file>

<file path=ppt/slides/_rels/slide118.xml.rels><?xml version="1.0" encoding="UTF-8" standalone="yes"?>
<Relationships xmlns="http://schemas.openxmlformats.org/package/2006/relationships"><Relationship Id="rId4" Type="http://schemas.openxmlformats.org/officeDocument/2006/relationships/notesSlide" Target="../notesSlides/notesSlide118.xml"/><Relationship Id="rId3" Type="http://schemas.openxmlformats.org/officeDocument/2006/relationships/slideLayout" Target="../slideLayouts/slideLayout2.xml"/><Relationship Id="rId2" Type="http://schemas.openxmlformats.org/officeDocument/2006/relationships/image" Target="../media/image84.png"/><Relationship Id="rId1" Type="http://schemas.openxmlformats.org/officeDocument/2006/relationships/image" Target="../media/image83.png"/></Relationships>
</file>

<file path=ppt/slides/_rels/slide119.xml.rels><?xml version="1.0" encoding="UTF-8" standalone="yes"?>
<Relationships xmlns="http://schemas.openxmlformats.org/package/2006/relationships"><Relationship Id="rId4" Type="http://schemas.openxmlformats.org/officeDocument/2006/relationships/notesSlide" Target="../notesSlides/notesSlide119.xml"/><Relationship Id="rId3" Type="http://schemas.openxmlformats.org/officeDocument/2006/relationships/slideLayout" Target="../slideLayouts/slideLayout2.xml"/><Relationship Id="rId2" Type="http://schemas.openxmlformats.org/officeDocument/2006/relationships/image" Target="../media/image84.png"/><Relationship Id="rId1" Type="http://schemas.openxmlformats.org/officeDocument/2006/relationships/image" Target="../media/image83.png"/></Relationships>
</file>

<file path=ppt/slides/_rels/slide120.xml.rels><?xml version="1.0" encoding="UTF-8" standalone="yes"?>
<Relationships xmlns="http://schemas.openxmlformats.org/package/2006/relationships"><Relationship Id="rId4" Type="http://schemas.openxmlformats.org/officeDocument/2006/relationships/notesSlide" Target="../notesSlides/notesSlide120.xml"/><Relationship Id="rId3" Type="http://schemas.openxmlformats.org/officeDocument/2006/relationships/slideLayout" Target="../slideLayouts/slideLayout2.xml"/><Relationship Id="rId2" Type="http://schemas.openxmlformats.org/officeDocument/2006/relationships/image" Target="../media/image84.png"/><Relationship Id="rId1" Type="http://schemas.openxmlformats.org/officeDocument/2006/relationships/image" Target="../media/image83.png"/></Relationships>
</file>

<file path=ppt/slides/_rels/slide121.xml.rels><?xml version="1.0" encoding="UTF-8" standalone="yes"?>
<Relationships xmlns="http://schemas.openxmlformats.org/package/2006/relationships"><Relationship Id="rId4" Type="http://schemas.openxmlformats.org/officeDocument/2006/relationships/notesSlide" Target="../notesSlides/notesSlide121.xml"/><Relationship Id="rId3" Type="http://schemas.openxmlformats.org/officeDocument/2006/relationships/slideLayout" Target="../slideLayouts/slideLayout2.xml"/><Relationship Id="rId2" Type="http://schemas.openxmlformats.org/officeDocument/2006/relationships/image" Target="../media/image84.png"/><Relationship Id="rId1" Type="http://schemas.openxmlformats.org/officeDocument/2006/relationships/image" Target="../media/image83.png"/></Relationships>
</file>

<file path=ppt/slides/_rels/slide122.xml.rels><?xml version="1.0" encoding="UTF-8" standalone="yes"?>
<Relationships xmlns="http://schemas.openxmlformats.org/package/2006/relationships"><Relationship Id="rId4" Type="http://schemas.openxmlformats.org/officeDocument/2006/relationships/notesSlide" Target="../notesSlides/notesSlide122.xml"/><Relationship Id="rId3" Type="http://schemas.openxmlformats.org/officeDocument/2006/relationships/slideLayout" Target="../slideLayouts/slideLayout2.xml"/><Relationship Id="rId2" Type="http://schemas.openxmlformats.org/officeDocument/2006/relationships/image" Target="../media/image84.png"/><Relationship Id="rId1" Type="http://schemas.openxmlformats.org/officeDocument/2006/relationships/image" Target="../media/image83.png"/></Relationships>
</file>

<file path=ppt/slides/_rels/slide123.xml.rels><?xml version="1.0" encoding="UTF-8" standalone="yes"?>
<Relationships xmlns="http://schemas.openxmlformats.org/package/2006/relationships"><Relationship Id="rId2" Type="http://schemas.openxmlformats.org/officeDocument/2006/relationships/notesSlide" Target="../notesSlides/notesSlide123.xml"/><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2" Type="http://schemas.openxmlformats.org/officeDocument/2006/relationships/notesSlide" Target="../notesSlides/notesSlide12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50" name="矩形 1"/>
          <p:cNvSpPr/>
          <p:nvPr/>
        </p:nvSpPr>
        <p:spPr>
          <a:xfrm>
            <a:off x="378460" y="2508250"/>
            <a:ext cx="8587105" cy="3476625"/>
          </a:xfrm>
          <a:prstGeom prst="rect">
            <a:avLst/>
          </a:prstGeom>
          <a:noFill/>
          <a:ln w="9525">
            <a:noFill/>
          </a:ln>
        </p:spPr>
        <p:txBody>
          <a:bodyPr wrap="square">
            <a:spAutoFit/>
          </a:bodyPr>
          <a:p>
            <a:pPr algn="ctr">
              <a:lnSpc>
                <a:spcPct val="200000"/>
              </a:lnSpc>
              <a:spcBef>
                <a:spcPct val="50000"/>
              </a:spcBef>
              <a:buNone/>
            </a:pPr>
            <a:r>
              <a:rPr lang="en-US" altLang="zh-CN" sz="2000" b="0" dirty="0">
                <a:solidFill>
                  <a:srgbClr val="002060"/>
                </a:solidFill>
                <a:latin typeface="Verdana" panose="020B0604030504040204" pitchFamily="34" charset="0"/>
                <a:ea typeface="黑体" panose="02010609060101010101" pitchFamily="49" charset="-122"/>
              </a:rPr>
              <a:t>Dr. </a:t>
            </a:r>
            <a:r>
              <a:rPr lang="zh-CN" altLang="en-US" sz="2000" b="0" dirty="0">
                <a:solidFill>
                  <a:srgbClr val="002060"/>
                </a:solidFill>
                <a:latin typeface="Verdana" panose="020B0604030504040204" pitchFamily="34" charset="0"/>
                <a:ea typeface="黑体" panose="02010609060101010101" pitchFamily="49" charset="-122"/>
              </a:rPr>
              <a:t>何明昕  </a:t>
            </a:r>
            <a:r>
              <a:rPr lang="en-US" altLang="zh-CN" sz="2000" b="0" dirty="0">
                <a:solidFill>
                  <a:srgbClr val="002060"/>
                </a:solidFill>
                <a:latin typeface="Comic Sans MS" panose="030F0702030302020204" pitchFamily="66" charset="0"/>
                <a:ea typeface="黑体" panose="02010609060101010101" pitchFamily="49" charset="-122"/>
              </a:rPr>
              <a:t>HE Mingxin, MX, Max</a:t>
            </a:r>
            <a:endParaRPr lang="en-US" altLang="zh-CN" sz="2000" b="0" dirty="0">
              <a:solidFill>
                <a:srgbClr val="002060"/>
              </a:solidFill>
              <a:latin typeface="Comic Sans MS" panose="030F0702030302020204" pitchFamily="66" charset="0"/>
              <a:ea typeface="黑体" panose="02010609060101010101" pitchFamily="49" charset="-122"/>
            </a:endParaRPr>
          </a:p>
          <a:p>
            <a:pPr algn="ctr">
              <a:spcBef>
                <a:spcPct val="50000"/>
              </a:spcBef>
              <a:buNone/>
            </a:pPr>
            <a:r>
              <a:rPr lang="en-US" altLang="zh-CN" sz="2000" b="0" dirty="0">
                <a:solidFill>
                  <a:srgbClr val="002060"/>
                </a:solidFill>
                <a:latin typeface="Verdana" panose="020B0604030504040204" pitchFamily="34" charset="0"/>
                <a:ea typeface="黑体" panose="02010609060101010101" pitchFamily="49" charset="-122"/>
              </a:rPr>
              <a:t>Send your email to </a:t>
            </a:r>
            <a:r>
              <a:rPr lang="en-US" altLang="zh-CN" sz="2000" b="0" dirty="0">
                <a:solidFill>
                  <a:srgbClr val="00B050"/>
                </a:solidFill>
                <a:latin typeface="Verdana" panose="020B0604030504040204" pitchFamily="34" charset="0"/>
                <a:ea typeface="黑体" panose="02010609060101010101" pitchFamily="49" charset="-122"/>
              </a:rPr>
              <a:t>c.max@yeah.net</a:t>
            </a:r>
            <a:r>
              <a:rPr lang="en-US" altLang="zh-CN" sz="2000" b="0" dirty="0">
                <a:solidFill>
                  <a:srgbClr val="002060"/>
                </a:solidFill>
                <a:latin typeface="Verdana" panose="020B0604030504040204" pitchFamily="34" charset="0"/>
                <a:ea typeface="黑体" panose="02010609060101010101" pitchFamily="49" charset="-122"/>
              </a:rPr>
              <a:t>  with</a:t>
            </a:r>
            <a:endParaRPr lang="en-US" altLang="zh-CN" sz="2000" b="0" dirty="0">
              <a:solidFill>
                <a:srgbClr val="002060"/>
              </a:solidFill>
              <a:latin typeface="Verdana" panose="020B0604030504040204" pitchFamily="34" charset="0"/>
              <a:ea typeface="黑体" panose="02010609060101010101" pitchFamily="49" charset="-122"/>
            </a:endParaRPr>
          </a:p>
          <a:p>
            <a:pPr algn="ctr">
              <a:spcBef>
                <a:spcPct val="50000"/>
              </a:spcBef>
              <a:buNone/>
            </a:pPr>
            <a:r>
              <a:rPr lang="en-US" altLang="zh-CN" sz="2000" b="0" dirty="0">
                <a:solidFill>
                  <a:srgbClr val="002060"/>
                </a:solidFill>
                <a:latin typeface="Verdana" panose="020B0604030504040204" pitchFamily="34" charset="0"/>
                <a:ea typeface="黑体" panose="02010609060101010101" pitchFamily="49" charset="-122"/>
              </a:rPr>
              <a:t>a subject like:  </a:t>
            </a:r>
            <a:r>
              <a:rPr lang="en-US" altLang="zh-CN" sz="2000" b="0" dirty="0">
                <a:solidFill>
                  <a:srgbClr val="00B0F0"/>
                </a:solidFill>
                <a:latin typeface="Comic Sans MS" panose="030F0702030302020204" pitchFamily="66" charset="0"/>
                <a:ea typeface="黑体" panose="02010609060101010101" pitchFamily="49" charset="-122"/>
              </a:rPr>
              <a:t>OS-id</a:t>
            </a:r>
            <a:r>
              <a:rPr lang="en-US" altLang="zh-CN" sz="2000" b="0" i="1" dirty="0">
                <a:solidFill>
                  <a:srgbClr val="00B0F0"/>
                </a:solidFill>
                <a:latin typeface="Comic Sans MS" panose="030F0702030302020204" pitchFamily="66" charset="0"/>
                <a:ea typeface="黑体" panose="02010609060101010101" pitchFamily="49" charset="-122"/>
              </a:rPr>
              <a:t>-Andy: On What </a:t>
            </a:r>
            <a:r>
              <a:rPr lang="en-US" altLang="zh-CN" sz="2000" b="0" i="1" dirty="0">
                <a:solidFill>
                  <a:srgbClr val="00B0F0"/>
                </a:solidFill>
                <a:latin typeface="Verdana" panose="020B0604030504040204" pitchFamily="34" charset="0"/>
                <a:ea typeface="黑体" panose="02010609060101010101" pitchFamily="49" charset="-122"/>
              </a:rPr>
              <a:t>…</a:t>
            </a:r>
            <a:endParaRPr lang="en-US" altLang="zh-CN" sz="2000" b="0" i="1" dirty="0">
              <a:solidFill>
                <a:srgbClr val="002060"/>
              </a:solidFill>
              <a:latin typeface="Verdana" panose="020B0604030504040204" pitchFamily="34" charset="0"/>
              <a:ea typeface="黑体" panose="02010609060101010101" pitchFamily="49" charset="-122"/>
            </a:endParaRPr>
          </a:p>
          <a:p>
            <a:pPr algn="ctr">
              <a:lnSpc>
                <a:spcPct val="200000"/>
              </a:lnSpc>
              <a:spcBef>
                <a:spcPct val="50000"/>
              </a:spcBef>
              <a:buNone/>
            </a:pPr>
            <a:r>
              <a:rPr lang="en-US" altLang="zh-CN" sz="2000" b="0" dirty="0">
                <a:solidFill>
                  <a:srgbClr val="002060"/>
                </a:solidFill>
                <a:latin typeface="Verdana" panose="020B0604030504040204" pitchFamily="34" charset="0"/>
                <a:ea typeface="黑体" panose="02010609060101010101" pitchFamily="49" charset="-122"/>
              </a:rPr>
              <a:t>Download from </a:t>
            </a:r>
            <a:r>
              <a:rPr lang="en-US" altLang="zh-CN" sz="2000" b="0" dirty="0">
                <a:solidFill>
                  <a:srgbClr val="00B050"/>
                </a:solidFill>
                <a:latin typeface="Verdana" panose="020B0604030504040204" pitchFamily="34" charset="0"/>
                <a:ea typeface="黑体" panose="02010609060101010101" pitchFamily="49" charset="-122"/>
              </a:rPr>
              <a:t>c.program@yeah.net</a:t>
            </a:r>
            <a:endParaRPr lang="en-US" altLang="zh-CN" sz="2000" b="0" dirty="0">
              <a:solidFill>
                <a:srgbClr val="FF0000"/>
              </a:solidFill>
              <a:latin typeface="Verdana" panose="020B0604030504040204" pitchFamily="34" charset="0"/>
              <a:ea typeface="黑体" panose="02010609060101010101" pitchFamily="49" charset="-122"/>
            </a:endParaRPr>
          </a:p>
          <a:p>
            <a:pPr algn="ctr">
              <a:spcBef>
                <a:spcPct val="50000"/>
              </a:spcBef>
              <a:buNone/>
            </a:pPr>
            <a:r>
              <a:rPr lang="en-US" altLang="zh-CN" sz="2000" b="0" dirty="0">
                <a:solidFill>
                  <a:srgbClr val="00B0F0"/>
                </a:solidFill>
                <a:latin typeface="Verdana" panose="020B0604030504040204" pitchFamily="34" charset="0"/>
                <a:ea typeface="黑体" panose="02010609060101010101" pitchFamily="49" charset="-122"/>
              </a:rPr>
              <a:t>/</a:t>
            </a:r>
            <a:r>
              <a:rPr lang="zh-CN" altLang="en-US" sz="2000" b="0" dirty="0">
                <a:solidFill>
                  <a:srgbClr val="00B0F0"/>
                </a:solidFill>
                <a:latin typeface="Verdana" panose="020B0604030504040204" pitchFamily="34" charset="0"/>
                <a:ea typeface="黑体" panose="02010609060101010101" pitchFamily="49" charset="-122"/>
              </a:rPr>
              <a:t>文件中心</a:t>
            </a:r>
            <a:r>
              <a:rPr lang="en-US" altLang="zh-CN" sz="2000" b="0" dirty="0">
                <a:solidFill>
                  <a:srgbClr val="00B0F0"/>
                </a:solidFill>
                <a:latin typeface="Verdana" panose="020B0604030504040204" pitchFamily="34" charset="0"/>
                <a:ea typeface="黑体" panose="02010609060101010101" pitchFamily="49" charset="-122"/>
              </a:rPr>
              <a:t>/</a:t>
            </a:r>
            <a:r>
              <a:rPr lang="zh-CN" altLang="en-US" sz="2000" b="0" dirty="0">
                <a:solidFill>
                  <a:srgbClr val="00B0F0"/>
                </a:solidFill>
                <a:latin typeface="Verdana" panose="020B0604030504040204" pitchFamily="34" charset="0"/>
                <a:ea typeface="黑体" panose="02010609060101010101" pitchFamily="49" charset="-122"/>
              </a:rPr>
              <a:t>网盘</a:t>
            </a:r>
            <a:r>
              <a:rPr lang="en-US" altLang="zh-CN" sz="2000" b="0" dirty="0">
                <a:solidFill>
                  <a:srgbClr val="00B0F0"/>
                </a:solidFill>
                <a:latin typeface="Verdana" panose="020B0604030504040204" pitchFamily="34" charset="0"/>
                <a:ea typeface="黑体" panose="02010609060101010101" pitchFamily="49" charset="-122"/>
              </a:rPr>
              <a:t>/OperatingSystems26S</a:t>
            </a:r>
            <a:endParaRPr lang="en-US" altLang="zh-CN" sz="2000" b="0" dirty="0">
              <a:solidFill>
                <a:srgbClr val="002060"/>
              </a:solidFill>
              <a:latin typeface="Verdana" panose="020B0604030504040204" pitchFamily="34" charset="0"/>
              <a:ea typeface="黑体" panose="02010609060101010101" pitchFamily="49" charset="-122"/>
            </a:endParaRPr>
          </a:p>
          <a:p>
            <a:pPr marL="0" indent="0" algn="ctr" latinLnBrk="0">
              <a:lnSpc>
                <a:spcPct val="200000"/>
              </a:lnSpc>
              <a:spcBef>
                <a:spcPts val="0"/>
              </a:spcBef>
              <a:buNone/>
            </a:pPr>
            <a:r>
              <a:rPr lang="en-US" altLang="zh-CN" sz="2000" b="0" dirty="0">
                <a:solidFill>
                  <a:srgbClr val="002060"/>
                </a:solidFill>
                <a:latin typeface="Verdana" panose="020B0604030504040204" pitchFamily="34" charset="0"/>
                <a:ea typeface="黑体" panose="02010609060101010101" pitchFamily="49" charset="-122"/>
              </a:rPr>
              <a:t>Book site: </a:t>
            </a:r>
            <a:r>
              <a:rPr lang="en-US" altLang="zh-CN" sz="1800" b="1" dirty="0">
                <a:solidFill>
                  <a:srgbClr val="00B0F0"/>
                </a:solidFill>
                <a:latin typeface="Consolas" panose="020B0609020204030204" charset="0"/>
                <a:ea typeface="黑体" panose="02010609060101010101" pitchFamily="49" charset="-122"/>
                <a:cs typeface="Consolas" panose="020B0609020204030204" charset="0"/>
              </a:rPr>
              <a:t>https://codex.cs.yale.edu/avi/os-book/OS10/index.html</a:t>
            </a:r>
            <a:endParaRPr lang="en-US" altLang="zh-CN" sz="1800" b="1" dirty="0">
              <a:solidFill>
                <a:srgbClr val="00B0F0"/>
              </a:solidFill>
              <a:latin typeface="Consolas" panose="020B0609020204030204" charset="0"/>
              <a:ea typeface="黑体" panose="02010609060101010101" pitchFamily="49" charset="-122"/>
              <a:cs typeface="Consolas" panose="020B0609020204030204" charset="0"/>
            </a:endParaRPr>
          </a:p>
        </p:txBody>
      </p:sp>
      <p:sp>
        <p:nvSpPr>
          <p:cNvPr id="2051" name="矩形 2"/>
          <p:cNvSpPr/>
          <p:nvPr/>
        </p:nvSpPr>
        <p:spPr>
          <a:xfrm>
            <a:off x="1041400" y="76835"/>
            <a:ext cx="7924800" cy="2061210"/>
          </a:xfrm>
          <a:prstGeom prst="rect">
            <a:avLst/>
          </a:prstGeom>
          <a:noFill/>
          <a:ln w="9525">
            <a:noFill/>
          </a:ln>
        </p:spPr>
        <p:txBody>
          <a:bodyPr>
            <a:spAutoFit/>
          </a:bodyPr>
          <a:p>
            <a:pPr algn="ctr">
              <a:spcBef>
                <a:spcPct val="50000"/>
              </a:spcBef>
            </a:pPr>
            <a:r>
              <a:rPr lang="en-US" altLang="zh-CN" sz="4800" dirty="0">
                <a:solidFill>
                  <a:srgbClr val="002060"/>
                </a:solidFill>
                <a:latin typeface="Calibri" panose="020F0502020204030204" charset="0"/>
              </a:rPr>
              <a:t>Operating Systems</a:t>
            </a:r>
            <a:endParaRPr lang="en-US" altLang="zh-CN" sz="4800" dirty="0">
              <a:solidFill>
                <a:srgbClr val="002060"/>
              </a:solidFill>
              <a:latin typeface="Calibri" panose="020F0502020204030204" charset="0"/>
            </a:endParaRPr>
          </a:p>
          <a:p>
            <a:pPr marL="0" indent="0" algn="ctr" latinLnBrk="0">
              <a:lnSpc>
                <a:spcPct val="200000"/>
              </a:lnSpc>
            </a:pPr>
            <a:r>
              <a:rPr lang="en-US" altLang="zh-CN" sz="4000" dirty="0">
                <a:solidFill>
                  <a:srgbClr val="002060"/>
                </a:solidFill>
                <a:latin typeface="Calibri" panose="020F0502020204030204" charset="0"/>
                <a:sym typeface="+mn-ea"/>
              </a:rPr>
              <a:t>Ch 8: </a:t>
            </a:r>
            <a:r>
              <a:rPr lang="en-US" altLang="zh-CN" sz="4000" dirty="0">
                <a:solidFill>
                  <a:srgbClr val="002060"/>
                </a:solidFill>
                <a:latin typeface="Calibri" panose="020F0502020204030204" charset="0"/>
                <a:sym typeface="+mn-ea"/>
              </a:rPr>
              <a:t>Deadlocks</a:t>
            </a:r>
            <a:endParaRPr lang="en-US" altLang="zh-CN" sz="4000" dirty="0">
              <a:solidFill>
                <a:srgbClr val="002060"/>
              </a:solidFill>
              <a:latin typeface="Calibri" panose="020F0502020204030204" charset="0"/>
              <a:sym typeface="+mn-e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9" name="Rectangle 2"/>
          <p:cNvSpPr>
            <a:spLocks noGrp="1" noChangeArrowheads="1"/>
          </p:cNvSpPr>
          <p:nvPr>
            <p:ph type="title"/>
          </p:nvPr>
        </p:nvSpPr>
        <p:spPr>
          <a:xfrm>
            <a:off x="806450" y="225461"/>
            <a:ext cx="7880350" cy="576262"/>
          </a:xfrm>
        </p:spPr>
        <p:txBody>
          <a:bodyPr/>
          <a:lstStyle/>
          <a:p>
            <a:pPr eaLnBrk="1" hangingPunct="1"/>
            <a:r>
              <a:rPr lang="en-US" altLang="en-US" dirty="0"/>
              <a:t>Outline</a:t>
            </a:r>
            <a:endParaRPr lang="en-US" altLang="en-US" dirty="0"/>
          </a:p>
        </p:txBody>
      </p:sp>
      <p:sp>
        <p:nvSpPr>
          <p:cNvPr id="7170" name="Rectangle 3"/>
          <p:cNvSpPr>
            <a:spLocks noGrp="1" noChangeArrowheads="1"/>
          </p:cNvSpPr>
          <p:nvPr>
            <p:ph type="body" idx="1"/>
          </p:nvPr>
        </p:nvSpPr>
        <p:spPr>
          <a:xfrm>
            <a:off x="806450" y="1309170"/>
            <a:ext cx="7588250" cy="4530725"/>
          </a:xfrm>
        </p:spPr>
        <p:txBody>
          <a:bodyPr/>
          <a:lstStyle/>
          <a:p>
            <a:r>
              <a:rPr lang="en-US" altLang="en-US" sz="2400" dirty="0">
                <a:latin typeface="Calibri" panose="020F0502020204030204" charset="0"/>
                <a:cs typeface="Calibri" panose="020F0502020204030204" charset="0"/>
              </a:rPr>
              <a:t>System Model</a:t>
            </a:r>
            <a:endParaRPr lang="en-US" altLang="en-US" sz="2400" dirty="0">
              <a:latin typeface="Calibri" panose="020F0502020204030204" charset="0"/>
              <a:cs typeface="Calibri" panose="020F0502020204030204" charset="0"/>
            </a:endParaRPr>
          </a:p>
          <a:p>
            <a:r>
              <a:rPr lang="en-US" altLang="en-US" sz="2400" dirty="0">
                <a:solidFill>
                  <a:srgbClr val="0070C0"/>
                </a:solidFill>
                <a:latin typeface="Calibri" panose="020F0502020204030204" charset="0"/>
                <a:cs typeface="Calibri" panose="020F0502020204030204" charset="0"/>
              </a:rPr>
              <a:t>Deadlock Characterization</a:t>
            </a:r>
            <a:endParaRPr lang="en-US" altLang="en-US" sz="2400" dirty="0">
              <a:solidFill>
                <a:srgbClr val="0070C0"/>
              </a:solidFill>
              <a:latin typeface="Calibri" panose="020F0502020204030204" charset="0"/>
              <a:cs typeface="Calibri" panose="020F0502020204030204" charset="0"/>
            </a:endParaRPr>
          </a:p>
          <a:p>
            <a:r>
              <a:rPr lang="en-US" altLang="en-US" sz="2400" dirty="0">
                <a:latin typeface="Calibri" panose="020F0502020204030204" charset="0"/>
                <a:cs typeface="Calibri" panose="020F0502020204030204" charset="0"/>
              </a:rPr>
              <a:t>Methods for Handling Deadlocks</a:t>
            </a:r>
            <a:endParaRPr lang="en-US" altLang="en-US" sz="2400" dirty="0">
              <a:latin typeface="Calibri" panose="020F0502020204030204" charset="0"/>
              <a:cs typeface="Calibri" panose="020F0502020204030204" charset="0"/>
            </a:endParaRPr>
          </a:p>
          <a:p>
            <a:r>
              <a:rPr lang="en-US" altLang="en-US" sz="2400" dirty="0">
                <a:solidFill>
                  <a:srgbClr val="0070C0"/>
                </a:solidFill>
                <a:latin typeface="Calibri" panose="020F0502020204030204" charset="0"/>
                <a:cs typeface="Calibri" panose="020F0502020204030204" charset="0"/>
              </a:rPr>
              <a:t>Deadlock Prevention</a:t>
            </a:r>
            <a:endParaRPr lang="en-US" altLang="en-US" sz="2400" dirty="0">
              <a:solidFill>
                <a:srgbClr val="0070C0"/>
              </a:solidFill>
              <a:latin typeface="Calibri" panose="020F0502020204030204" charset="0"/>
              <a:cs typeface="Calibri" panose="020F0502020204030204" charset="0"/>
            </a:endParaRPr>
          </a:p>
          <a:p>
            <a:r>
              <a:rPr lang="en-US" altLang="en-US" sz="2400" dirty="0">
                <a:latin typeface="Calibri" panose="020F0502020204030204" charset="0"/>
                <a:cs typeface="Calibri" panose="020F0502020204030204" charset="0"/>
              </a:rPr>
              <a:t>Deadlock Avoidance</a:t>
            </a:r>
            <a:endParaRPr lang="en-US" altLang="en-US" sz="2400" dirty="0">
              <a:latin typeface="Calibri" panose="020F0502020204030204" charset="0"/>
              <a:cs typeface="Calibri" panose="020F0502020204030204" charset="0"/>
            </a:endParaRPr>
          </a:p>
          <a:p>
            <a:r>
              <a:rPr lang="en-US" altLang="en-US" sz="2400" dirty="0">
                <a:solidFill>
                  <a:srgbClr val="0070C0"/>
                </a:solidFill>
                <a:latin typeface="Calibri" panose="020F0502020204030204" charset="0"/>
                <a:cs typeface="Calibri" panose="020F0502020204030204" charset="0"/>
              </a:rPr>
              <a:t>Deadlock Detection </a:t>
            </a:r>
            <a:endParaRPr lang="en-US" altLang="en-US" sz="2400" dirty="0">
              <a:solidFill>
                <a:srgbClr val="0070C0"/>
              </a:solidFill>
              <a:latin typeface="Calibri" panose="020F0502020204030204" charset="0"/>
              <a:cs typeface="Calibri" panose="020F0502020204030204" charset="0"/>
            </a:endParaRPr>
          </a:p>
          <a:p>
            <a:r>
              <a:rPr lang="en-US" altLang="en-US" sz="2400" dirty="0">
                <a:latin typeface="Calibri" panose="020F0502020204030204" charset="0"/>
                <a:cs typeface="Calibri" panose="020F0502020204030204" charset="0"/>
              </a:rPr>
              <a:t>Recovery from Deadlock </a:t>
            </a:r>
            <a:endParaRPr lang="en-US" altLang="en-US" sz="2400" dirty="0">
              <a:latin typeface="Calibri" panose="020F0502020204030204" charset="0"/>
              <a:cs typeface="Calibri" panose="020F050202020403020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9" name="Rectangle 2"/>
          <p:cNvSpPr>
            <a:spLocks noGrp="1" noChangeArrowheads="1"/>
          </p:cNvSpPr>
          <p:nvPr>
            <p:ph type="title"/>
          </p:nvPr>
        </p:nvSpPr>
        <p:spPr>
          <a:xfrm>
            <a:off x="1101725" y="225461"/>
            <a:ext cx="7880350" cy="576262"/>
          </a:xfrm>
        </p:spPr>
        <p:txBody>
          <a:bodyPr/>
          <a:lstStyle/>
          <a:p>
            <a:pPr eaLnBrk="1" hangingPunct="1"/>
            <a:r>
              <a:rPr lang="en-US" altLang="en-US" dirty="0">
                <a:latin typeface="Calibri" panose="020F0502020204030204" charset="0"/>
                <a:cs typeface="Calibri" panose="020F0502020204030204" charset="0"/>
              </a:rPr>
              <a:t>Exercises 8.21, 8.27, 8.28  (By hands only)</a:t>
            </a:r>
            <a:endParaRPr lang="en-US" altLang="en-US" dirty="0">
              <a:latin typeface="Calibri" panose="020F0502020204030204" charset="0"/>
              <a:ea typeface="宋体" panose="02010600030101010101" pitchFamily="2" charset="-122"/>
              <a:cs typeface="Calibri" panose="020F0502020204030204" charset="0"/>
            </a:endParaRPr>
          </a:p>
        </p:txBody>
      </p:sp>
      <p:pic>
        <p:nvPicPr>
          <p:cNvPr id="3" name="图片 2"/>
          <p:cNvPicPr>
            <a:picLocks noChangeAspect="1"/>
          </p:cNvPicPr>
          <p:nvPr/>
        </p:nvPicPr>
        <p:blipFill>
          <a:blip r:embed="rId1"/>
          <a:stretch>
            <a:fillRect/>
          </a:stretch>
        </p:blipFill>
        <p:spPr>
          <a:xfrm>
            <a:off x="748030" y="1177925"/>
            <a:ext cx="8050530" cy="3968115"/>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9" name="Rectangle 2"/>
          <p:cNvSpPr>
            <a:spLocks noGrp="1" noChangeArrowheads="1"/>
          </p:cNvSpPr>
          <p:nvPr>
            <p:ph type="title"/>
          </p:nvPr>
        </p:nvSpPr>
        <p:spPr>
          <a:xfrm>
            <a:off x="806450" y="225461"/>
            <a:ext cx="7880350" cy="576262"/>
          </a:xfrm>
        </p:spPr>
        <p:txBody>
          <a:bodyPr/>
          <a:lstStyle/>
          <a:p>
            <a:pPr eaLnBrk="1" hangingPunct="1"/>
            <a:r>
              <a:rPr lang="en-US" altLang="en-US" dirty="0">
                <a:latin typeface="Calibri" panose="020F0502020204030204" charset="0"/>
                <a:cs typeface="Calibri" panose="020F0502020204030204" charset="0"/>
              </a:rPr>
              <a:t>Exercises 8.21, 8.27, 8.28</a:t>
            </a:r>
            <a:endParaRPr lang="en-US" altLang="en-US" dirty="0">
              <a:latin typeface="Calibri" panose="020F0502020204030204" charset="0"/>
              <a:ea typeface="宋体" panose="02010600030101010101" pitchFamily="2" charset="-122"/>
              <a:cs typeface="Calibri" panose="020F0502020204030204" charset="0"/>
            </a:endParaRPr>
          </a:p>
        </p:txBody>
      </p:sp>
      <p:pic>
        <p:nvPicPr>
          <p:cNvPr id="2" name="图片 1"/>
          <p:cNvPicPr>
            <a:picLocks noChangeAspect="1"/>
          </p:cNvPicPr>
          <p:nvPr/>
        </p:nvPicPr>
        <p:blipFill>
          <a:blip r:embed="rId1"/>
          <a:stretch>
            <a:fillRect/>
          </a:stretch>
        </p:blipFill>
        <p:spPr>
          <a:xfrm>
            <a:off x="633730" y="982345"/>
            <a:ext cx="7771765" cy="511175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9" name="Rectangle 2"/>
          <p:cNvSpPr>
            <a:spLocks noGrp="1" noChangeArrowheads="1"/>
          </p:cNvSpPr>
          <p:nvPr>
            <p:ph type="title"/>
          </p:nvPr>
        </p:nvSpPr>
        <p:spPr>
          <a:xfrm>
            <a:off x="806450" y="225461"/>
            <a:ext cx="7880350" cy="576262"/>
          </a:xfrm>
        </p:spPr>
        <p:txBody>
          <a:bodyPr/>
          <a:lstStyle/>
          <a:p>
            <a:pPr eaLnBrk="1" hangingPunct="1"/>
            <a:r>
              <a:rPr lang="en-US" altLang="en-US" dirty="0">
                <a:latin typeface="Calibri" panose="020F0502020204030204" charset="0"/>
                <a:cs typeface="Calibri" panose="020F0502020204030204" charset="0"/>
              </a:rPr>
              <a:t>Exercises 8.21, 8.27, 8.28</a:t>
            </a:r>
            <a:endParaRPr lang="en-US" altLang="en-US" dirty="0">
              <a:latin typeface="Calibri" panose="020F0502020204030204" charset="0"/>
              <a:ea typeface="宋体" panose="02010600030101010101" pitchFamily="2" charset="-122"/>
              <a:cs typeface="Calibri" panose="020F0502020204030204" charset="0"/>
            </a:endParaRPr>
          </a:p>
        </p:txBody>
      </p:sp>
      <p:pic>
        <p:nvPicPr>
          <p:cNvPr id="2" name="图片 1"/>
          <p:cNvPicPr>
            <a:picLocks noChangeAspect="1"/>
          </p:cNvPicPr>
          <p:nvPr/>
        </p:nvPicPr>
        <p:blipFill>
          <a:blip r:embed="rId1"/>
          <a:stretch>
            <a:fillRect/>
          </a:stretch>
        </p:blipFill>
        <p:spPr>
          <a:xfrm>
            <a:off x="806450" y="919480"/>
            <a:ext cx="7307580" cy="550418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7" name="Rectangle 2"/>
          <p:cNvSpPr>
            <a:spLocks noGrp="1" noChangeArrowheads="1"/>
          </p:cNvSpPr>
          <p:nvPr>
            <p:ph type="title"/>
          </p:nvPr>
        </p:nvSpPr>
        <p:spPr>
          <a:xfrm>
            <a:off x="457200" y="228830"/>
            <a:ext cx="8229600" cy="576262"/>
          </a:xfrm>
        </p:spPr>
        <p:txBody>
          <a:bodyPr/>
          <a:lstStyle/>
          <a:p>
            <a:pPr eaLnBrk="1" hangingPunct="1"/>
            <a:r>
              <a:rPr lang="en-US" altLang="en-US" dirty="0"/>
              <a:t>Chapter Objectives</a:t>
            </a:r>
            <a:endParaRPr lang="en-US" altLang="en-US" dirty="0"/>
          </a:p>
        </p:txBody>
      </p:sp>
      <p:sp>
        <p:nvSpPr>
          <p:cNvPr id="9218" name="Rectangle 3"/>
          <p:cNvSpPr>
            <a:spLocks noGrp="1" noChangeArrowheads="1"/>
          </p:cNvSpPr>
          <p:nvPr>
            <p:ph type="body" idx="1"/>
          </p:nvPr>
        </p:nvSpPr>
        <p:spPr>
          <a:xfrm>
            <a:off x="549275" y="1308100"/>
            <a:ext cx="8418195" cy="4500245"/>
          </a:xfrm>
        </p:spPr>
        <p:txBody>
          <a:bodyPr/>
          <a:lstStyle/>
          <a:p>
            <a:r>
              <a:rPr lang="en-US" altLang="en-US" sz="2400" dirty="0">
                <a:latin typeface="Calibri" panose="020F0502020204030204" charset="0"/>
                <a:cs typeface="Calibri" panose="020F0502020204030204" charset="0"/>
              </a:rPr>
              <a:t>Illustrate how deadlock can occur when mutex locks are used</a:t>
            </a:r>
            <a:endParaRPr lang="en-US" altLang="en-US" sz="2400" dirty="0">
              <a:latin typeface="Calibri" panose="020F0502020204030204" charset="0"/>
              <a:cs typeface="Calibri" panose="020F0502020204030204" charset="0"/>
            </a:endParaRPr>
          </a:p>
          <a:p>
            <a:r>
              <a:rPr lang="en-US" altLang="en-US" sz="2400" dirty="0">
                <a:solidFill>
                  <a:srgbClr val="0070C0"/>
                </a:solidFill>
                <a:latin typeface="Calibri" panose="020F0502020204030204" charset="0"/>
                <a:cs typeface="Calibri" panose="020F0502020204030204" charset="0"/>
              </a:rPr>
              <a:t>Define the four necessary conditions that characterize deadlock</a:t>
            </a:r>
            <a:endParaRPr lang="en-US" altLang="en-US" sz="2400" dirty="0">
              <a:solidFill>
                <a:srgbClr val="0070C0"/>
              </a:solidFill>
              <a:latin typeface="Calibri" panose="020F0502020204030204" charset="0"/>
              <a:cs typeface="Calibri" panose="020F0502020204030204" charset="0"/>
            </a:endParaRPr>
          </a:p>
          <a:p>
            <a:r>
              <a:rPr lang="en-US" altLang="en-US" sz="2400" dirty="0">
                <a:latin typeface="Calibri" panose="020F0502020204030204" charset="0"/>
                <a:cs typeface="Calibri" panose="020F0502020204030204" charset="0"/>
              </a:rPr>
              <a:t>Identify a deadlock situation in a resource allocation graph</a:t>
            </a:r>
            <a:endParaRPr lang="en-US" altLang="en-US" sz="2400" dirty="0">
              <a:latin typeface="Calibri" panose="020F0502020204030204" charset="0"/>
              <a:cs typeface="Calibri" panose="020F0502020204030204" charset="0"/>
            </a:endParaRPr>
          </a:p>
          <a:p>
            <a:r>
              <a:rPr lang="en-US" altLang="en-US" sz="2400" dirty="0">
                <a:solidFill>
                  <a:srgbClr val="0070C0"/>
                </a:solidFill>
                <a:latin typeface="Calibri" panose="020F0502020204030204" charset="0"/>
                <a:cs typeface="Calibri" panose="020F0502020204030204" charset="0"/>
              </a:rPr>
              <a:t>Evaluate the four different approaches for preventing deadlocks</a:t>
            </a:r>
            <a:endParaRPr lang="en-US" altLang="en-US" sz="2400" dirty="0">
              <a:solidFill>
                <a:srgbClr val="0070C0"/>
              </a:solidFill>
              <a:latin typeface="Calibri" panose="020F0502020204030204" charset="0"/>
              <a:cs typeface="Calibri" panose="020F0502020204030204" charset="0"/>
            </a:endParaRPr>
          </a:p>
          <a:p>
            <a:r>
              <a:rPr lang="en-US" altLang="en-US" sz="2400" dirty="0">
                <a:latin typeface="Calibri" panose="020F0502020204030204" charset="0"/>
                <a:cs typeface="Calibri" panose="020F0502020204030204" charset="0"/>
              </a:rPr>
              <a:t>Apply the banker’s algorithm for deadlock avoidance</a:t>
            </a:r>
            <a:endParaRPr lang="en-US" altLang="en-US" sz="2400" dirty="0">
              <a:latin typeface="Calibri" panose="020F0502020204030204" charset="0"/>
              <a:cs typeface="Calibri" panose="020F0502020204030204" charset="0"/>
            </a:endParaRPr>
          </a:p>
          <a:p>
            <a:r>
              <a:rPr lang="en-US" altLang="en-US" sz="2400" dirty="0">
                <a:solidFill>
                  <a:srgbClr val="0070C0"/>
                </a:solidFill>
                <a:latin typeface="Calibri" panose="020F0502020204030204" charset="0"/>
                <a:cs typeface="Calibri" panose="020F0502020204030204" charset="0"/>
              </a:rPr>
              <a:t>Apply the deadlock detection algorithm</a:t>
            </a:r>
            <a:endParaRPr lang="en-US" altLang="en-US" sz="2400" dirty="0">
              <a:solidFill>
                <a:srgbClr val="0070C0"/>
              </a:solidFill>
              <a:latin typeface="Calibri" panose="020F0502020204030204" charset="0"/>
              <a:cs typeface="Calibri" panose="020F0502020204030204" charset="0"/>
            </a:endParaRPr>
          </a:p>
          <a:p>
            <a:r>
              <a:rPr lang="en-US" altLang="en-US" sz="2400" dirty="0">
                <a:latin typeface="Calibri" panose="020F0502020204030204" charset="0"/>
                <a:cs typeface="Calibri" panose="020F0502020204030204" charset="0"/>
              </a:rPr>
              <a:t>Evaluate approaches for recovering from deadlock</a:t>
            </a:r>
            <a:endParaRPr lang="en-US" altLang="en-US" sz="2400" dirty="0">
              <a:latin typeface="Calibri" panose="020F0502020204030204" charset="0"/>
              <a:cs typeface="Calibri" panose="020F0502020204030204" charset="0"/>
            </a:endParaRPr>
          </a:p>
          <a:p>
            <a:endParaRPr lang="en-US" altLang="en-US" dirty="0"/>
          </a:p>
          <a:p>
            <a:pPr>
              <a:buSzPct val="85000"/>
              <a:buFont typeface="Monotype Sorts" pitchFamily="-84" charset="2"/>
              <a:buNone/>
            </a:pPr>
            <a:endParaRPr lang="en-US" alt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8" name="文本框 2"/>
          <p:cNvSpPr txBox="1"/>
          <p:nvPr/>
        </p:nvSpPr>
        <p:spPr>
          <a:xfrm>
            <a:off x="749300" y="1330325"/>
            <a:ext cx="7888288" cy="4524375"/>
          </a:xfrm>
          <a:prstGeom prst="rect">
            <a:avLst/>
          </a:prstGeom>
          <a:noFill/>
          <a:ln w="9525">
            <a:noFill/>
          </a:ln>
        </p:spPr>
        <p:txBody>
          <a:bodyPr>
            <a:spAutoFit/>
          </a:bodyPr>
          <a:lstStyle>
            <a:lvl1pPr marL="342900" indent="-342900" algn="l" rtl="0" eaLnBrk="0" fontAlgn="base" hangingPunct="0">
              <a:spcBef>
                <a:spcPct val="35000"/>
              </a:spcBef>
              <a:spcAft>
                <a:spcPct val="0"/>
              </a:spcAft>
              <a:buClr>
                <a:srgbClr val="993300"/>
              </a:buClr>
              <a:buSzPct val="90000"/>
              <a:buFont typeface="Monotype Sorts" pitchFamily="-84" charset="2"/>
              <a:buChar char="n"/>
              <a:defRPr kumimoji="1">
                <a:solidFill>
                  <a:schemeClr val="tx1"/>
                </a:solidFill>
                <a:latin typeface="+mn-lt"/>
                <a:ea typeface="MS PGothic" panose="020B0600070205080204" pitchFamily="34" charset="-128"/>
                <a:cs typeface="MS PGothic" panose="020B0600070205080204" pitchFamily="34" charset="-128"/>
              </a:defRPr>
            </a:lvl1pPr>
            <a:lvl2pPr marL="742950" indent="-285750" algn="l" rtl="0" eaLnBrk="0" fontAlgn="base" hangingPunct="0">
              <a:spcBef>
                <a:spcPct val="35000"/>
              </a:spcBef>
              <a:spcAft>
                <a:spcPct val="0"/>
              </a:spcAft>
              <a:buClr>
                <a:srgbClr val="CC6600"/>
              </a:buClr>
              <a:buSzPct val="80000"/>
              <a:buFont typeface="Monotype Sorts" pitchFamily="-84" charset="2"/>
              <a:buChar char="l"/>
              <a:defRPr kumimoji="1">
                <a:solidFill>
                  <a:schemeClr val="tx1"/>
                </a:solidFill>
                <a:latin typeface="+mn-lt"/>
                <a:ea typeface="MS PGothic" panose="020B0600070205080204" pitchFamily="34" charset="-128"/>
              </a:defRPr>
            </a:lvl2pPr>
            <a:lvl3pPr marL="1085850"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a:solidFill>
                  <a:schemeClr val="tx1"/>
                </a:solidFill>
                <a:latin typeface="+mn-lt"/>
                <a:ea typeface="MS PGothic" panose="020B0600070205080204" pitchFamily="34" charset="-128"/>
              </a:defRPr>
            </a:lvl3pPr>
            <a:lvl4pPr marL="1428750" indent="-228600" algn="l" rtl="0" eaLnBrk="0" fontAlgn="base" hangingPunct="0">
              <a:spcBef>
                <a:spcPct val="35000"/>
              </a:spcBef>
              <a:spcAft>
                <a:spcPct val="0"/>
              </a:spcAft>
              <a:buClr>
                <a:schemeClr val="hlink"/>
              </a:buClr>
              <a:buSzPct val="75000"/>
              <a:buChar char="–"/>
              <a:defRPr kumimoji="1">
                <a:solidFill>
                  <a:schemeClr val="tx1"/>
                </a:solidFill>
                <a:latin typeface="+mn-lt"/>
                <a:ea typeface="MS PGothic" panose="020B0600070205080204" pitchFamily="34" charset="-128"/>
              </a:defRPr>
            </a:lvl4pPr>
            <a:lvl5pPr marL="17716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anose="020B0600070205080204" pitchFamily="34" charset="-128"/>
              </a:defRPr>
            </a:lvl5pPr>
          </a:lstStyle>
          <a:p>
            <a:pPr marL="0" lvl="0" indent="0">
              <a:spcBef>
                <a:spcPct val="0"/>
              </a:spcBef>
              <a:buClrTx/>
              <a:buSzTx/>
              <a:buFontTx/>
              <a:buNone/>
            </a:pPr>
            <a:r>
              <a:rPr lang="en-US" altLang="zh-CN" dirty="0">
                <a:latin typeface="Verdana" panose="020B0604030504040204" pitchFamily="34" charset="0"/>
              </a:rPr>
              <a:t>In a multiprogramming environment, several processes may compete for a finite number of resources. </a:t>
            </a:r>
            <a:endParaRPr lang="en-US" altLang="zh-CN" dirty="0">
              <a:latin typeface="Verdana" panose="020B0604030504040204" pitchFamily="34" charset="0"/>
            </a:endParaRPr>
          </a:p>
          <a:p>
            <a:pPr marL="0" lvl="0" indent="0">
              <a:spcBef>
                <a:spcPct val="0"/>
              </a:spcBef>
              <a:buClrTx/>
              <a:buSzTx/>
              <a:buFontTx/>
              <a:buNone/>
            </a:pPr>
            <a:endParaRPr lang="en-US" altLang="zh-CN" dirty="0">
              <a:latin typeface="Verdana" panose="020B0604030504040204" pitchFamily="34" charset="0"/>
            </a:endParaRPr>
          </a:p>
          <a:p>
            <a:pPr marL="0" lvl="0" indent="0">
              <a:spcBef>
                <a:spcPct val="0"/>
              </a:spcBef>
              <a:buClrTx/>
              <a:buSzTx/>
              <a:buFontTx/>
              <a:buNone/>
            </a:pPr>
            <a:r>
              <a:rPr lang="en-US" altLang="zh-CN" dirty="0">
                <a:latin typeface="Verdana" panose="020B0604030504040204" pitchFamily="34" charset="0"/>
              </a:rPr>
              <a:t>A process requests resources; if the resources are not available at that time, the process enters a </a:t>
            </a:r>
            <a:r>
              <a:rPr lang="en-US" altLang="zh-CN" dirty="0">
                <a:solidFill>
                  <a:srgbClr val="FF0000"/>
                </a:solidFill>
                <a:latin typeface="Verdana" panose="020B0604030504040204" pitchFamily="34" charset="0"/>
              </a:rPr>
              <a:t>waiting</a:t>
            </a:r>
            <a:r>
              <a:rPr lang="en-US" altLang="zh-CN" dirty="0">
                <a:latin typeface="Verdana" panose="020B0604030504040204" pitchFamily="34" charset="0"/>
              </a:rPr>
              <a:t> state. </a:t>
            </a:r>
            <a:endParaRPr lang="en-US" altLang="zh-CN" dirty="0">
              <a:latin typeface="Verdana" panose="020B0604030504040204" pitchFamily="34" charset="0"/>
            </a:endParaRPr>
          </a:p>
          <a:p>
            <a:pPr marL="0" lvl="0" indent="0">
              <a:spcBef>
                <a:spcPct val="0"/>
              </a:spcBef>
              <a:buClrTx/>
              <a:buSzTx/>
              <a:buFontTx/>
              <a:buNone/>
            </a:pPr>
            <a:endParaRPr lang="en-US" altLang="zh-CN" dirty="0">
              <a:latin typeface="Verdana" panose="020B0604030504040204" pitchFamily="34" charset="0"/>
            </a:endParaRPr>
          </a:p>
          <a:p>
            <a:pPr marL="0" lvl="0" indent="0">
              <a:spcBef>
                <a:spcPct val="0"/>
              </a:spcBef>
              <a:buClrTx/>
              <a:buSzTx/>
              <a:buFontTx/>
              <a:buNone/>
            </a:pPr>
            <a:r>
              <a:rPr lang="en-US" altLang="zh-CN" dirty="0">
                <a:latin typeface="Verdana" panose="020B0604030504040204" pitchFamily="34" charset="0"/>
              </a:rPr>
              <a:t>Sometimes, a waiting process is </a:t>
            </a:r>
            <a:r>
              <a:rPr lang="en-US" altLang="zh-CN" dirty="0">
                <a:solidFill>
                  <a:srgbClr val="FF0000"/>
                </a:solidFill>
                <a:latin typeface="Verdana" panose="020B0604030504040204" pitchFamily="34" charset="0"/>
              </a:rPr>
              <a:t>never</a:t>
            </a:r>
            <a:r>
              <a:rPr lang="en-US" altLang="zh-CN" dirty="0">
                <a:latin typeface="Verdana" panose="020B0604030504040204" pitchFamily="34" charset="0"/>
              </a:rPr>
              <a:t> again able to change state, because the resources it has requested are held by other </a:t>
            </a:r>
            <a:r>
              <a:rPr lang="en-US" altLang="zh-CN" dirty="0">
                <a:solidFill>
                  <a:srgbClr val="FF0000"/>
                </a:solidFill>
                <a:latin typeface="Verdana" panose="020B0604030504040204" pitchFamily="34" charset="0"/>
              </a:rPr>
              <a:t>waiting</a:t>
            </a:r>
            <a:r>
              <a:rPr lang="en-US" altLang="zh-CN" dirty="0">
                <a:latin typeface="Verdana" panose="020B0604030504040204" pitchFamily="34" charset="0"/>
              </a:rPr>
              <a:t> processes. </a:t>
            </a:r>
            <a:endParaRPr lang="en-US" altLang="zh-CN" dirty="0">
              <a:latin typeface="Verdana" panose="020B0604030504040204" pitchFamily="34" charset="0"/>
            </a:endParaRPr>
          </a:p>
          <a:p>
            <a:pPr marL="0" lvl="0" indent="0">
              <a:spcBef>
                <a:spcPct val="0"/>
              </a:spcBef>
              <a:buClrTx/>
              <a:buSzTx/>
              <a:buFontTx/>
              <a:buNone/>
            </a:pPr>
            <a:endParaRPr lang="en-US" altLang="zh-CN" dirty="0">
              <a:latin typeface="Verdana" panose="020B0604030504040204" pitchFamily="34" charset="0"/>
            </a:endParaRPr>
          </a:p>
          <a:p>
            <a:pPr marL="0" lvl="0" indent="0">
              <a:spcBef>
                <a:spcPct val="0"/>
              </a:spcBef>
              <a:buClrTx/>
              <a:buSzTx/>
              <a:buFontTx/>
              <a:buNone/>
            </a:pPr>
            <a:r>
              <a:rPr lang="en-US" altLang="zh-CN" dirty="0">
                <a:latin typeface="Verdana" panose="020B0604030504040204" pitchFamily="34" charset="0"/>
              </a:rPr>
              <a:t>This situation is called a </a:t>
            </a:r>
            <a:r>
              <a:rPr lang="en-US" altLang="zh-CN" b="1" dirty="0">
                <a:solidFill>
                  <a:srgbClr val="FF0000"/>
                </a:solidFill>
                <a:latin typeface="Verdana" panose="020B0604030504040204" pitchFamily="34" charset="0"/>
              </a:rPr>
              <a:t>deadlock</a:t>
            </a:r>
            <a:r>
              <a:rPr lang="en-US" altLang="zh-CN" dirty="0">
                <a:latin typeface="Verdana" panose="020B0604030504040204" pitchFamily="34" charset="0"/>
              </a:rPr>
              <a:t>.</a:t>
            </a:r>
            <a:endParaRPr lang="en-US" altLang="zh-CN" dirty="0">
              <a:latin typeface="Verdana" panose="020B0604030504040204" pitchFamily="34" charset="0"/>
            </a:endParaRPr>
          </a:p>
          <a:p>
            <a:pPr marL="0" lvl="0" indent="0">
              <a:spcBef>
                <a:spcPct val="0"/>
              </a:spcBef>
              <a:buClrTx/>
              <a:buSzTx/>
              <a:buFontTx/>
              <a:buNone/>
            </a:pPr>
            <a:endParaRPr lang="en-US" altLang="zh-CN" dirty="0">
              <a:latin typeface="Verdana" panose="020B0604030504040204" pitchFamily="34" charset="0"/>
            </a:endParaRPr>
          </a:p>
          <a:p>
            <a:pPr marL="0" lvl="0" indent="0">
              <a:spcBef>
                <a:spcPct val="0"/>
              </a:spcBef>
              <a:buClrTx/>
              <a:buSzTx/>
              <a:buFontTx/>
              <a:buNone/>
            </a:pPr>
            <a:endParaRPr lang="en-US" altLang="zh-CN" dirty="0">
              <a:latin typeface="Verdana" panose="020B0604030504040204" pitchFamily="34" charset="0"/>
            </a:endParaRPr>
          </a:p>
          <a:p>
            <a:pPr marL="0" lvl="0" indent="0">
              <a:spcBef>
                <a:spcPct val="0"/>
              </a:spcBef>
              <a:buClrTx/>
              <a:buSzTx/>
              <a:buFontTx/>
              <a:buNone/>
            </a:pPr>
            <a:endParaRPr lang="en-US" altLang="zh-CN" dirty="0">
              <a:latin typeface="Verdana" panose="020B0604030504040204" pitchFamily="34" charset="0"/>
            </a:endParaRPr>
          </a:p>
          <a:p>
            <a:pPr marL="0" lvl="0" indent="0">
              <a:spcBef>
                <a:spcPct val="0"/>
              </a:spcBef>
              <a:buClrTx/>
              <a:buSzTx/>
              <a:buFontTx/>
              <a:buNone/>
            </a:pPr>
            <a:r>
              <a:rPr lang="en-US" altLang="zh-CN" dirty="0">
                <a:latin typeface="Verdana" panose="020B0604030504040204" pitchFamily="34" charset="0"/>
              </a:rPr>
              <a:t>In this chapter, we describe methods that an operating system can use to prevent or deal with deadlocks</a:t>
            </a:r>
            <a:endParaRPr lang="en-US" altLang="zh-CN" dirty="0">
              <a:latin typeface="Verdana" panose="020B0604030504040204" pitchFamily="34"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6" name="Rectangle 2"/>
          <p:cNvSpPr>
            <a:spLocks noGrp="1"/>
          </p:cNvSpPr>
          <p:nvPr>
            <p:ph type="title" idx="4294967295"/>
          </p:nvPr>
        </p:nvSpPr>
        <p:spPr>
          <a:xfrm>
            <a:off x="457200" y="163513"/>
            <a:ext cx="8229600" cy="576262"/>
          </a:xfrm>
        </p:spPr>
        <p:txBody>
          <a:bodyPr vert="horz" wrap="square" lIns="91440" tIns="45720" rIns="91440" bIns="45720" anchor="b" anchorCtr="0"/>
          <a:p>
            <a:pPr eaLnBrk="1" hangingPunct="1"/>
            <a:r>
              <a:rPr lang="en-US" altLang="en-US" dirty="0"/>
              <a:t>An Example </a:t>
            </a:r>
            <a:endParaRPr lang="en-US" altLang="en-US" dirty="0"/>
          </a:p>
        </p:txBody>
      </p:sp>
      <p:sp>
        <p:nvSpPr>
          <p:cNvPr id="5123" name="Rectangle 3"/>
          <p:cNvSpPr>
            <a:spLocks noGrp="1" noChangeArrowheads="1"/>
          </p:cNvSpPr>
          <p:nvPr>
            <p:ph type="body" idx="1"/>
          </p:nvPr>
        </p:nvSpPr>
        <p:spPr>
          <a:xfrm>
            <a:off x="882650" y="1233488"/>
            <a:ext cx="7375525" cy="4500563"/>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35000"/>
              </a:spcBef>
              <a:spcAft>
                <a:spcPct val="0"/>
              </a:spcAft>
              <a:buClr>
                <a:srgbClr val="993300"/>
              </a:buClr>
              <a:buSzPct val="90000"/>
              <a:buFont typeface="Wingdings" panose="05000000000000000000" pitchFamily="2" charset="2"/>
              <a:buChar char="q"/>
              <a:defRPr/>
            </a:pPr>
            <a:r>
              <a:rPr kumimoji="1" lang="en-US" altLang="en-US" sz="1800" b="0" i="0" u="none" strike="noStrike" kern="0" cap="none" spc="0" normalizeH="0" baseline="0" noProof="0" dirty="0">
                <a:ln>
                  <a:noFill/>
                </a:ln>
                <a:solidFill>
                  <a:schemeClr val="tx1"/>
                </a:solidFill>
                <a:effectLst/>
                <a:uLnTx/>
                <a:uFillTx/>
                <a:latin typeface="+mn-lt"/>
                <a:ea typeface="MS PGothic" panose="020B0600070205080204" pitchFamily="34" charset="-128"/>
                <a:cs typeface="MS PGothic" panose="020B0600070205080204" pitchFamily="34" charset="-128"/>
              </a:rPr>
              <a:t>When two trains approach each other at a crossing, both shall come to a full stop, and neither shall start up again until the other has gone</a:t>
            </a:r>
            <a:endParaRPr kumimoji="1" lang="en-US" altLang="en-US" sz="1800" b="0" i="0" u="none" strike="noStrike" kern="0" cap="none" spc="0" normalizeH="0" baseline="0" noProof="0" dirty="0">
              <a:ln>
                <a:noFill/>
              </a:ln>
              <a:solidFill>
                <a:schemeClr val="tx1"/>
              </a:solidFill>
              <a:effectLst/>
              <a:uLnTx/>
              <a:uFillTx/>
              <a:latin typeface="+mn-lt"/>
              <a:ea typeface="MS PGothic" panose="020B0600070205080204" pitchFamily="34" charset="-128"/>
              <a:cs typeface="MS PGothic" panose="020B0600070205080204" pitchFamily="34" charset="-128"/>
            </a:endParaRPr>
          </a:p>
          <a:p>
            <a:pPr marL="342900" marR="0" lvl="0" indent="-342900" algn="l" defTabSz="914400" rtl="0" eaLnBrk="0" fontAlgn="base" latinLnBrk="0" hangingPunct="0">
              <a:lnSpc>
                <a:spcPct val="100000"/>
              </a:lnSpc>
              <a:spcBef>
                <a:spcPct val="35000"/>
              </a:spcBef>
              <a:spcAft>
                <a:spcPct val="0"/>
              </a:spcAft>
              <a:buClr>
                <a:srgbClr val="993300"/>
              </a:buClr>
              <a:buSzPct val="90000"/>
              <a:buFont typeface="Wingdings" panose="05000000000000000000" pitchFamily="2" charset="2"/>
              <a:buChar char="q"/>
              <a:defRPr/>
            </a:pPr>
            <a:r>
              <a:rPr kumimoji="1" lang="en-US" altLang="en-US" sz="1800" b="0" i="0" u="none" strike="noStrike" kern="0" cap="none" spc="0" normalizeH="0" baseline="0" noProof="0" dirty="0">
                <a:ln>
                  <a:noFill/>
                </a:ln>
                <a:solidFill>
                  <a:schemeClr val="tx1"/>
                </a:solidFill>
                <a:effectLst/>
                <a:uLnTx/>
                <a:uFillTx/>
                <a:latin typeface="+mn-lt"/>
                <a:ea typeface="MS PGothic" panose="020B0600070205080204" pitchFamily="34" charset="-128"/>
                <a:cs typeface="MS PGothic" panose="020B0600070205080204" pitchFamily="34" charset="-128"/>
              </a:rPr>
              <a:t>A law passed by the Kansas legislature early in the 20</a:t>
            </a:r>
            <a:r>
              <a:rPr kumimoji="1" lang="en-US" altLang="en-US" sz="1800" b="0" i="0" u="none" strike="noStrike" kern="0" cap="none" spc="0" normalizeH="0" baseline="30000" noProof="0" dirty="0">
                <a:ln>
                  <a:noFill/>
                </a:ln>
                <a:solidFill>
                  <a:schemeClr val="tx1"/>
                </a:solidFill>
                <a:effectLst/>
                <a:uLnTx/>
                <a:uFillTx/>
                <a:latin typeface="+mn-lt"/>
                <a:ea typeface="MS PGothic" panose="020B0600070205080204" pitchFamily="34" charset="-128"/>
                <a:cs typeface="MS PGothic" panose="020B0600070205080204" pitchFamily="34" charset="-128"/>
              </a:rPr>
              <a:t>th</a:t>
            </a:r>
            <a:r>
              <a:rPr kumimoji="1" lang="en-US" altLang="en-US" sz="1800" b="0" i="0" u="none" strike="noStrike" kern="0" cap="none" spc="0" normalizeH="0" baseline="0" noProof="0" dirty="0">
                <a:ln>
                  <a:noFill/>
                </a:ln>
                <a:solidFill>
                  <a:schemeClr val="tx1"/>
                </a:solidFill>
                <a:effectLst/>
                <a:uLnTx/>
                <a:uFillTx/>
                <a:latin typeface="+mn-lt"/>
                <a:ea typeface="MS PGothic" panose="020B0600070205080204" pitchFamily="34" charset="-128"/>
                <a:cs typeface="MS PGothic" panose="020B0600070205080204" pitchFamily="34" charset="-128"/>
              </a:rPr>
              <a:t> century</a:t>
            </a:r>
            <a:endParaRPr kumimoji="1" lang="en-US" altLang="en-US" sz="1800" b="0" i="0" u="none" strike="noStrike" kern="0" cap="none" spc="0" normalizeH="0" baseline="0" noProof="0" dirty="0">
              <a:ln>
                <a:noFill/>
              </a:ln>
              <a:solidFill>
                <a:schemeClr val="tx1"/>
              </a:solidFill>
              <a:effectLst/>
              <a:uLnTx/>
              <a:uFillTx/>
              <a:latin typeface="+mn-lt"/>
              <a:ea typeface="MS PGothic" panose="020B0600070205080204" pitchFamily="34" charset="-128"/>
              <a:cs typeface="MS PGothic" panose="020B0600070205080204" pitchFamily="34" charset="-128"/>
            </a:endParaRPr>
          </a:p>
          <a:p>
            <a:pPr marL="0" marR="0" lvl="0" indent="0" algn="l" defTabSz="914400" rtl="0" eaLnBrk="0" fontAlgn="base" latinLnBrk="0" hangingPunct="0">
              <a:lnSpc>
                <a:spcPct val="100000"/>
              </a:lnSpc>
              <a:spcBef>
                <a:spcPct val="35000"/>
              </a:spcBef>
              <a:spcAft>
                <a:spcPct val="0"/>
              </a:spcAft>
              <a:buClr>
                <a:srgbClr val="993300"/>
              </a:buClr>
              <a:buSzPct val="90000"/>
              <a:buFont typeface="Monotype Sorts" pitchFamily="-84" charset="2"/>
              <a:buNone/>
              <a:defRPr/>
            </a:pPr>
            <a:endParaRPr kumimoji="1" lang="en-US" altLang="en-US" sz="1800" b="0" i="0" u="none" strike="noStrike" kern="0" cap="none" spc="0" normalizeH="0" baseline="0" noProof="0" dirty="0">
              <a:ln>
                <a:noFill/>
              </a:ln>
              <a:solidFill>
                <a:schemeClr val="tx1"/>
              </a:solidFill>
              <a:effectLst/>
              <a:uLnTx/>
              <a:uFillTx/>
              <a:latin typeface="+mn-lt"/>
              <a:ea typeface="MS PGothic" panose="020B0600070205080204" pitchFamily="34" charset="-128"/>
              <a:cs typeface="MS PGothic" panose="020B0600070205080204" pitchFamily="34" charset="-128"/>
            </a:endParaRPr>
          </a:p>
          <a:p>
            <a:pPr marL="342900" marR="0" lvl="0" indent="-342900" algn="l" defTabSz="914400" rtl="0" eaLnBrk="0" fontAlgn="base" latinLnBrk="0" hangingPunct="0">
              <a:lnSpc>
                <a:spcPct val="100000"/>
              </a:lnSpc>
              <a:spcBef>
                <a:spcPct val="35000"/>
              </a:spcBef>
              <a:spcAft>
                <a:spcPct val="0"/>
              </a:spcAft>
              <a:buClr>
                <a:srgbClr val="993300"/>
              </a:buClr>
              <a:buSzPct val="85000"/>
              <a:buFont typeface="Monotype Sorts" pitchFamily="-84" charset="2"/>
              <a:buNone/>
              <a:defRPr/>
            </a:pPr>
            <a:endParaRPr kumimoji="1" lang="en-US" altLang="en-US" sz="1800" b="0" i="0" u="none" strike="noStrike" kern="0" cap="none" spc="0" normalizeH="0" baseline="0" noProof="0" dirty="0">
              <a:ln>
                <a:noFill/>
              </a:ln>
              <a:solidFill>
                <a:schemeClr val="tx1"/>
              </a:solidFill>
              <a:effectLst/>
              <a:uLnTx/>
              <a:uFillTx/>
              <a:latin typeface="+mn-lt"/>
              <a:ea typeface="MS PGothic" panose="020B0600070205080204" pitchFamily="34" charset="-128"/>
              <a:cs typeface="MS PGothic" panose="020B0600070205080204" pitchFamily="34" charset="-128"/>
            </a:endParaRPr>
          </a:p>
        </p:txBody>
      </p:sp>
      <p:pic>
        <p:nvPicPr>
          <p:cNvPr id="11268" name="图片 2" descr="火车在轨道上行驶&#10;&#10;描述已自动生成"/>
          <p:cNvPicPr>
            <a:picLocks noChangeAspect="1"/>
          </p:cNvPicPr>
          <p:nvPr/>
        </p:nvPicPr>
        <p:blipFill>
          <a:blip r:embed="rId1"/>
          <a:stretch>
            <a:fillRect/>
          </a:stretch>
        </p:blipFill>
        <p:spPr>
          <a:xfrm>
            <a:off x="1393825" y="2871788"/>
            <a:ext cx="5965825" cy="3355975"/>
          </a:xfrm>
          <a:prstGeom prst="rect">
            <a:avLst/>
          </a:prstGeom>
          <a:noFill/>
          <a:ln w="9525">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4" name="Rectangle 2"/>
          <p:cNvSpPr>
            <a:spLocks noGrp="1"/>
          </p:cNvSpPr>
          <p:nvPr>
            <p:ph type="title" idx="4294967295"/>
          </p:nvPr>
        </p:nvSpPr>
        <p:spPr>
          <a:xfrm>
            <a:off x="457200" y="176213"/>
            <a:ext cx="8229600" cy="576262"/>
          </a:xfrm>
        </p:spPr>
        <p:txBody>
          <a:bodyPr vert="horz" wrap="square" lIns="91440" tIns="45720" rIns="91440" bIns="45720" anchor="b" anchorCtr="0"/>
          <a:p>
            <a:pPr eaLnBrk="1" hangingPunct="1"/>
            <a:r>
              <a:rPr lang="en-US" altLang="en-US" dirty="0"/>
              <a:t>System Model</a:t>
            </a:r>
            <a:endParaRPr lang="en-US" altLang="en-US" dirty="0"/>
          </a:p>
        </p:txBody>
      </p:sp>
      <p:sp>
        <p:nvSpPr>
          <p:cNvPr id="13315" name="Rectangle 3"/>
          <p:cNvSpPr>
            <a:spLocks noGrp="1"/>
          </p:cNvSpPr>
          <p:nvPr>
            <p:ph type="body" idx="4294967295"/>
          </p:nvPr>
        </p:nvSpPr>
        <p:spPr>
          <a:xfrm>
            <a:off x="941388" y="1158875"/>
            <a:ext cx="7351712" cy="4483100"/>
          </a:xfrm>
        </p:spPr>
        <p:txBody>
          <a:bodyPr vert="horz" wrap="square" lIns="91440" tIns="45720" rIns="91440" bIns="45720" anchor="t" anchorCtr="0"/>
          <a:p>
            <a:pPr>
              <a:buFont typeface="Wingdings" panose="05000000000000000000" pitchFamily="2" charset="2"/>
              <a:buChar char="q"/>
            </a:pPr>
            <a:r>
              <a:rPr lang="en-US" altLang="en-US" dirty="0"/>
              <a:t>System consists of a finite number of resources </a:t>
            </a:r>
            <a:endParaRPr lang="en-US" altLang="en-US" dirty="0"/>
          </a:p>
          <a:p>
            <a:pPr>
              <a:buFont typeface="Wingdings" panose="05000000000000000000" pitchFamily="2" charset="2"/>
              <a:buChar char="q"/>
            </a:pPr>
            <a:r>
              <a:rPr lang="en-US" altLang="en-US" dirty="0"/>
              <a:t>A number of competing processes</a:t>
            </a:r>
            <a:endParaRPr lang="en-US" altLang="en-US" dirty="0"/>
          </a:p>
          <a:p>
            <a:pPr>
              <a:buFont typeface="Wingdings" panose="05000000000000000000" pitchFamily="2" charset="2"/>
              <a:buChar char="q"/>
            </a:pPr>
            <a:r>
              <a:rPr lang="en-US" altLang="en-US" dirty="0"/>
              <a:t>Partitioned into several </a:t>
            </a:r>
            <a:r>
              <a:rPr lang="en-US" altLang="en-US" b="1" dirty="0"/>
              <a:t>resource types </a:t>
            </a:r>
            <a:r>
              <a:rPr lang="en-US" altLang="en-US" i="1" dirty="0"/>
              <a:t>R</a:t>
            </a:r>
            <a:r>
              <a:rPr lang="en-US" altLang="en-US" baseline="-25000" dirty="0"/>
              <a:t>1</a:t>
            </a:r>
            <a:r>
              <a:rPr lang="en-US" altLang="en-US" dirty="0"/>
              <a:t>, </a:t>
            </a:r>
            <a:r>
              <a:rPr lang="en-US" altLang="en-US" i="1" dirty="0"/>
              <a:t>R</a:t>
            </a:r>
            <a:r>
              <a:rPr lang="en-US" altLang="en-US" baseline="-25000" dirty="0"/>
              <a:t>2</a:t>
            </a:r>
            <a:r>
              <a:rPr lang="en-US" altLang="en-US" dirty="0"/>
              <a:t>, . . ., </a:t>
            </a:r>
            <a:r>
              <a:rPr lang="en-US" altLang="en-US" i="1" dirty="0"/>
              <a:t>R</a:t>
            </a:r>
            <a:r>
              <a:rPr lang="en-US" altLang="en-US" baseline="-25000" dirty="0"/>
              <a:t>m</a:t>
            </a:r>
            <a:endParaRPr lang="en-US" altLang="en-US" baseline="-25000" dirty="0"/>
          </a:p>
          <a:p>
            <a:pPr lvl="1">
              <a:buFont typeface="Wingdings" panose="05000000000000000000" pitchFamily="2" charset="2"/>
              <a:buChar char="Ø"/>
            </a:pPr>
            <a:r>
              <a:rPr lang="en-US" altLang="en-US" i="1" dirty="0"/>
              <a:t>CPU cycles, memory space, I/O devices</a:t>
            </a:r>
            <a:endParaRPr lang="en-US" altLang="en-US" i="1" dirty="0"/>
          </a:p>
          <a:p>
            <a:pPr>
              <a:buFont typeface="Wingdings" panose="05000000000000000000" pitchFamily="2" charset="2"/>
              <a:buChar char="q"/>
            </a:pPr>
            <a:r>
              <a:rPr lang="en-US" altLang="en-US" dirty="0"/>
              <a:t>Each resource type </a:t>
            </a:r>
            <a:r>
              <a:rPr lang="en-US" altLang="en-US" i="1" dirty="0"/>
              <a:t>R</a:t>
            </a:r>
            <a:r>
              <a:rPr lang="en-US" altLang="en-US" baseline="-25000" dirty="0"/>
              <a:t>i</a:t>
            </a:r>
            <a:r>
              <a:rPr lang="en-US" altLang="en-US" dirty="0"/>
              <a:t> has </a:t>
            </a:r>
            <a:r>
              <a:rPr lang="en-US" altLang="en-US" i="1" dirty="0"/>
              <a:t>W</a:t>
            </a:r>
            <a:r>
              <a:rPr lang="en-US" altLang="en-US" baseline="-25000" dirty="0"/>
              <a:t>i</a:t>
            </a:r>
            <a:r>
              <a:rPr lang="en-US" altLang="en-US" dirty="0"/>
              <a:t> instances.</a:t>
            </a:r>
            <a:endParaRPr lang="en-US" altLang="en-US" dirty="0"/>
          </a:p>
          <a:p>
            <a:pPr>
              <a:buFont typeface="Wingdings" panose="05000000000000000000" pitchFamily="2" charset="2"/>
              <a:buChar char="q"/>
            </a:pPr>
            <a:r>
              <a:rPr lang="en-US" altLang="en-US" dirty="0">
                <a:solidFill>
                  <a:srgbClr val="FF0000"/>
                </a:solidFill>
              </a:rPr>
              <a:t>Synchronization tools, such as mutex locks and semaphores are also considered system resources</a:t>
            </a:r>
            <a:endParaRPr lang="en-US" altLang="en-US" dirty="0">
              <a:solidFill>
                <a:srgbClr val="FF0000"/>
              </a:solidFill>
            </a:endParaRPr>
          </a:p>
          <a:p>
            <a:pPr lvl="1">
              <a:buFont typeface="Wingdings" panose="05000000000000000000" pitchFamily="2" charset="2"/>
              <a:buChar char="Ø"/>
            </a:pPr>
            <a:r>
              <a:rPr lang="en-US" altLang="en-US" dirty="0">
                <a:solidFill>
                  <a:srgbClr val="FF0000"/>
                </a:solidFill>
              </a:rPr>
              <a:t>A common source of deadlock</a:t>
            </a:r>
            <a:endParaRPr lang="en-US" altLang="en-US" dirty="0">
              <a:solidFill>
                <a:srgbClr val="FF0000"/>
              </a:solidFill>
            </a:endParaRPr>
          </a:p>
          <a:p>
            <a:pPr>
              <a:buFont typeface="Wingdings" panose="05000000000000000000" pitchFamily="2" charset="2"/>
              <a:buChar char="q"/>
            </a:pPr>
            <a:r>
              <a:rPr lang="en-US" altLang="en-US" dirty="0"/>
              <a:t>Each process utilizes a resource in only the sequence:</a:t>
            </a:r>
            <a:endParaRPr lang="en-US" altLang="en-US" dirty="0"/>
          </a:p>
          <a:p>
            <a:pPr lvl="1">
              <a:buFont typeface="Wingdings" panose="05000000000000000000" pitchFamily="2" charset="2"/>
              <a:buChar char="Ø"/>
            </a:pPr>
            <a:r>
              <a:rPr lang="en-US" altLang="en-US" b="1" dirty="0"/>
              <a:t>request </a:t>
            </a:r>
            <a:endParaRPr lang="en-US" altLang="en-US" b="1" dirty="0"/>
          </a:p>
          <a:p>
            <a:pPr lvl="1">
              <a:buFont typeface="Wingdings" panose="05000000000000000000" pitchFamily="2" charset="2"/>
              <a:buChar char="Ø"/>
            </a:pPr>
            <a:r>
              <a:rPr lang="en-US" altLang="en-US" b="1" dirty="0"/>
              <a:t>use </a:t>
            </a:r>
            <a:endParaRPr lang="en-US" altLang="en-US" b="1" dirty="0"/>
          </a:p>
          <a:p>
            <a:pPr lvl="1">
              <a:buFont typeface="Wingdings" panose="05000000000000000000" pitchFamily="2" charset="2"/>
              <a:buChar char="Ø"/>
            </a:pPr>
            <a:r>
              <a:rPr lang="en-US" altLang="en-US" b="1" dirty="0"/>
              <a:t>release</a:t>
            </a:r>
            <a:endParaRPr lang="en-US" altLang="en-US" b="1"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2" name="Rectangle 2"/>
          <p:cNvSpPr>
            <a:spLocks noGrp="1"/>
          </p:cNvSpPr>
          <p:nvPr>
            <p:ph type="title" idx="4294967295"/>
          </p:nvPr>
        </p:nvSpPr>
        <p:spPr>
          <a:xfrm>
            <a:off x="749300" y="182563"/>
            <a:ext cx="7937500" cy="576262"/>
          </a:xfrm>
        </p:spPr>
        <p:txBody>
          <a:bodyPr vert="horz" wrap="square" lIns="91440" tIns="45720" rIns="91440" bIns="45720" anchor="b" anchorCtr="0"/>
          <a:p>
            <a:pPr eaLnBrk="1" hangingPunct="1"/>
            <a:r>
              <a:rPr lang="en-US" altLang="en-US" dirty="0">
                <a:latin typeface="Calibri" panose="020F0502020204030204" charset="0"/>
                <a:cs typeface="Calibri" panose="020F0502020204030204" charset="0"/>
              </a:rPr>
              <a:t>Deadlock with Mutex Locks / S</a:t>
            </a:r>
            <a:r>
              <a:rPr lang="en-US" altLang="en-US" dirty="0">
                <a:latin typeface="Calibri" panose="020F0502020204030204" charset="0"/>
                <a:cs typeface="Calibri" panose="020F0502020204030204" charset="0"/>
                <a:sym typeface="+mn-ea"/>
              </a:rPr>
              <a:t>emaphores</a:t>
            </a:r>
            <a:endParaRPr lang="en-US" altLang="en-US" dirty="0">
              <a:latin typeface="Calibri" panose="020F0502020204030204" charset="0"/>
              <a:cs typeface="Calibri" panose="020F0502020204030204" charset="0"/>
            </a:endParaRPr>
          </a:p>
        </p:txBody>
      </p:sp>
      <p:sp>
        <p:nvSpPr>
          <p:cNvPr id="8195" name="Rectangle 3"/>
          <p:cNvSpPr>
            <a:spLocks noGrp="1" noChangeArrowheads="1"/>
          </p:cNvSpPr>
          <p:nvPr>
            <p:ph type="body" idx="1"/>
          </p:nvPr>
        </p:nvSpPr>
        <p:spPr>
          <a:xfrm>
            <a:off x="844550" y="1141413"/>
            <a:ext cx="7742238" cy="5084763"/>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35000"/>
              </a:spcBef>
              <a:spcAft>
                <a:spcPct val="0"/>
              </a:spcAft>
              <a:buClr>
                <a:srgbClr val="993300"/>
              </a:buClr>
              <a:buSzPct val="90000"/>
              <a:buFont typeface="Wingdings" panose="05000000000000000000" pitchFamily="2" charset="2"/>
              <a:buChar char="q"/>
              <a:defRPr/>
            </a:pPr>
            <a:r>
              <a:rPr kumimoji="1" lang="en-US" altLang="en-US" sz="1800" b="0" i="0" u="none" strike="noStrike" kern="0" cap="none" spc="0" normalizeH="0" baseline="0" noProof="0" dirty="0">
                <a:ln>
                  <a:noFill/>
                </a:ln>
                <a:solidFill>
                  <a:schemeClr val="tx1"/>
                </a:solidFill>
                <a:effectLst/>
                <a:uLnTx/>
                <a:uFillTx/>
                <a:latin typeface="+mn-lt"/>
                <a:ea typeface="MS PGothic" panose="020B0600070205080204" pitchFamily="34" charset="-128"/>
                <a:cs typeface="MS PGothic" panose="020B0600070205080204" pitchFamily="34" charset="-128"/>
              </a:rPr>
              <a:t>The locking tools (e.g., mutex locks, semaphores) are designed to avoid race conditions. However, inappropriate usage of them can lead to deadlocks. </a:t>
            </a:r>
            <a:endParaRPr kumimoji="1" lang="en-US" altLang="en-US" sz="1800" b="0" i="0" u="none" strike="noStrike" kern="0" cap="none" spc="0" normalizeH="0" baseline="0" noProof="0" dirty="0">
              <a:ln>
                <a:noFill/>
              </a:ln>
              <a:solidFill>
                <a:schemeClr val="tx1"/>
              </a:solidFill>
              <a:effectLst/>
              <a:uLnTx/>
              <a:uFillTx/>
              <a:latin typeface="+mn-lt"/>
              <a:ea typeface="MS PGothic" panose="020B0600070205080204" pitchFamily="34" charset="-128"/>
              <a:cs typeface="MS PGothic" panose="020B0600070205080204" pitchFamily="34" charset="-128"/>
            </a:endParaRPr>
          </a:p>
          <a:p>
            <a:pPr marL="0" marR="0" lvl="0" indent="0" algn="l" defTabSz="914400" rtl="0" eaLnBrk="0" fontAlgn="base" latinLnBrk="0" hangingPunct="0">
              <a:lnSpc>
                <a:spcPct val="100000"/>
              </a:lnSpc>
              <a:spcBef>
                <a:spcPct val="35000"/>
              </a:spcBef>
              <a:spcAft>
                <a:spcPct val="0"/>
              </a:spcAft>
              <a:buClr>
                <a:srgbClr val="993300"/>
              </a:buClr>
              <a:buSzPct val="90000"/>
              <a:buFont typeface="Monotype Sorts" pitchFamily="-84" charset="2"/>
              <a:buNone/>
              <a:defRPr/>
            </a:pPr>
            <a:r>
              <a:rPr kumimoji="1" lang="en-US" altLang="en-US" sz="1800" b="0" i="0" u="none" strike="noStrike" kern="0" cap="none" spc="0" normalizeH="0" baseline="0" noProof="0" dirty="0">
                <a:ln>
                  <a:noFill/>
                </a:ln>
                <a:solidFill>
                  <a:schemeClr val="tx1"/>
                </a:solidFill>
                <a:effectLst/>
                <a:uLnTx/>
                <a:uFillTx/>
                <a:latin typeface="+mn-lt"/>
                <a:ea typeface="MS PGothic" panose="020B0600070205080204" pitchFamily="34" charset="-128"/>
                <a:cs typeface="MS PGothic" panose="020B0600070205080204" pitchFamily="34" charset="-128"/>
              </a:rPr>
              <a:t>      </a:t>
            </a:r>
            <a:r>
              <a:rPr kumimoji="1" lang="en-US" altLang="en-US" sz="1800" b="0" i="0" u="none" strike="noStrike" kern="0" cap="none" spc="0" normalizeH="0" baseline="0" noProof="0" dirty="0">
                <a:ln>
                  <a:noFill/>
                </a:ln>
                <a:solidFill>
                  <a:srgbClr val="FF0000"/>
                </a:solidFill>
                <a:effectLst/>
                <a:uLnTx/>
                <a:uFillTx/>
                <a:latin typeface="+mn-lt"/>
                <a:ea typeface="MS PGothic" panose="020B0600070205080204" pitchFamily="34" charset="-128"/>
                <a:cs typeface="MS PGothic" panose="020B0600070205080204" pitchFamily="34" charset="-128"/>
              </a:rPr>
              <a:t>Example?</a:t>
            </a:r>
            <a:endParaRPr kumimoji="1" lang="en-US" altLang="en-US" sz="1800" b="0" i="0" u="none" strike="noStrike" kern="0" cap="none" spc="0" normalizeH="0" baseline="0" noProof="0" dirty="0">
              <a:ln>
                <a:noFill/>
              </a:ln>
              <a:solidFill>
                <a:srgbClr val="FF0000"/>
              </a:solidFill>
              <a:effectLst/>
              <a:uLnTx/>
              <a:uFillTx/>
              <a:latin typeface="+mn-lt"/>
              <a:ea typeface="MS PGothic" panose="020B0600070205080204" pitchFamily="34" charset="-128"/>
              <a:cs typeface="MS PGothic" panose="020B0600070205080204" pitchFamily="34" charset="-128"/>
            </a:endParaRPr>
          </a:p>
          <a:p>
            <a:pPr marL="0" marR="0" lvl="0" indent="0" algn="l" defTabSz="914400" rtl="0" eaLnBrk="0" fontAlgn="base" latinLnBrk="0" hangingPunct="0">
              <a:lnSpc>
                <a:spcPct val="100000"/>
              </a:lnSpc>
              <a:spcBef>
                <a:spcPct val="35000"/>
              </a:spcBef>
              <a:spcAft>
                <a:spcPct val="0"/>
              </a:spcAft>
              <a:buClr>
                <a:srgbClr val="993300"/>
              </a:buClr>
              <a:buSzPct val="90000"/>
              <a:buFont typeface="Monotype Sorts" pitchFamily="-84" charset="2"/>
              <a:buNone/>
              <a:defRPr/>
            </a:pPr>
            <a:endParaRPr kumimoji="1" lang="en-US" altLang="en-US" sz="1800" b="0" i="0" u="none" strike="noStrike" kern="0" cap="none" spc="0" normalizeH="0" baseline="0" noProof="0" dirty="0">
              <a:ln>
                <a:noFill/>
              </a:ln>
              <a:solidFill>
                <a:schemeClr val="tx1"/>
              </a:solidFill>
              <a:effectLst/>
              <a:uLnTx/>
              <a:uFillTx/>
              <a:latin typeface="+mn-lt"/>
              <a:ea typeface="MS PGothic" panose="020B0600070205080204" pitchFamily="34" charset="-128"/>
              <a:cs typeface="MS PGothic" panose="020B0600070205080204" pitchFamily="34" charset="-128"/>
            </a:endParaRPr>
          </a:p>
        </p:txBody>
      </p:sp>
      <p:sp>
        <p:nvSpPr>
          <p:cNvPr id="4" name="Rectangle 3"/>
          <p:cNvSpPr txBox="1">
            <a:spLocks noChangeArrowheads="1"/>
          </p:cNvSpPr>
          <p:nvPr/>
        </p:nvSpPr>
        <p:spPr bwMode="auto">
          <a:xfrm>
            <a:off x="821055" y="2656205"/>
            <a:ext cx="7640955" cy="3296920"/>
          </a:xfrm>
          <a:prstGeom prst="rect">
            <a:avLst/>
          </a:prstGeom>
          <a:noFill/>
          <a:ln>
            <a:noFill/>
          </a:ln>
        </p:spPr>
        <p:txBody>
          <a:bodyPr/>
          <a:lstStyle>
            <a:lvl1pPr marL="342900" indent="-342900" algn="l" rtl="0" eaLnBrk="0" fontAlgn="base" hangingPunct="0">
              <a:spcBef>
                <a:spcPct val="35000"/>
              </a:spcBef>
              <a:spcAft>
                <a:spcPct val="0"/>
              </a:spcAft>
              <a:buClr>
                <a:srgbClr val="993300"/>
              </a:buClr>
              <a:buSzPct val="90000"/>
              <a:buFont typeface="Monotype Sorts" pitchFamily="-84" charset="2"/>
              <a:buChar char="n"/>
              <a:defRPr kumimoji="1">
                <a:solidFill>
                  <a:schemeClr val="tx1"/>
                </a:solidFill>
                <a:latin typeface="+mn-lt"/>
                <a:ea typeface="MS PGothic" panose="020B0600070205080204" pitchFamily="34" charset="-128"/>
                <a:cs typeface="MS PGothic" panose="020B0600070205080204" pitchFamily="34" charset="-128"/>
              </a:defRPr>
            </a:lvl1pPr>
            <a:lvl2pPr marL="742950" indent="-285750" algn="l" rtl="0" eaLnBrk="0" fontAlgn="base" hangingPunct="0">
              <a:spcBef>
                <a:spcPct val="35000"/>
              </a:spcBef>
              <a:spcAft>
                <a:spcPct val="0"/>
              </a:spcAft>
              <a:buClr>
                <a:srgbClr val="CC6600"/>
              </a:buClr>
              <a:buSzPct val="80000"/>
              <a:buFont typeface="Monotype Sorts" pitchFamily="-84" charset="2"/>
              <a:buChar char="l"/>
              <a:defRPr kumimoji="1">
                <a:solidFill>
                  <a:schemeClr val="tx1"/>
                </a:solidFill>
                <a:latin typeface="+mn-lt"/>
                <a:ea typeface="MS PGothic" panose="020B0600070205080204" pitchFamily="34" charset="-128"/>
              </a:defRPr>
            </a:lvl2pPr>
            <a:lvl3pPr marL="1085850"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a:solidFill>
                  <a:schemeClr val="tx1"/>
                </a:solidFill>
                <a:latin typeface="+mn-lt"/>
                <a:ea typeface="MS PGothic" panose="020B0600070205080204" pitchFamily="34" charset="-128"/>
              </a:defRPr>
            </a:lvl3pPr>
            <a:lvl4pPr marL="1428750" indent="-228600" algn="l" rtl="0" eaLnBrk="0" fontAlgn="base" hangingPunct="0">
              <a:spcBef>
                <a:spcPct val="35000"/>
              </a:spcBef>
              <a:spcAft>
                <a:spcPct val="0"/>
              </a:spcAft>
              <a:buClr>
                <a:schemeClr val="hlink"/>
              </a:buClr>
              <a:buSzPct val="75000"/>
              <a:buChar char="–"/>
              <a:defRPr kumimoji="1">
                <a:solidFill>
                  <a:schemeClr val="tx1"/>
                </a:solidFill>
                <a:latin typeface="+mn-lt"/>
                <a:ea typeface="MS PGothic" panose="020B0600070205080204" pitchFamily="34" charset="-128"/>
              </a:defRPr>
            </a:lvl4pPr>
            <a:lvl5pPr marL="17716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anose="020B0600070205080204" pitchFamily="34" charset="-128"/>
              </a:defRPr>
            </a:lvl5pPr>
            <a:lvl6pPr marL="22288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anose="020B0600070205080204" pitchFamily="34" charset="-128"/>
              </a:defRPr>
            </a:lvl6pPr>
            <a:lvl7pPr marL="26860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anose="020B0600070205080204" pitchFamily="34" charset="-128"/>
              </a:defRPr>
            </a:lvl7pPr>
            <a:lvl8pPr marL="31432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anose="020B0600070205080204" pitchFamily="34" charset="-128"/>
              </a:defRPr>
            </a:lvl8pPr>
            <a:lvl9pPr marL="36004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anose="020B0600070205080204" pitchFamily="34" charset="-128"/>
              </a:defRPr>
            </a:lvl9pPr>
          </a:lstStyle>
          <a:p>
            <a:pPr marL="342900" marR="0" lvl="0" indent="-342900" algn="l" defTabSz="914400" rtl="0" eaLnBrk="0" fontAlgn="base" latinLnBrk="0" hangingPunct="0">
              <a:lnSpc>
                <a:spcPct val="90000"/>
              </a:lnSpc>
              <a:spcBef>
                <a:spcPct val="35000"/>
              </a:spcBef>
              <a:spcAft>
                <a:spcPct val="0"/>
              </a:spcAft>
              <a:buClr>
                <a:srgbClr val="993300"/>
              </a:buClr>
              <a:buSzPct val="90000"/>
              <a:buFont typeface="Wingdings" panose="05000000000000000000" pitchFamily="2" charset="2"/>
              <a:buChar char="q"/>
              <a:tabLst>
                <a:tab pos="1882775" algn="ctr"/>
                <a:tab pos="4568825" algn="ctr"/>
              </a:tabLst>
              <a:defRPr/>
            </a:pPr>
            <a:r>
              <a:rPr kumimoji="1" lang="en-US" altLang="en-US" sz="1800" b="1" i="0" u="none" strike="noStrike" kern="0" cap="none" spc="0" normalizeH="0" baseline="0" noProof="0" dirty="0">
                <a:ln>
                  <a:noFill/>
                </a:ln>
                <a:solidFill>
                  <a:srgbClr val="3366FF"/>
                </a:solidFill>
                <a:effectLst/>
                <a:uLnTx/>
                <a:uFillTx/>
                <a:latin typeface="+mn-lt"/>
                <a:ea typeface="MS PGothic" panose="020B0600070205080204" pitchFamily="34" charset="-128"/>
                <a:cs typeface="MS PGothic" panose="020B0600070205080204" pitchFamily="34" charset="-128"/>
              </a:rPr>
              <a:t>Deadlock </a:t>
            </a:r>
            <a:r>
              <a:rPr kumimoji="1" lang="en-US" altLang="en-US" sz="1800" b="0" i="0" u="none" strike="noStrike" kern="0" cap="none" spc="0" normalizeH="0" baseline="0" noProof="0" dirty="0">
                <a:ln>
                  <a:noFill/>
                </a:ln>
                <a:solidFill>
                  <a:schemeClr val="tx1"/>
                </a:solidFill>
                <a:effectLst/>
                <a:uLnTx/>
                <a:uFillTx/>
                <a:latin typeface="+mn-lt"/>
                <a:ea typeface="MS PGothic" panose="020B0600070205080204" pitchFamily="34" charset="-128"/>
                <a:cs typeface="MS PGothic" panose="020B0600070205080204" pitchFamily="34" charset="-128"/>
              </a:rPr>
              <a:t>– A set of processes is deadlocked when </a:t>
            </a:r>
            <a:r>
              <a:rPr kumimoji="1" lang="en-US" altLang="en-US" sz="1800" b="1" i="0" u="none" strike="noStrike" kern="0" cap="none" spc="0" normalizeH="0" baseline="0" noProof="0" dirty="0">
                <a:ln>
                  <a:noFill/>
                </a:ln>
                <a:solidFill>
                  <a:srgbClr val="FF0000"/>
                </a:solidFill>
                <a:effectLst/>
                <a:uLnTx/>
                <a:uFillTx/>
                <a:latin typeface="+mn-lt"/>
                <a:ea typeface="MS PGothic" panose="020B0600070205080204" pitchFamily="34" charset="-128"/>
                <a:cs typeface="MS PGothic" panose="020B0600070205080204" pitchFamily="34" charset="-128"/>
              </a:rPr>
              <a:t>every</a:t>
            </a:r>
            <a:r>
              <a:rPr kumimoji="1" lang="en-US" altLang="en-US" sz="1800" b="0" i="0" u="none" strike="noStrike" kern="0" cap="none" spc="0" normalizeH="0" baseline="0" noProof="0" dirty="0">
                <a:ln>
                  <a:noFill/>
                </a:ln>
                <a:solidFill>
                  <a:schemeClr val="tx1"/>
                </a:solidFill>
                <a:effectLst/>
                <a:uLnTx/>
                <a:uFillTx/>
                <a:latin typeface="+mn-lt"/>
                <a:ea typeface="MS PGothic" panose="020B0600070205080204" pitchFamily="34" charset="-128"/>
                <a:cs typeface="MS PGothic" panose="020B0600070205080204" pitchFamily="34" charset="-128"/>
              </a:rPr>
              <a:t> process in the set is waiting for the resource that is currently allocated to another process in the set</a:t>
            </a:r>
            <a:endParaRPr kumimoji="1" lang="en-US" altLang="en-US" sz="1800" b="0" i="0" u="none" strike="noStrike" kern="0" cap="none" spc="0" normalizeH="0" baseline="0" noProof="0" dirty="0">
              <a:ln>
                <a:noFill/>
              </a:ln>
              <a:solidFill>
                <a:schemeClr val="tx1"/>
              </a:solidFill>
              <a:effectLst/>
              <a:uLnTx/>
              <a:uFillTx/>
              <a:latin typeface="+mn-lt"/>
              <a:ea typeface="MS PGothic" panose="020B0600070205080204" pitchFamily="34" charset="-128"/>
              <a:cs typeface="MS PGothic" panose="020B0600070205080204" pitchFamily="34" charset="-128"/>
            </a:endParaRPr>
          </a:p>
          <a:p>
            <a:pPr marL="342900" marR="0" lvl="0" indent="-342900" algn="l" defTabSz="914400" rtl="0" eaLnBrk="0" fontAlgn="base" latinLnBrk="0" hangingPunct="0">
              <a:lnSpc>
                <a:spcPct val="90000"/>
              </a:lnSpc>
              <a:spcBef>
                <a:spcPct val="35000"/>
              </a:spcBef>
              <a:spcAft>
                <a:spcPct val="0"/>
              </a:spcAft>
              <a:buClr>
                <a:srgbClr val="993300"/>
              </a:buClr>
              <a:buSzPct val="90000"/>
              <a:buFont typeface="Wingdings" panose="05000000000000000000" pitchFamily="2" charset="2"/>
              <a:buChar char="q"/>
              <a:tabLst>
                <a:tab pos="1882775" algn="ctr"/>
                <a:tab pos="4568825" algn="ctr"/>
              </a:tabLst>
              <a:defRPr/>
            </a:pPr>
            <a:r>
              <a:rPr kumimoji="1" lang="en-US" altLang="en-US" sz="1800" b="0" i="0" u="none" strike="noStrike" kern="0" cap="none" spc="0" normalizeH="0" baseline="0" noProof="0" dirty="0">
                <a:ln>
                  <a:noFill/>
                </a:ln>
                <a:solidFill>
                  <a:srgbClr val="000000"/>
                </a:solidFill>
                <a:effectLst/>
                <a:uLnTx/>
                <a:uFillTx/>
                <a:latin typeface="+mn-lt"/>
                <a:ea typeface="MS PGothic" panose="020B0600070205080204" pitchFamily="34" charset="-128"/>
                <a:cs typeface="MS PGothic" panose="020B0600070205080204" pitchFamily="34" charset="-128"/>
              </a:rPr>
              <a:t>Let </a:t>
            </a:r>
            <a:r>
              <a:rPr kumimoji="1" lang="en-US" altLang="en-US" sz="2000" b="1" i="1" u="none" strike="noStrike" kern="0" cap="none" spc="0" normalizeH="0" baseline="0" noProof="0" dirty="0">
                <a:ln>
                  <a:noFill/>
                </a:ln>
                <a:solidFill>
                  <a:srgbClr val="000000"/>
                </a:solidFill>
                <a:effectLst/>
                <a:uLnTx/>
                <a:uFillTx/>
                <a:latin typeface="Courier New" panose="02070309020205020404" pitchFamily="49" charset="0"/>
                <a:ea typeface="MS PGothic" panose="020B0600070205080204" pitchFamily="34" charset="-128"/>
                <a:cs typeface="Courier New" panose="02070309020205020404" pitchFamily="49" charset="0"/>
              </a:rPr>
              <a:t>S</a:t>
            </a:r>
            <a:r>
              <a:rPr kumimoji="1" lang="en-US" altLang="en-US" sz="1800" b="0" i="0" u="none" strike="noStrike" kern="0" cap="none" spc="0" normalizeH="0" baseline="0" noProof="0" dirty="0">
                <a:ln>
                  <a:noFill/>
                </a:ln>
                <a:solidFill>
                  <a:srgbClr val="000000"/>
                </a:solidFill>
                <a:effectLst/>
                <a:uLnTx/>
                <a:uFillTx/>
                <a:latin typeface="+mn-lt"/>
                <a:ea typeface="MS PGothic" panose="020B0600070205080204" pitchFamily="34" charset="-128"/>
                <a:cs typeface="MS PGothic" panose="020B0600070205080204" pitchFamily="34" charset="-128"/>
              </a:rPr>
              <a:t> and</a:t>
            </a:r>
            <a:r>
              <a:rPr kumimoji="1" lang="en-US" altLang="en-US" sz="1600" b="1" i="0" u="none" strike="noStrike" kern="0" cap="none" spc="0" normalizeH="0" baseline="0" noProof="0" dirty="0">
                <a:ln>
                  <a:noFill/>
                </a:ln>
                <a:solidFill>
                  <a:srgbClr val="000000"/>
                </a:solidFill>
                <a:effectLst/>
                <a:uLnTx/>
                <a:uFillTx/>
                <a:latin typeface="Courier New" panose="02070309020205020404" pitchFamily="49" charset="0"/>
                <a:ea typeface="MS PGothic" panose="020B0600070205080204" pitchFamily="34" charset="-128"/>
                <a:cs typeface="Courier New" panose="02070309020205020404" pitchFamily="49" charset="0"/>
              </a:rPr>
              <a:t> </a:t>
            </a:r>
            <a:r>
              <a:rPr kumimoji="1" lang="en-US" altLang="en-US" sz="2000" b="1" i="1" u="none" strike="noStrike" kern="0" cap="none" spc="0" normalizeH="0" baseline="0" noProof="0" dirty="0">
                <a:ln>
                  <a:noFill/>
                </a:ln>
                <a:solidFill>
                  <a:srgbClr val="000000"/>
                </a:solidFill>
                <a:effectLst/>
                <a:uLnTx/>
                <a:uFillTx/>
                <a:latin typeface="Courier New" panose="02070309020205020404" pitchFamily="49" charset="0"/>
                <a:ea typeface="MS PGothic" panose="020B0600070205080204" pitchFamily="34" charset="-128"/>
                <a:cs typeface="Courier New" panose="02070309020205020404" pitchFamily="49" charset="0"/>
              </a:rPr>
              <a:t>Q</a:t>
            </a:r>
            <a:r>
              <a:rPr kumimoji="1" lang="en-US" altLang="en-US" sz="1600" b="1" i="0" u="none" strike="noStrike" kern="0" cap="none" spc="0" normalizeH="0" baseline="0" noProof="0" dirty="0">
                <a:ln>
                  <a:noFill/>
                </a:ln>
                <a:solidFill>
                  <a:srgbClr val="000000"/>
                </a:solidFill>
                <a:effectLst/>
                <a:uLnTx/>
                <a:uFillTx/>
                <a:latin typeface="Courier New" panose="02070309020205020404" pitchFamily="49" charset="0"/>
                <a:ea typeface="MS PGothic" panose="020B0600070205080204" pitchFamily="34" charset="-128"/>
                <a:cs typeface="Courier New" panose="02070309020205020404" pitchFamily="49" charset="0"/>
              </a:rPr>
              <a:t> </a:t>
            </a:r>
            <a:r>
              <a:rPr kumimoji="1" lang="en-US" altLang="en-US" sz="1800" b="0" i="0" u="none" strike="noStrike" kern="0" cap="none" spc="0" normalizeH="0" baseline="0" noProof="0" dirty="0">
                <a:ln>
                  <a:noFill/>
                </a:ln>
                <a:solidFill>
                  <a:srgbClr val="000000"/>
                </a:solidFill>
                <a:effectLst/>
                <a:uLnTx/>
                <a:uFillTx/>
                <a:latin typeface="+mn-lt"/>
                <a:ea typeface="MS PGothic" panose="020B0600070205080204" pitchFamily="34" charset="-128"/>
                <a:cs typeface="MS PGothic" panose="020B0600070205080204" pitchFamily="34" charset="-128"/>
              </a:rPr>
              <a:t>be </a:t>
            </a:r>
            <a:r>
              <a:rPr kumimoji="1" lang="en-US" altLang="en-US" sz="1800" b="0" i="0" u="none" strike="noStrike" kern="0" cap="none" spc="0" normalizeH="0" baseline="0" noProof="0" dirty="0">
                <a:ln>
                  <a:noFill/>
                </a:ln>
                <a:solidFill>
                  <a:schemeClr val="tx1"/>
                </a:solidFill>
                <a:effectLst/>
                <a:uLnTx/>
                <a:uFillTx/>
                <a:latin typeface="+mn-lt"/>
                <a:ea typeface="MS PGothic" panose="020B0600070205080204" pitchFamily="34" charset="-128"/>
                <a:cs typeface="MS PGothic" panose="020B0600070205080204" pitchFamily="34" charset="-128"/>
              </a:rPr>
              <a:t>two semaphores initialized to 1</a:t>
            </a:r>
            <a:endParaRPr kumimoji="1" lang="en-US" altLang="en-US" sz="1800" b="0" i="0" u="none" strike="noStrike" kern="0" cap="none" spc="0" normalizeH="0" baseline="0" noProof="0" dirty="0">
              <a:ln>
                <a:noFill/>
              </a:ln>
              <a:solidFill>
                <a:schemeClr val="tx1"/>
              </a:solidFill>
              <a:effectLst/>
              <a:uLnTx/>
              <a:uFillTx/>
              <a:latin typeface="+mn-lt"/>
              <a:ea typeface="MS PGothic" panose="020B0600070205080204" pitchFamily="34" charset="-128"/>
              <a:cs typeface="MS PGothic" panose="020B0600070205080204" pitchFamily="34" charset="-128"/>
            </a:endParaRPr>
          </a:p>
          <a:p>
            <a:pPr marL="342900" marR="0" lvl="0" indent="-342900" algn="l" defTabSz="914400" rtl="0" eaLnBrk="0" fontAlgn="base" latinLnBrk="0" hangingPunct="0">
              <a:lnSpc>
                <a:spcPct val="90000"/>
              </a:lnSpc>
              <a:spcBef>
                <a:spcPct val="35000"/>
              </a:spcBef>
              <a:spcAft>
                <a:spcPct val="0"/>
              </a:spcAft>
              <a:buClr>
                <a:srgbClr val="993300"/>
              </a:buClr>
              <a:buSzPct val="90000"/>
              <a:buFont typeface="Monotype Sorts" pitchFamily="-84" charset="2"/>
              <a:buNone/>
              <a:tabLst>
                <a:tab pos="1882775" algn="ctr"/>
                <a:tab pos="4568825" algn="ctr"/>
              </a:tabLst>
              <a:defRPr/>
            </a:pPr>
            <a:r>
              <a:rPr kumimoji="1" lang="en-US" altLang="en-US" sz="1800" b="0" i="1" u="none" strike="noStrike" kern="0" cap="none" spc="0" normalizeH="0" baseline="0" noProof="0" dirty="0">
                <a:ln>
                  <a:noFill/>
                </a:ln>
                <a:solidFill>
                  <a:srgbClr val="000000"/>
                </a:solidFill>
                <a:effectLst/>
                <a:uLnTx/>
                <a:uFillTx/>
                <a:latin typeface="+mn-lt"/>
                <a:ea typeface="MS PGothic" panose="020B0600070205080204" pitchFamily="34" charset="-128"/>
                <a:cs typeface="MS PGothic" panose="020B0600070205080204" pitchFamily="34" charset="-128"/>
              </a:rPr>
              <a:t>		        P</a:t>
            </a:r>
            <a:r>
              <a:rPr kumimoji="1" lang="en-US" altLang="en-US" sz="1800" b="0" i="0" u="none" strike="noStrike" kern="0" cap="none" spc="0" normalizeH="0" baseline="-25000" noProof="0" dirty="0">
                <a:ln>
                  <a:noFill/>
                </a:ln>
                <a:solidFill>
                  <a:srgbClr val="000000"/>
                </a:solidFill>
                <a:effectLst/>
                <a:uLnTx/>
                <a:uFillTx/>
                <a:latin typeface="+mn-lt"/>
                <a:ea typeface="MS PGothic" panose="020B0600070205080204" pitchFamily="34" charset="-128"/>
                <a:cs typeface="MS PGothic" panose="020B0600070205080204" pitchFamily="34" charset="-128"/>
              </a:rPr>
              <a:t>0</a:t>
            </a:r>
            <a:r>
              <a:rPr kumimoji="1" lang="en-US" altLang="en-US" sz="1800" b="0" i="0" u="none" strike="noStrike" kern="0" cap="none" spc="0" normalizeH="0" baseline="0" noProof="0" dirty="0">
                <a:ln>
                  <a:noFill/>
                </a:ln>
                <a:solidFill>
                  <a:srgbClr val="000000"/>
                </a:solidFill>
                <a:effectLst/>
                <a:uLnTx/>
                <a:uFillTx/>
                <a:latin typeface="+mn-lt"/>
                <a:ea typeface="MS PGothic" panose="020B0600070205080204" pitchFamily="34" charset="-128"/>
                <a:cs typeface="MS PGothic" panose="020B0600070205080204" pitchFamily="34" charset="-128"/>
              </a:rPr>
              <a:t>	                            </a:t>
            </a:r>
            <a:r>
              <a:rPr kumimoji="1" lang="en-US" altLang="en-US" sz="1800" b="0" i="1" u="none" strike="noStrike" kern="0" cap="none" spc="0" normalizeH="0" baseline="0" noProof="0" dirty="0">
                <a:ln>
                  <a:noFill/>
                </a:ln>
                <a:solidFill>
                  <a:srgbClr val="000000"/>
                </a:solidFill>
                <a:effectLst/>
                <a:uLnTx/>
                <a:uFillTx/>
                <a:latin typeface="+mn-lt"/>
                <a:ea typeface="MS PGothic" panose="020B0600070205080204" pitchFamily="34" charset="-128"/>
                <a:cs typeface="MS PGothic" panose="020B0600070205080204" pitchFamily="34" charset="-128"/>
              </a:rPr>
              <a:t>P</a:t>
            </a:r>
            <a:r>
              <a:rPr kumimoji="1" lang="en-US" altLang="en-US" sz="1800" b="0" i="0" u="none" strike="noStrike" kern="0" cap="none" spc="0" normalizeH="0" baseline="-25000" noProof="0" dirty="0">
                <a:ln>
                  <a:noFill/>
                </a:ln>
                <a:solidFill>
                  <a:srgbClr val="000000"/>
                </a:solidFill>
                <a:effectLst/>
                <a:uLnTx/>
                <a:uFillTx/>
                <a:latin typeface="+mn-lt"/>
                <a:ea typeface="MS PGothic" panose="020B0600070205080204" pitchFamily="34" charset="-128"/>
                <a:cs typeface="MS PGothic" panose="020B0600070205080204" pitchFamily="34" charset="-128"/>
              </a:rPr>
              <a:t>1</a:t>
            </a:r>
            <a:endParaRPr kumimoji="1" lang="en-US" altLang="en-US" sz="1800" b="0" i="0" u="none" strike="noStrike" kern="0" cap="none" spc="0" normalizeH="0" baseline="-25000" noProof="0" dirty="0">
              <a:ln>
                <a:noFill/>
              </a:ln>
              <a:solidFill>
                <a:srgbClr val="000000"/>
              </a:solidFill>
              <a:effectLst/>
              <a:uLnTx/>
              <a:uFillTx/>
              <a:latin typeface="+mn-lt"/>
              <a:ea typeface="MS PGothic" panose="020B0600070205080204" pitchFamily="34" charset="-128"/>
              <a:cs typeface="MS PGothic" panose="020B0600070205080204" pitchFamily="34" charset="-128"/>
            </a:endParaRPr>
          </a:p>
          <a:p>
            <a:pPr marL="342900" marR="0" lvl="0" indent="-342900" algn="l" defTabSz="914400" rtl="0" eaLnBrk="0" fontAlgn="base" latinLnBrk="0" hangingPunct="0">
              <a:lnSpc>
                <a:spcPct val="90000"/>
              </a:lnSpc>
              <a:spcBef>
                <a:spcPct val="35000"/>
              </a:spcBef>
              <a:spcAft>
                <a:spcPct val="0"/>
              </a:spcAft>
              <a:buClr>
                <a:srgbClr val="993300"/>
              </a:buClr>
              <a:buSzPct val="90000"/>
              <a:buFont typeface="Monotype Sorts" pitchFamily="-84" charset="2"/>
              <a:buNone/>
              <a:tabLst>
                <a:tab pos="1882775" algn="ctr"/>
                <a:tab pos="4568825" algn="ctr"/>
              </a:tabLst>
              <a:defRPr/>
            </a:pPr>
            <a:r>
              <a:rPr kumimoji="1" lang="en-US" altLang="en-US" sz="1800" b="1" i="0" u="none" strike="noStrike" kern="0" cap="none" spc="0" normalizeH="0" baseline="0" noProof="0" dirty="0">
                <a:ln>
                  <a:noFill/>
                </a:ln>
                <a:solidFill>
                  <a:srgbClr val="000000"/>
                </a:solidFill>
                <a:effectLst/>
                <a:uLnTx/>
                <a:uFillTx/>
                <a:latin typeface="Courier New" panose="02070309020205020404" pitchFamily="49" charset="0"/>
                <a:ea typeface="MS PGothic" panose="020B0600070205080204" pitchFamily="34" charset="-128"/>
                <a:cs typeface="Courier New" panose="02070309020205020404" pitchFamily="49" charset="0"/>
              </a:rPr>
              <a:t>	          </a:t>
            </a:r>
            <a:r>
              <a:rPr kumimoji="1" lang="en-US" altLang="en-US" sz="1600" b="1" i="0" u="none" strike="noStrike" kern="0" cap="none" spc="0" normalizeH="0" baseline="0" noProof="0" dirty="0">
                <a:ln>
                  <a:noFill/>
                </a:ln>
                <a:solidFill>
                  <a:srgbClr val="000000"/>
                </a:solidFill>
                <a:effectLst/>
                <a:uLnTx/>
                <a:uFillTx/>
                <a:latin typeface="Courier New" panose="02070309020205020404" pitchFamily="49" charset="0"/>
                <a:ea typeface="MS PGothic" panose="020B0600070205080204" pitchFamily="34" charset="-128"/>
                <a:cs typeface="Courier New" panose="02070309020205020404" pitchFamily="49" charset="0"/>
              </a:rPr>
              <a:t>wait(S); 	              wait(Q);</a:t>
            </a:r>
            <a:endParaRPr kumimoji="1" lang="en-US" altLang="en-US" sz="1600" b="1" i="0" u="none" strike="noStrike" kern="0" cap="none" spc="0" normalizeH="0" baseline="0" noProof="0" dirty="0">
              <a:ln>
                <a:noFill/>
              </a:ln>
              <a:solidFill>
                <a:srgbClr val="000000"/>
              </a:solidFill>
              <a:effectLst/>
              <a:uLnTx/>
              <a:uFillTx/>
              <a:latin typeface="Courier New" panose="02070309020205020404" pitchFamily="49" charset="0"/>
              <a:ea typeface="MS PGothic" panose="020B0600070205080204" pitchFamily="34" charset="-128"/>
              <a:cs typeface="Courier New" panose="02070309020205020404" pitchFamily="49" charset="0"/>
            </a:endParaRPr>
          </a:p>
          <a:p>
            <a:pPr marL="342900" marR="0" lvl="0" indent="-342900" algn="l" defTabSz="914400" rtl="0" eaLnBrk="0" fontAlgn="base" latinLnBrk="0" hangingPunct="0">
              <a:lnSpc>
                <a:spcPct val="90000"/>
              </a:lnSpc>
              <a:spcBef>
                <a:spcPct val="35000"/>
              </a:spcBef>
              <a:spcAft>
                <a:spcPct val="0"/>
              </a:spcAft>
              <a:buClr>
                <a:srgbClr val="993300"/>
              </a:buClr>
              <a:buSzPct val="90000"/>
              <a:buFont typeface="Monotype Sorts" pitchFamily="-84" charset="2"/>
              <a:buNone/>
              <a:tabLst>
                <a:tab pos="1882775" algn="ctr"/>
                <a:tab pos="4568825" algn="ctr"/>
              </a:tabLst>
              <a:defRPr/>
            </a:pPr>
            <a:r>
              <a:rPr kumimoji="1" lang="en-US" altLang="en-US" sz="1600" b="1" i="0" u="none" strike="noStrike" kern="0" cap="none" spc="0" normalizeH="0" baseline="0" noProof="0" dirty="0">
                <a:ln>
                  <a:noFill/>
                </a:ln>
                <a:solidFill>
                  <a:srgbClr val="000000"/>
                </a:solidFill>
                <a:effectLst/>
                <a:uLnTx/>
                <a:uFillTx/>
                <a:latin typeface="Courier New" panose="02070309020205020404" pitchFamily="49" charset="0"/>
                <a:ea typeface="MS PGothic" panose="020B0600070205080204" pitchFamily="34" charset="-128"/>
                <a:cs typeface="Courier New" panose="02070309020205020404" pitchFamily="49" charset="0"/>
              </a:rPr>
              <a:t>	           wait(Q); 	              wait(S);</a:t>
            </a:r>
            <a:endParaRPr kumimoji="1" lang="en-US" altLang="en-US" sz="1600" b="1" i="0" u="none" strike="noStrike" kern="0" cap="none" spc="0" normalizeH="0" baseline="0" noProof="0" dirty="0">
              <a:ln>
                <a:noFill/>
              </a:ln>
              <a:solidFill>
                <a:srgbClr val="000000"/>
              </a:solidFill>
              <a:effectLst/>
              <a:uLnTx/>
              <a:uFillTx/>
              <a:latin typeface="Courier New" panose="02070309020205020404" pitchFamily="49" charset="0"/>
              <a:ea typeface="MS PGothic" panose="020B0600070205080204" pitchFamily="34" charset="-128"/>
              <a:cs typeface="Courier New" panose="02070309020205020404" pitchFamily="49" charset="0"/>
            </a:endParaRPr>
          </a:p>
          <a:p>
            <a:pPr marL="342900" marR="0" lvl="0" indent="-342900" algn="l" defTabSz="914400" rtl="0" eaLnBrk="0" fontAlgn="base" latinLnBrk="0" hangingPunct="0">
              <a:lnSpc>
                <a:spcPct val="90000"/>
              </a:lnSpc>
              <a:spcBef>
                <a:spcPct val="35000"/>
              </a:spcBef>
              <a:spcAft>
                <a:spcPct val="0"/>
              </a:spcAft>
              <a:buClr>
                <a:srgbClr val="993300"/>
              </a:buClr>
              <a:buSzPct val="90000"/>
              <a:buFont typeface="Monotype Sorts" pitchFamily="-84" charset="2"/>
              <a:buNone/>
              <a:tabLst>
                <a:tab pos="1882775" algn="ctr"/>
                <a:tab pos="4568825" algn="ctr"/>
              </a:tabLst>
              <a:defRPr/>
            </a:pPr>
            <a:r>
              <a:rPr kumimoji="1" lang="en-US" altLang="en-US" sz="1600" b="1" i="0" u="none" strike="noStrike" kern="0" cap="none" spc="0" normalizeH="0" baseline="0" noProof="0" dirty="0">
                <a:ln>
                  <a:noFill/>
                </a:ln>
                <a:solidFill>
                  <a:srgbClr val="000000"/>
                </a:solidFill>
                <a:effectLst/>
                <a:uLnTx/>
                <a:uFillTx/>
                <a:latin typeface="Courier New" panose="02070309020205020404" pitchFamily="49" charset="0"/>
                <a:ea typeface="MS PGothic" panose="020B0600070205080204" pitchFamily="34" charset="-128"/>
                <a:cs typeface="Courier New" panose="02070309020205020404" pitchFamily="49" charset="0"/>
              </a:rPr>
              <a:t>		 ...		     ...</a:t>
            </a:r>
            <a:endParaRPr kumimoji="1" lang="en-US" altLang="en-US" sz="1600" b="1" i="0" u="none" strike="noStrike" kern="0" cap="none" spc="0" normalizeH="0" baseline="0" noProof="0" dirty="0">
              <a:ln>
                <a:noFill/>
              </a:ln>
              <a:solidFill>
                <a:srgbClr val="000000"/>
              </a:solidFill>
              <a:effectLst/>
              <a:uLnTx/>
              <a:uFillTx/>
              <a:latin typeface="Courier New" panose="02070309020205020404" pitchFamily="49" charset="0"/>
              <a:ea typeface="MS PGothic" panose="020B0600070205080204" pitchFamily="34" charset="-128"/>
              <a:cs typeface="Courier New" panose="02070309020205020404" pitchFamily="49" charset="0"/>
            </a:endParaRPr>
          </a:p>
          <a:p>
            <a:pPr marL="342900" marR="0" lvl="0" indent="-342900" algn="l" defTabSz="914400" rtl="0" eaLnBrk="0" fontAlgn="base" latinLnBrk="0" hangingPunct="0">
              <a:lnSpc>
                <a:spcPct val="90000"/>
              </a:lnSpc>
              <a:spcBef>
                <a:spcPct val="35000"/>
              </a:spcBef>
              <a:spcAft>
                <a:spcPct val="0"/>
              </a:spcAft>
              <a:buClr>
                <a:srgbClr val="993300"/>
              </a:buClr>
              <a:buSzPct val="90000"/>
              <a:buFont typeface="Monotype Sorts" pitchFamily="-84" charset="2"/>
              <a:buNone/>
              <a:tabLst>
                <a:tab pos="1882775" algn="ctr"/>
                <a:tab pos="4568825" algn="ctr"/>
              </a:tabLst>
              <a:defRPr/>
            </a:pPr>
            <a:r>
              <a:rPr kumimoji="1" lang="en-US" altLang="en-US" sz="1600" b="1" i="0" u="none" strike="noStrike" kern="0" cap="none" spc="0" normalizeH="0" baseline="0" noProof="0" dirty="0">
                <a:ln>
                  <a:noFill/>
                </a:ln>
                <a:solidFill>
                  <a:srgbClr val="000000"/>
                </a:solidFill>
                <a:effectLst/>
                <a:uLnTx/>
                <a:uFillTx/>
                <a:latin typeface="Courier New" panose="02070309020205020404" pitchFamily="49" charset="0"/>
                <a:ea typeface="MS PGothic" panose="020B0600070205080204" pitchFamily="34" charset="-128"/>
                <a:cs typeface="Courier New" panose="02070309020205020404" pitchFamily="49" charset="0"/>
              </a:rPr>
              <a:t>	           signal(S);                 signal(Q);</a:t>
            </a:r>
            <a:endParaRPr kumimoji="1" lang="en-US" altLang="en-US" sz="1600" b="1" i="0" u="none" strike="noStrike" kern="0" cap="none" spc="0" normalizeH="0" baseline="0" noProof="0" dirty="0">
              <a:ln>
                <a:noFill/>
              </a:ln>
              <a:solidFill>
                <a:srgbClr val="000000"/>
              </a:solidFill>
              <a:effectLst/>
              <a:uLnTx/>
              <a:uFillTx/>
              <a:latin typeface="Courier New" panose="02070309020205020404" pitchFamily="49" charset="0"/>
              <a:ea typeface="MS PGothic" panose="020B0600070205080204" pitchFamily="34" charset="-128"/>
              <a:cs typeface="Courier New" panose="02070309020205020404" pitchFamily="49" charset="0"/>
            </a:endParaRPr>
          </a:p>
          <a:p>
            <a:pPr marL="342900" marR="0" lvl="0" indent="-342900" algn="l" defTabSz="914400" rtl="0" eaLnBrk="0" fontAlgn="base" latinLnBrk="0" hangingPunct="0">
              <a:lnSpc>
                <a:spcPct val="90000"/>
              </a:lnSpc>
              <a:spcBef>
                <a:spcPct val="35000"/>
              </a:spcBef>
              <a:spcAft>
                <a:spcPct val="0"/>
              </a:spcAft>
              <a:buClr>
                <a:srgbClr val="993300"/>
              </a:buClr>
              <a:buSzPct val="90000"/>
              <a:buFont typeface="Monotype Sorts" pitchFamily="-84" charset="2"/>
              <a:buNone/>
              <a:tabLst>
                <a:tab pos="1882775" algn="ctr"/>
                <a:tab pos="4568825" algn="ctr"/>
              </a:tabLst>
              <a:defRPr/>
            </a:pPr>
            <a:r>
              <a:rPr kumimoji="1" lang="en-US" altLang="en-US" sz="1600" b="1" i="0" u="none" strike="noStrike" kern="0" cap="none" spc="0" normalizeH="0" baseline="0" noProof="0" dirty="0">
                <a:ln>
                  <a:noFill/>
                </a:ln>
                <a:solidFill>
                  <a:srgbClr val="000000"/>
                </a:solidFill>
                <a:effectLst/>
                <a:uLnTx/>
                <a:uFillTx/>
                <a:latin typeface="Courier New" panose="02070309020205020404" pitchFamily="49" charset="0"/>
                <a:ea typeface="MS PGothic" panose="020B0600070205080204" pitchFamily="34" charset="-128"/>
                <a:cs typeface="Courier New" panose="02070309020205020404" pitchFamily="49" charset="0"/>
              </a:rPr>
              <a:t>              signal(Q);                 signal(S);</a:t>
            </a:r>
            <a:endParaRPr kumimoji="1" lang="en-US" altLang="en-US" sz="1600" b="1" i="0" u="none" strike="noStrike" kern="0" cap="none" spc="0" normalizeH="0" baseline="0" noProof="0" dirty="0">
              <a:ln>
                <a:noFill/>
              </a:ln>
              <a:solidFill>
                <a:srgbClr val="000000"/>
              </a:solidFill>
              <a:effectLst/>
              <a:uLnTx/>
              <a:uFillTx/>
              <a:latin typeface="Courier New" panose="02070309020205020404" pitchFamily="49" charset="0"/>
              <a:ea typeface="MS PGothic" panose="020B0600070205080204" pitchFamily="34" charset="-128"/>
              <a:cs typeface="Courier New" panose="02070309020205020404" pitchFamily="49" charset="0"/>
            </a:endParaRPr>
          </a:p>
          <a:p>
            <a:pPr marL="342900" marR="0" lvl="0" indent="-342900" algn="l" defTabSz="914400" rtl="0" eaLnBrk="0" fontAlgn="base" latinLnBrk="0" hangingPunct="0">
              <a:lnSpc>
                <a:spcPct val="90000"/>
              </a:lnSpc>
              <a:spcBef>
                <a:spcPct val="35000"/>
              </a:spcBef>
              <a:spcAft>
                <a:spcPct val="0"/>
              </a:spcAft>
              <a:buClr>
                <a:srgbClr val="993300"/>
              </a:buClr>
              <a:buSzPct val="90000"/>
              <a:buFont typeface="Monotype Sorts" pitchFamily="-84" charset="2"/>
              <a:buNone/>
              <a:tabLst>
                <a:tab pos="1882775" algn="ctr"/>
                <a:tab pos="4568825" algn="ctr"/>
              </a:tabLst>
              <a:defRPr/>
            </a:pPr>
            <a:endParaRPr kumimoji="1" lang="en-US" altLang="en-US" sz="1600" b="1" i="0" u="none" strike="noStrike" kern="0" cap="none" spc="0" normalizeH="0" baseline="0" noProof="0" dirty="0">
              <a:ln>
                <a:noFill/>
              </a:ln>
              <a:solidFill>
                <a:srgbClr val="000000"/>
              </a:solidFill>
              <a:effectLst/>
              <a:uLnTx/>
              <a:uFillTx/>
              <a:latin typeface="Courier New" panose="02070309020205020404" pitchFamily="49" charset="0"/>
              <a:ea typeface="MS PGothic" panose="020B0600070205080204" pitchFamily="34" charset="-128"/>
              <a:cs typeface="Courier New" panose="02070309020205020404" pitchFamily="49" charset="0"/>
            </a:endParaRPr>
          </a:p>
          <a:p>
            <a:pPr marL="0" marR="0" lvl="0" indent="0" algn="l" defTabSz="914400" rtl="0" eaLnBrk="0" fontAlgn="base" latinLnBrk="0" hangingPunct="0">
              <a:lnSpc>
                <a:spcPct val="90000"/>
              </a:lnSpc>
              <a:spcBef>
                <a:spcPct val="35000"/>
              </a:spcBef>
              <a:spcAft>
                <a:spcPct val="0"/>
              </a:spcAft>
              <a:buClr>
                <a:srgbClr val="993300"/>
              </a:buClr>
              <a:buSzPct val="90000"/>
              <a:buFont typeface="Monotype Sorts" pitchFamily="-84" charset="2"/>
              <a:buNone/>
              <a:tabLst>
                <a:tab pos="1882775" algn="ctr"/>
                <a:tab pos="4568825" algn="ctr"/>
              </a:tabLst>
              <a:defRPr/>
            </a:pPr>
            <a:endParaRPr kumimoji="1" lang="en-US" altLang="en-US" sz="1600" b="1" i="0" u="none" strike="noStrike" kern="0" cap="none" spc="0" normalizeH="0" baseline="0" noProof="0" dirty="0">
              <a:ln>
                <a:noFill/>
              </a:ln>
              <a:solidFill>
                <a:srgbClr val="3366FF"/>
              </a:solidFill>
              <a:effectLst/>
              <a:uLnTx/>
              <a:uFillTx/>
              <a:latin typeface="+mn-lt"/>
              <a:ea typeface="MS PGothic" panose="020B0600070205080204" pitchFamily="34" charset="-128"/>
              <a:cs typeface="MS PGothic" panose="020B0600070205080204" pitchFamily="34" charset="-128"/>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410" name="Rectangle 2"/>
          <p:cNvSpPr>
            <a:spLocks noGrp="1"/>
          </p:cNvSpPr>
          <p:nvPr>
            <p:ph type="title" idx="4294967295"/>
          </p:nvPr>
        </p:nvSpPr>
        <p:spPr>
          <a:xfrm>
            <a:off x="749300" y="182563"/>
            <a:ext cx="7937500" cy="576262"/>
          </a:xfrm>
        </p:spPr>
        <p:txBody>
          <a:bodyPr vert="horz" wrap="square" lIns="91440" tIns="45720" rIns="91440" bIns="45720" anchor="b" anchorCtr="0"/>
          <a:p>
            <a:pPr eaLnBrk="1" hangingPunct="1"/>
            <a:r>
              <a:rPr lang="en-US" altLang="en-US" dirty="0"/>
              <a:t>Deadlock Example</a:t>
            </a:r>
            <a:endParaRPr lang="en-US" altLang="en-US" dirty="0"/>
          </a:p>
        </p:txBody>
      </p:sp>
      <p:pic>
        <p:nvPicPr>
          <p:cNvPr id="17411" name="Picture 2"/>
          <p:cNvPicPr>
            <a:picLocks noChangeAspect="1"/>
          </p:cNvPicPr>
          <p:nvPr/>
        </p:nvPicPr>
        <p:blipFill>
          <a:blip r:embed="rId1"/>
          <a:stretch>
            <a:fillRect/>
          </a:stretch>
        </p:blipFill>
        <p:spPr>
          <a:xfrm>
            <a:off x="2817813" y="2236788"/>
            <a:ext cx="3506787" cy="2940050"/>
          </a:xfrm>
          <a:prstGeom prst="rect">
            <a:avLst/>
          </a:prstGeom>
          <a:noFill/>
          <a:ln w="9525">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458" name="Rectangle 2"/>
          <p:cNvSpPr>
            <a:spLocks noGrp="1"/>
          </p:cNvSpPr>
          <p:nvPr>
            <p:ph type="title" idx="4294967295"/>
          </p:nvPr>
        </p:nvSpPr>
        <p:spPr>
          <a:xfrm>
            <a:off x="749300" y="182563"/>
            <a:ext cx="7937500" cy="576262"/>
          </a:xfrm>
        </p:spPr>
        <p:txBody>
          <a:bodyPr vert="horz" wrap="square" lIns="91440" tIns="45720" rIns="91440" bIns="45720" anchor="b" anchorCtr="0"/>
          <a:p>
            <a:pPr eaLnBrk="1" hangingPunct="1"/>
            <a:r>
              <a:rPr lang="en-US" altLang="en-US" dirty="0"/>
              <a:t>Deadlock Characterization</a:t>
            </a:r>
            <a:endParaRPr lang="en-US" altLang="en-US" dirty="0"/>
          </a:p>
        </p:txBody>
      </p:sp>
      <p:sp>
        <p:nvSpPr>
          <p:cNvPr id="19459" name="Rectangle 3"/>
          <p:cNvSpPr>
            <a:spLocks noGrp="1"/>
          </p:cNvSpPr>
          <p:nvPr>
            <p:ph type="body" idx="4294967295"/>
          </p:nvPr>
        </p:nvSpPr>
        <p:spPr>
          <a:xfrm>
            <a:off x="642938" y="1824038"/>
            <a:ext cx="8191500" cy="3711575"/>
          </a:xfrm>
        </p:spPr>
        <p:txBody>
          <a:bodyPr vert="horz" wrap="square" lIns="91440" tIns="45720" rIns="91440" bIns="45720" anchor="t" anchorCtr="0"/>
          <a:p>
            <a:pPr>
              <a:spcBef>
                <a:spcPts val="1200"/>
              </a:spcBef>
              <a:buFont typeface="Wingdings" panose="05000000000000000000" pitchFamily="2" charset="2"/>
              <a:buChar char="q"/>
            </a:pPr>
            <a:r>
              <a:rPr lang="en-US" altLang="en-US" b="1" dirty="0">
                <a:solidFill>
                  <a:srgbClr val="3366FF"/>
                </a:solidFill>
              </a:rPr>
              <a:t>Mutual exclusion</a:t>
            </a:r>
            <a:r>
              <a:rPr lang="en-US" altLang="en-US" b="1" dirty="0"/>
              <a:t>:</a:t>
            </a:r>
            <a:r>
              <a:rPr lang="en-US" altLang="en-US" dirty="0"/>
              <a:t>  </a:t>
            </a:r>
            <a:r>
              <a:rPr lang="en-US" altLang="en-US" dirty="0">
                <a:solidFill>
                  <a:srgbClr val="FF0000"/>
                </a:solidFill>
              </a:rPr>
              <a:t>at least one </a:t>
            </a:r>
            <a:r>
              <a:rPr lang="en-US" altLang="en-US" dirty="0"/>
              <a:t>resource must be held in a non</a:t>
            </a:r>
            <a:r>
              <a:rPr lang="en-US" altLang="zh-CN" dirty="0"/>
              <a:t>-</a:t>
            </a:r>
            <a:r>
              <a:rPr lang="en-US" altLang="en-US" dirty="0"/>
              <a:t>sharable mode; that is, only one process at a time can use a resource</a:t>
            </a:r>
            <a:endParaRPr lang="en-US" altLang="en-US" sz="800" dirty="0"/>
          </a:p>
          <a:p>
            <a:pPr>
              <a:spcBef>
                <a:spcPts val="1200"/>
              </a:spcBef>
              <a:buFont typeface="Wingdings" panose="05000000000000000000" pitchFamily="2" charset="2"/>
              <a:buChar char="q"/>
            </a:pPr>
            <a:r>
              <a:rPr lang="en-US" altLang="en-US" b="1" dirty="0">
                <a:solidFill>
                  <a:srgbClr val="3366FF"/>
                </a:solidFill>
              </a:rPr>
              <a:t>Hold and wait</a:t>
            </a:r>
            <a:r>
              <a:rPr lang="en-US" altLang="en-US" b="1" dirty="0"/>
              <a:t>:</a:t>
            </a:r>
            <a:r>
              <a:rPr lang="en-US" altLang="en-US" dirty="0"/>
              <a:t>  a process must be holding </a:t>
            </a:r>
            <a:r>
              <a:rPr lang="en-US" altLang="en-US" dirty="0">
                <a:solidFill>
                  <a:srgbClr val="FF0000"/>
                </a:solidFill>
              </a:rPr>
              <a:t>at least one </a:t>
            </a:r>
            <a:r>
              <a:rPr lang="en-US" altLang="en-US" dirty="0"/>
              <a:t>resource and waiting to acquire additional resources held by other processes</a:t>
            </a:r>
            <a:endParaRPr lang="en-US" altLang="en-US" sz="800" dirty="0"/>
          </a:p>
          <a:p>
            <a:pPr>
              <a:spcBef>
                <a:spcPts val="1200"/>
              </a:spcBef>
              <a:buFont typeface="Wingdings" panose="05000000000000000000" pitchFamily="2" charset="2"/>
              <a:buChar char="q"/>
            </a:pPr>
            <a:r>
              <a:rPr lang="en-US" altLang="en-US" b="1" dirty="0">
                <a:solidFill>
                  <a:srgbClr val="3366FF"/>
                </a:solidFill>
              </a:rPr>
              <a:t>No preemption</a:t>
            </a:r>
            <a:r>
              <a:rPr lang="en-US" altLang="en-US" b="1" dirty="0"/>
              <a:t>:</a:t>
            </a:r>
            <a:r>
              <a:rPr lang="en-US" altLang="en-US" dirty="0"/>
              <a:t>  Resources cannot be preempted; that is, a resource can be released only voluntarily by the process holding it, after that process has completed its task</a:t>
            </a:r>
            <a:endParaRPr lang="en-US" altLang="en-US" sz="800" dirty="0"/>
          </a:p>
          <a:p>
            <a:pPr>
              <a:spcBef>
                <a:spcPts val="1200"/>
              </a:spcBef>
              <a:buFont typeface="Wingdings" panose="05000000000000000000" pitchFamily="2" charset="2"/>
              <a:buChar char="q"/>
            </a:pPr>
            <a:r>
              <a:rPr lang="en-US" altLang="en-US" b="1" dirty="0">
                <a:solidFill>
                  <a:srgbClr val="3366FF"/>
                </a:solidFill>
              </a:rPr>
              <a:t>Circular wait</a:t>
            </a:r>
            <a:r>
              <a:rPr lang="en-US" altLang="en-US" b="1" dirty="0"/>
              <a:t>:</a:t>
            </a:r>
            <a:r>
              <a:rPr lang="en-US" altLang="en-US" dirty="0"/>
              <a:t> A set {</a:t>
            </a:r>
            <a:r>
              <a:rPr lang="en-US" altLang="en-US" i="1" dirty="0"/>
              <a:t>P</a:t>
            </a:r>
            <a:r>
              <a:rPr lang="en-US" altLang="en-US" baseline="-25000" dirty="0"/>
              <a:t>0</a:t>
            </a:r>
            <a:r>
              <a:rPr lang="en-US" altLang="en-US" dirty="0"/>
              <a:t>, </a:t>
            </a:r>
            <a:r>
              <a:rPr lang="en-US" altLang="en-US" i="1" dirty="0"/>
              <a:t>P</a:t>
            </a:r>
            <a:r>
              <a:rPr lang="en-US" altLang="en-US" baseline="-25000" dirty="0"/>
              <a:t>1</a:t>
            </a:r>
            <a:r>
              <a:rPr lang="en-US" altLang="en-US" dirty="0"/>
              <a:t>, …, </a:t>
            </a:r>
            <a:r>
              <a:rPr lang="en-US" altLang="en-US" i="1" dirty="0"/>
              <a:t>P</a:t>
            </a:r>
            <a:r>
              <a:rPr lang="en-US" altLang="en-US" baseline="-25000" dirty="0"/>
              <a:t>n</a:t>
            </a:r>
            <a:r>
              <a:rPr lang="en-US" altLang="en-US" dirty="0"/>
              <a:t>} of waiting processes such that </a:t>
            </a:r>
            <a:r>
              <a:rPr lang="en-US" altLang="en-US" i="1" dirty="0"/>
              <a:t>P</a:t>
            </a:r>
            <a:r>
              <a:rPr lang="en-US" altLang="en-US" baseline="-25000" dirty="0"/>
              <a:t>0 </a:t>
            </a:r>
            <a:r>
              <a:rPr lang="en-US" altLang="en-US" dirty="0"/>
              <a:t>is waiting for a resource that is held by </a:t>
            </a:r>
            <a:r>
              <a:rPr lang="en-US" altLang="en-US" i="1" dirty="0"/>
              <a:t>P</a:t>
            </a:r>
            <a:r>
              <a:rPr lang="en-US" altLang="en-US" baseline="-25000" dirty="0"/>
              <a:t>1</a:t>
            </a:r>
            <a:r>
              <a:rPr lang="en-US" altLang="en-US" dirty="0"/>
              <a:t>, </a:t>
            </a:r>
            <a:r>
              <a:rPr lang="en-US" altLang="en-US" i="1" dirty="0"/>
              <a:t>P</a:t>
            </a:r>
            <a:r>
              <a:rPr lang="en-US" altLang="en-US" baseline="-25000" dirty="0"/>
              <a:t>1</a:t>
            </a:r>
            <a:r>
              <a:rPr lang="en-US" altLang="en-US" dirty="0"/>
              <a:t> is waiting for a resource that is held by </a:t>
            </a:r>
            <a:r>
              <a:rPr lang="en-US" altLang="en-US" i="1" dirty="0"/>
              <a:t>P</a:t>
            </a:r>
            <a:r>
              <a:rPr lang="en-US" altLang="en-US" baseline="-25000" dirty="0"/>
              <a:t>2</a:t>
            </a:r>
            <a:r>
              <a:rPr lang="en-US" altLang="en-US" dirty="0"/>
              <a:t>, …, </a:t>
            </a:r>
            <a:r>
              <a:rPr lang="en-US" altLang="en-US" i="1" dirty="0"/>
              <a:t>P</a:t>
            </a:r>
            <a:r>
              <a:rPr lang="en-US" altLang="en-US" i="1" baseline="-25000" dirty="0"/>
              <a:t>n</a:t>
            </a:r>
            <a:r>
              <a:rPr lang="en-US" altLang="en-US" baseline="-25000" dirty="0"/>
              <a:t>–1</a:t>
            </a:r>
            <a:r>
              <a:rPr lang="en-US" altLang="en-US" dirty="0"/>
              <a:t> is waiting for a resource that is held by </a:t>
            </a:r>
            <a:r>
              <a:rPr lang="en-US" altLang="en-US" i="1" dirty="0"/>
              <a:t>P</a:t>
            </a:r>
            <a:r>
              <a:rPr lang="en-US" altLang="en-US" baseline="-25000" dirty="0"/>
              <a:t>n</a:t>
            </a:r>
            <a:r>
              <a:rPr lang="en-US" altLang="en-US" dirty="0"/>
              <a:t>, and </a:t>
            </a:r>
            <a:r>
              <a:rPr lang="en-US" altLang="en-US" i="1" dirty="0"/>
              <a:t>P</a:t>
            </a:r>
            <a:r>
              <a:rPr lang="en-US" altLang="en-US" baseline="-25000" dirty="0"/>
              <a:t>n</a:t>
            </a:r>
            <a:r>
              <a:rPr lang="en-US" altLang="en-US" dirty="0"/>
              <a:t> is waiting for a resource that is held by </a:t>
            </a:r>
            <a:r>
              <a:rPr lang="en-US" altLang="en-US" i="1" dirty="0"/>
              <a:t>P</a:t>
            </a:r>
            <a:r>
              <a:rPr lang="en-US" altLang="en-US" baseline="-25000" dirty="0"/>
              <a:t>0</a:t>
            </a:r>
            <a:r>
              <a:rPr lang="en-US" altLang="en-US" dirty="0"/>
              <a:t>.</a:t>
            </a:r>
            <a:endParaRPr lang="en-US" altLang="en-US" dirty="0"/>
          </a:p>
        </p:txBody>
      </p:sp>
      <p:sp>
        <p:nvSpPr>
          <p:cNvPr id="19460" name="Text Box 5"/>
          <p:cNvSpPr txBox="1"/>
          <p:nvPr/>
        </p:nvSpPr>
        <p:spPr>
          <a:xfrm>
            <a:off x="266700" y="1009650"/>
            <a:ext cx="7575550" cy="368300"/>
          </a:xfrm>
          <a:prstGeom prst="rect">
            <a:avLst/>
          </a:prstGeom>
          <a:noFill/>
          <a:ln w="9525">
            <a:noFill/>
          </a:ln>
        </p:spPr>
        <p:txBody>
          <a:bodyPr anchor="ctr" anchorCtr="0">
            <a:spAutoFit/>
          </a:bodyPr>
          <a:lstStyle>
            <a:lvl1pPr marL="342900" indent="-342900" algn="l" rtl="0" eaLnBrk="0" fontAlgn="base" hangingPunct="0">
              <a:spcBef>
                <a:spcPct val="35000"/>
              </a:spcBef>
              <a:spcAft>
                <a:spcPct val="0"/>
              </a:spcAft>
              <a:buClr>
                <a:srgbClr val="993300"/>
              </a:buClr>
              <a:buSzPct val="90000"/>
              <a:buFont typeface="Monotype Sorts" pitchFamily="-84" charset="2"/>
              <a:buChar char="n"/>
              <a:defRPr kumimoji="1">
                <a:solidFill>
                  <a:schemeClr val="tx1"/>
                </a:solidFill>
                <a:latin typeface="+mn-lt"/>
                <a:ea typeface="MS PGothic" panose="020B0600070205080204" pitchFamily="34" charset="-128"/>
                <a:cs typeface="MS PGothic" panose="020B0600070205080204" pitchFamily="34" charset="-128"/>
              </a:defRPr>
            </a:lvl1pPr>
            <a:lvl2pPr marL="742950" indent="-285750" algn="l" rtl="0" eaLnBrk="0" fontAlgn="base" hangingPunct="0">
              <a:spcBef>
                <a:spcPct val="35000"/>
              </a:spcBef>
              <a:spcAft>
                <a:spcPct val="0"/>
              </a:spcAft>
              <a:buClr>
                <a:srgbClr val="CC6600"/>
              </a:buClr>
              <a:buSzPct val="80000"/>
              <a:buFont typeface="Monotype Sorts" pitchFamily="-84" charset="2"/>
              <a:buChar char="l"/>
              <a:defRPr kumimoji="1">
                <a:solidFill>
                  <a:schemeClr val="tx1"/>
                </a:solidFill>
                <a:latin typeface="+mn-lt"/>
                <a:ea typeface="MS PGothic" panose="020B0600070205080204" pitchFamily="34" charset="-128"/>
              </a:defRPr>
            </a:lvl2pPr>
            <a:lvl3pPr marL="1085850"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a:solidFill>
                  <a:schemeClr val="tx1"/>
                </a:solidFill>
                <a:latin typeface="+mn-lt"/>
                <a:ea typeface="MS PGothic" panose="020B0600070205080204" pitchFamily="34" charset="-128"/>
              </a:defRPr>
            </a:lvl3pPr>
            <a:lvl4pPr marL="1428750" indent="-228600" algn="l" rtl="0" eaLnBrk="0" fontAlgn="base" hangingPunct="0">
              <a:spcBef>
                <a:spcPct val="35000"/>
              </a:spcBef>
              <a:spcAft>
                <a:spcPct val="0"/>
              </a:spcAft>
              <a:buClr>
                <a:schemeClr val="hlink"/>
              </a:buClr>
              <a:buSzPct val="75000"/>
              <a:buChar char="–"/>
              <a:defRPr kumimoji="1">
                <a:solidFill>
                  <a:schemeClr val="tx1"/>
                </a:solidFill>
                <a:latin typeface="+mn-lt"/>
                <a:ea typeface="MS PGothic" panose="020B0600070205080204" pitchFamily="34" charset="-128"/>
              </a:defRPr>
            </a:lvl4pPr>
            <a:lvl5pPr marL="17716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anose="020B0600070205080204" pitchFamily="34" charset="-128"/>
              </a:defRPr>
            </a:lvl5pPr>
          </a:lstStyle>
          <a:p>
            <a:pPr marL="0" lvl="0" indent="0" algn="ctr">
              <a:spcBef>
                <a:spcPct val="50000"/>
              </a:spcBef>
              <a:buClrTx/>
              <a:buSzTx/>
              <a:buFontTx/>
              <a:buNone/>
            </a:pPr>
            <a:r>
              <a:rPr lang="en-US" altLang="en-US" b="1" dirty="0">
                <a:solidFill>
                  <a:srgbClr val="FF0000"/>
                </a:solidFill>
              </a:rPr>
              <a:t>Deadlock can arise if four conditions hold simultaneously.</a:t>
            </a:r>
            <a:endParaRPr lang="en-US" altLang="en-US" b="1" dirty="0">
              <a:solidFill>
                <a:srgbClr val="FF0000"/>
              </a:solidFill>
            </a:endParaRPr>
          </a:p>
        </p:txBody>
      </p:sp>
      <p:sp>
        <p:nvSpPr>
          <p:cNvPr id="19461" name="TextBox 1"/>
          <p:cNvSpPr txBox="1"/>
          <p:nvPr/>
        </p:nvSpPr>
        <p:spPr>
          <a:xfrm>
            <a:off x="976313" y="5813425"/>
            <a:ext cx="7483475" cy="338138"/>
          </a:xfrm>
          <a:prstGeom prst="rect">
            <a:avLst/>
          </a:prstGeom>
          <a:noFill/>
          <a:ln w="9525">
            <a:noFill/>
          </a:ln>
        </p:spPr>
        <p:txBody>
          <a:bodyPr>
            <a:spAutoFit/>
          </a:bodyPr>
          <a:lstStyle>
            <a:lvl1pPr marL="342900" indent="-342900" algn="l" rtl="0" eaLnBrk="0" fontAlgn="base" hangingPunct="0">
              <a:spcBef>
                <a:spcPct val="35000"/>
              </a:spcBef>
              <a:spcAft>
                <a:spcPct val="0"/>
              </a:spcAft>
              <a:buClr>
                <a:srgbClr val="993300"/>
              </a:buClr>
              <a:buSzPct val="90000"/>
              <a:buFont typeface="Monotype Sorts" pitchFamily="-84" charset="2"/>
              <a:buChar char="n"/>
              <a:defRPr kumimoji="1">
                <a:solidFill>
                  <a:schemeClr val="tx1"/>
                </a:solidFill>
                <a:latin typeface="+mn-lt"/>
                <a:ea typeface="MS PGothic" panose="020B0600070205080204" pitchFamily="34" charset="-128"/>
                <a:cs typeface="MS PGothic" panose="020B0600070205080204" pitchFamily="34" charset="-128"/>
              </a:defRPr>
            </a:lvl1pPr>
            <a:lvl2pPr marL="742950" indent="-285750" algn="l" rtl="0" eaLnBrk="0" fontAlgn="base" hangingPunct="0">
              <a:spcBef>
                <a:spcPct val="35000"/>
              </a:spcBef>
              <a:spcAft>
                <a:spcPct val="0"/>
              </a:spcAft>
              <a:buClr>
                <a:srgbClr val="CC6600"/>
              </a:buClr>
              <a:buSzPct val="80000"/>
              <a:buFont typeface="Monotype Sorts" pitchFamily="-84" charset="2"/>
              <a:buChar char="l"/>
              <a:defRPr kumimoji="1">
                <a:solidFill>
                  <a:schemeClr val="tx1"/>
                </a:solidFill>
                <a:latin typeface="+mn-lt"/>
                <a:ea typeface="MS PGothic" panose="020B0600070205080204" pitchFamily="34" charset="-128"/>
              </a:defRPr>
            </a:lvl2pPr>
            <a:lvl3pPr marL="1085850"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a:solidFill>
                  <a:schemeClr val="tx1"/>
                </a:solidFill>
                <a:latin typeface="+mn-lt"/>
                <a:ea typeface="MS PGothic" panose="020B0600070205080204" pitchFamily="34" charset="-128"/>
              </a:defRPr>
            </a:lvl3pPr>
            <a:lvl4pPr marL="1428750" indent="-228600" algn="l" rtl="0" eaLnBrk="0" fontAlgn="base" hangingPunct="0">
              <a:spcBef>
                <a:spcPct val="35000"/>
              </a:spcBef>
              <a:spcAft>
                <a:spcPct val="0"/>
              </a:spcAft>
              <a:buClr>
                <a:schemeClr val="hlink"/>
              </a:buClr>
              <a:buSzPct val="75000"/>
              <a:buChar char="–"/>
              <a:defRPr kumimoji="1">
                <a:solidFill>
                  <a:schemeClr val="tx1"/>
                </a:solidFill>
                <a:latin typeface="+mn-lt"/>
                <a:ea typeface="MS PGothic" panose="020B0600070205080204" pitchFamily="34" charset="-128"/>
              </a:defRPr>
            </a:lvl4pPr>
            <a:lvl5pPr marL="17716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anose="020B0600070205080204" pitchFamily="34" charset="-128"/>
              </a:defRPr>
            </a:lvl5pPr>
          </a:lstStyle>
          <a:p>
            <a:pPr marL="0" lvl="0" indent="0">
              <a:spcBef>
                <a:spcPct val="0"/>
              </a:spcBef>
              <a:buClrTx/>
              <a:buSzTx/>
              <a:buFontTx/>
              <a:buNone/>
            </a:pPr>
            <a:r>
              <a:rPr lang="en-US" altLang="en-US" sz="1600" dirty="0">
                <a:solidFill>
                  <a:srgbClr val="FF0000"/>
                </a:solidFill>
                <a:latin typeface="Verdana" panose="020B0604030504040204" pitchFamily="34" charset="0"/>
              </a:rPr>
              <a:t>The circular-wait condition implies the hold-and-wait condition</a:t>
            </a:r>
            <a:endParaRPr lang="en-US" altLang="en-US" sz="1600" dirty="0">
              <a:solidFill>
                <a:srgbClr val="FF0000"/>
              </a:solidFill>
              <a:latin typeface="Verdana" panose="020B0604030504040204" pitchFamily="34"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506" name="Rectangle 2"/>
          <p:cNvSpPr>
            <a:spLocks noGrp="1"/>
          </p:cNvSpPr>
          <p:nvPr>
            <p:ph type="title" idx="4294967295"/>
          </p:nvPr>
        </p:nvSpPr>
        <p:spPr>
          <a:xfrm>
            <a:off x="1003300" y="166688"/>
            <a:ext cx="7683500" cy="576262"/>
          </a:xfrm>
        </p:spPr>
        <p:txBody>
          <a:bodyPr vert="horz" wrap="square" lIns="91440" tIns="45720" rIns="91440" bIns="45720" anchor="b" anchorCtr="0"/>
          <a:p>
            <a:pPr eaLnBrk="1" hangingPunct="1"/>
            <a:r>
              <a:rPr lang="en-US" altLang="en-US" dirty="0"/>
              <a:t>Resource-Allocation Graph</a:t>
            </a:r>
            <a:endParaRPr lang="en-US" altLang="en-US" dirty="0"/>
          </a:p>
        </p:txBody>
      </p:sp>
      <p:sp>
        <p:nvSpPr>
          <p:cNvPr id="21507" name="Rectangle 3"/>
          <p:cNvSpPr>
            <a:spLocks noGrp="1"/>
          </p:cNvSpPr>
          <p:nvPr>
            <p:ph type="body" idx="4294967295"/>
          </p:nvPr>
        </p:nvSpPr>
        <p:spPr>
          <a:xfrm>
            <a:off x="1184275" y="2762250"/>
            <a:ext cx="6808788" cy="4019550"/>
          </a:xfrm>
        </p:spPr>
        <p:txBody>
          <a:bodyPr vert="horz" wrap="square" lIns="91440" tIns="45720" rIns="91440" bIns="45720" anchor="t" anchorCtr="0"/>
          <a:p>
            <a:pPr>
              <a:buFont typeface="Wingdings" panose="05000000000000000000" pitchFamily="2" charset="2"/>
              <a:buChar char="q"/>
            </a:pPr>
            <a:r>
              <a:rPr lang="en-US" altLang="en-US" i="1" dirty="0"/>
              <a:t>V</a:t>
            </a:r>
            <a:r>
              <a:rPr lang="en-US" altLang="en-US" dirty="0"/>
              <a:t> is partitioned into two types:</a:t>
            </a:r>
            <a:endParaRPr lang="en-US" altLang="en-US" dirty="0"/>
          </a:p>
          <a:p>
            <a:pPr lvl="1">
              <a:buFont typeface="Wingdings" panose="05000000000000000000" pitchFamily="2" charset="2"/>
              <a:buChar char="Ø"/>
            </a:pPr>
            <a:r>
              <a:rPr lang="en-US" altLang="en-US" i="1" dirty="0"/>
              <a:t>P</a:t>
            </a:r>
            <a:r>
              <a:rPr lang="en-US" altLang="en-US" dirty="0"/>
              <a:t> = {</a:t>
            </a:r>
            <a:r>
              <a:rPr lang="en-US" altLang="en-US" i="1" dirty="0"/>
              <a:t>P</a:t>
            </a:r>
            <a:r>
              <a:rPr lang="en-US" altLang="en-US" baseline="-25000" dirty="0"/>
              <a:t>1</a:t>
            </a:r>
            <a:r>
              <a:rPr lang="en-US" altLang="en-US" dirty="0"/>
              <a:t>, </a:t>
            </a:r>
            <a:r>
              <a:rPr lang="en-US" altLang="en-US" i="1" dirty="0"/>
              <a:t>P</a:t>
            </a:r>
            <a:r>
              <a:rPr lang="en-US" altLang="en-US" baseline="-25000" dirty="0"/>
              <a:t>2</a:t>
            </a:r>
            <a:r>
              <a:rPr lang="en-US" altLang="en-US" dirty="0"/>
              <a:t>, …, </a:t>
            </a:r>
            <a:r>
              <a:rPr lang="en-US" altLang="en-US" i="1" dirty="0"/>
              <a:t>P</a:t>
            </a:r>
            <a:r>
              <a:rPr lang="en-US" altLang="en-US" i="1" baseline="-25000" dirty="0"/>
              <a:t>n</a:t>
            </a:r>
            <a:r>
              <a:rPr lang="en-US" altLang="en-US" dirty="0"/>
              <a:t>}, the set consisting of all the processes in the system</a:t>
            </a:r>
            <a:br>
              <a:rPr lang="en-US" altLang="en-US" dirty="0"/>
            </a:br>
            <a:endParaRPr lang="en-US" altLang="en-US" dirty="0"/>
          </a:p>
          <a:p>
            <a:pPr lvl="1">
              <a:buFont typeface="Wingdings" panose="05000000000000000000" pitchFamily="2" charset="2"/>
              <a:buChar char="Ø"/>
            </a:pPr>
            <a:r>
              <a:rPr lang="en-US" altLang="en-US" i="1" dirty="0"/>
              <a:t>R</a:t>
            </a:r>
            <a:r>
              <a:rPr lang="en-US" altLang="en-US" dirty="0"/>
              <a:t> = {</a:t>
            </a:r>
            <a:r>
              <a:rPr lang="en-US" altLang="en-US" i="1" dirty="0"/>
              <a:t>R</a:t>
            </a:r>
            <a:r>
              <a:rPr lang="en-US" altLang="en-US" baseline="-25000" dirty="0"/>
              <a:t>1</a:t>
            </a:r>
            <a:r>
              <a:rPr lang="en-US" altLang="en-US" dirty="0"/>
              <a:t>, </a:t>
            </a:r>
            <a:r>
              <a:rPr lang="en-US" altLang="en-US" i="1" dirty="0"/>
              <a:t>R</a:t>
            </a:r>
            <a:r>
              <a:rPr lang="en-US" altLang="en-US" baseline="-25000" dirty="0"/>
              <a:t>2</a:t>
            </a:r>
            <a:r>
              <a:rPr lang="en-US" altLang="en-US" dirty="0"/>
              <a:t>, …, </a:t>
            </a:r>
            <a:r>
              <a:rPr lang="en-US" altLang="en-US" i="1" dirty="0"/>
              <a:t>R</a:t>
            </a:r>
            <a:r>
              <a:rPr lang="en-US" altLang="en-US" i="1" baseline="-25000" dirty="0"/>
              <a:t>m</a:t>
            </a:r>
            <a:r>
              <a:rPr lang="en-US" altLang="en-US" dirty="0"/>
              <a:t>}, the set consisting of all resource types in the system</a:t>
            </a:r>
            <a:endParaRPr lang="en-US" altLang="en-US" dirty="0"/>
          </a:p>
          <a:p>
            <a:pPr lvl="1"/>
            <a:endParaRPr lang="en-US" altLang="en-US" sz="900" dirty="0"/>
          </a:p>
          <a:p>
            <a:pPr>
              <a:buFont typeface="Wingdings" panose="05000000000000000000" pitchFamily="2" charset="2"/>
              <a:buChar char="q"/>
            </a:pPr>
            <a:r>
              <a:rPr lang="en-US" altLang="en-US" b="1" dirty="0">
                <a:solidFill>
                  <a:srgbClr val="3366FF"/>
                </a:solidFill>
              </a:rPr>
              <a:t>request edge</a:t>
            </a:r>
            <a:r>
              <a:rPr lang="en-US" altLang="en-US" dirty="0">
                <a:solidFill>
                  <a:srgbClr val="3366FF"/>
                </a:solidFill>
              </a:rPr>
              <a:t> </a:t>
            </a:r>
            <a:r>
              <a:rPr lang="en-US" altLang="en-US" dirty="0"/>
              <a:t>– directed edge </a:t>
            </a:r>
            <a:r>
              <a:rPr lang="en-US" altLang="en-US" i="1" dirty="0"/>
              <a:t>P</a:t>
            </a:r>
            <a:r>
              <a:rPr lang="en-US" altLang="en-US" i="1" baseline="-25000" dirty="0"/>
              <a:t>i </a:t>
            </a:r>
            <a:r>
              <a:rPr lang="en-US" altLang="en-US" dirty="0">
                <a:sym typeface="Symbol" panose="05050102010706020507" pitchFamily="18" charset="2"/>
              </a:rPr>
              <a:t> </a:t>
            </a:r>
            <a:r>
              <a:rPr lang="en-US" altLang="en-US" i="1" dirty="0">
                <a:sym typeface="Symbol" panose="05050102010706020507" pitchFamily="18" charset="2"/>
              </a:rPr>
              <a:t>R</a:t>
            </a:r>
            <a:r>
              <a:rPr lang="en-US" altLang="en-US" i="1" baseline="-25000" dirty="0">
                <a:sym typeface="Symbol" panose="05050102010706020507" pitchFamily="18" charset="2"/>
              </a:rPr>
              <a:t>j</a:t>
            </a:r>
            <a:endParaRPr lang="en-US" altLang="en-US" i="1" baseline="-25000" dirty="0">
              <a:sym typeface="Symbol" panose="05050102010706020507" pitchFamily="18" charset="2"/>
            </a:endParaRPr>
          </a:p>
          <a:p>
            <a:pPr>
              <a:buFont typeface="Wingdings" panose="05000000000000000000" pitchFamily="2" charset="2"/>
              <a:buChar char="q"/>
            </a:pPr>
            <a:endParaRPr lang="en-US" altLang="en-US" sz="800" i="1" baseline="-25000" dirty="0">
              <a:sym typeface="Symbol" panose="05050102010706020507" pitchFamily="18" charset="2"/>
            </a:endParaRPr>
          </a:p>
          <a:p>
            <a:pPr>
              <a:buFont typeface="Wingdings" panose="05000000000000000000" pitchFamily="2" charset="2"/>
              <a:buChar char="q"/>
            </a:pPr>
            <a:r>
              <a:rPr lang="en-US" altLang="en-US" b="1" dirty="0">
                <a:solidFill>
                  <a:srgbClr val="3366FF"/>
                </a:solidFill>
                <a:sym typeface="Symbol" panose="05050102010706020507" pitchFamily="18" charset="2"/>
              </a:rPr>
              <a:t>assignment edge</a:t>
            </a:r>
            <a:r>
              <a:rPr lang="en-US" altLang="en-US" dirty="0">
                <a:solidFill>
                  <a:srgbClr val="3366FF"/>
                </a:solidFill>
                <a:sym typeface="Symbol" panose="05050102010706020507" pitchFamily="18" charset="2"/>
              </a:rPr>
              <a:t> </a:t>
            </a:r>
            <a:r>
              <a:rPr lang="en-US" altLang="en-US" dirty="0"/>
              <a:t>– directed edge </a:t>
            </a:r>
            <a:r>
              <a:rPr lang="en-US" altLang="en-US" i="1" dirty="0"/>
              <a:t>R</a:t>
            </a:r>
            <a:r>
              <a:rPr lang="en-US" altLang="en-US" i="1" baseline="-25000" dirty="0"/>
              <a:t>j</a:t>
            </a:r>
            <a:r>
              <a:rPr lang="en-US" altLang="en-US" i="1" dirty="0"/>
              <a:t> </a:t>
            </a:r>
            <a:r>
              <a:rPr lang="en-US" altLang="en-US" dirty="0">
                <a:sym typeface="Symbol" panose="05050102010706020507" pitchFamily="18" charset="2"/>
              </a:rPr>
              <a:t> </a:t>
            </a:r>
            <a:r>
              <a:rPr lang="en-US" altLang="en-US" i="1" dirty="0">
                <a:sym typeface="Symbol" panose="05050102010706020507" pitchFamily="18" charset="2"/>
              </a:rPr>
              <a:t>P</a:t>
            </a:r>
            <a:r>
              <a:rPr lang="en-US" altLang="en-US" i="1" baseline="-25000" dirty="0">
                <a:sym typeface="Symbol" panose="05050102010706020507" pitchFamily="18" charset="2"/>
              </a:rPr>
              <a:t>i</a:t>
            </a:r>
            <a:endParaRPr lang="en-US" altLang="en-US" dirty="0">
              <a:sym typeface="Symbol" panose="05050102010706020507" pitchFamily="18" charset="2"/>
            </a:endParaRPr>
          </a:p>
        </p:txBody>
      </p:sp>
      <p:sp>
        <p:nvSpPr>
          <p:cNvPr id="21508" name="Text Box 4"/>
          <p:cNvSpPr txBox="1"/>
          <p:nvPr/>
        </p:nvSpPr>
        <p:spPr>
          <a:xfrm>
            <a:off x="822325" y="2124075"/>
            <a:ext cx="4692650" cy="396875"/>
          </a:xfrm>
          <a:prstGeom prst="rect">
            <a:avLst/>
          </a:prstGeom>
          <a:noFill/>
          <a:ln w="9525">
            <a:noFill/>
          </a:ln>
        </p:spPr>
        <p:txBody>
          <a:bodyPr wrap="none" anchor="ctr" anchorCtr="0">
            <a:spAutoFit/>
          </a:bodyPr>
          <a:lstStyle>
            <a:lvl1pPr marL="342900" indent="-342900" algn="l" rtl="0" eaLnBrk="0" fontAlgn="base" hangingPunct="0">
              <a:spcBef>
                <a:spcPct val="35000"/>
              </a:spcBef>
              <a:spcAft>
                <a:spcPct val="0"/>
              </a:spcAft>
              <a:buClr>
                <a:srgbClr val="993300"/>
              </a:buClr>
              <a:buSzPct val="90000"/>
              <a:buFont typeface="Monotype Sorts" pitchFamily="-84" charset="2"/>
              <a:buChar char="n"/>
              <a:defRPr kumimoji="1">
                <a:solidFill>
                  <a:schemeClr val="tx1"/>
                </a:solidFill>
                <a:latin typeface="+mn-lt"/>
                <a:ea typeface="MS PGothic" panose="020B0600070205080204" pitchFamily="34" charset="-128"/>
                <a:cs typeface="MS PGothic" panose="020B0600070205080204" pitchFamily="34" charset="-128"/>
              </a:defRPr>
            </a:lvl1pPr>
            <a:lvl2pPr marL="742950" indent="-285750" algn="l" rtl="0" eaLnBrk="0" fontAlgn="base" hangingPunct="0">
              <a:spcBef>
                <a:spcPct val="35000"/>
              </a:spcBef>
              <a:spcAft>
                <a:spcPct val="0"/>
              </a:spcAft>
              <a:buClr>
                <a:srgbClr val="CC6600"/>
              </a:buClr>
              <a:buSzPct val="80000"/>
              <a:buFont typeface="Monotype Sorts" pitchFamily="-84" charset="2"/>
              <a:buChar char="l"/>
              <a:defRPr kumimoji="1">
                <a:solidFill>
                  <a:schemeClr val="tx1"/>
                </a:solidFill>
                <a:latin typeface="+mn-lt"/>
                <a:ea typeface="MS PGothic" panose="020B0600070205080204" pitchFamily="34" charset="-128"/>
              </a:defRPr>
            </a:lvl2pPr>
            <a:lvl3pPr marL="1085850"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a:solidFill>
                  <a:schemeClr val="tx1"/>
                </a:solidFill>
                <a:latin typeface="+mn-lt"/>
                <a:ea typeface="MS PGothic" panose="020B0600070205080204" pitchFamily="34" charset="-128"/>
              </a:defRPr>
            </a:lvl3pPr>
            <a:lvl4pPr marL="1428750" indent="-228600" algn="l" rtl="0" eaLnBrk="0" fontAlgn="base" hangingPunct="0">
              <a:spcBef>
                <a:spcPct val="35000"/>
              </a:spcBef>
              <a:spcAft>
                <a:spcPct val="0"/>
              </a:spcAft>
              <a:buClr>
                <a:schemeClr val="hlink"/>
              </a:buClr>
              <a:buSzPct val="75000"/>
              <a:buChar char="–"/>
              <a:defRPr kumimoji="1">
                <a:solidFill>
                  <a:schemeClr val="tx1"/>
                </a:solidFill>
                <a:latin typeface="+mn-lt"/>
                <a:ea typeface="MS PGothic" panose="020B0600070205080204" pitchFamily="34" charset="-128"/>
              </a:defRPr>
            </a:lvl4pPr>
            <a:lvl5pPr marL="17716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anose="020B0600070205080204" pitchFamily="34" charset="-128"/>
              </a:defRPr>
            </a:lvl5pPr>
          </a:lstStyle>
          <a:p>
            <a:pPr marL="0" lvl="0" indent="0" algn="ctr">
              <a:spcBef>
                <a:spcPct val="50000"/>
              </a:spcBef>
              <a:buClrTx/>
              <a:buSzTx/>
              <a:buFontTx/>
              <a:buNone/>
            </a:pPr>
            <a:r>
              <a:rPr lang="en-US" altLang="en-US" sz="2000" dirty="0"/>
              <a:t>A set of vertices </a:t>
            </a:r>
            <a:r>
              <a:rPr lang="en-US" altLang="en-US" sz="2000" i="1" dirty="0"/>
              <a:t>V</a:t>
            </a:r>
            <a:r>
              <a:rPr lang="en-US" altLang="en-US" sz="2000" dirty="0"/>
              <a:t> and a set of edges </a:t>
            </a:r>
            <a:r>
              <a:rPr lang="en-US" altLang="en-US" sz="2000" i="1" dirty="0"/>
              <a:t>E</a:t>
            </a:r>
            <a:r>
              <a:rPr lang="en-US" altLang="en-US" sz="2000" dirty="0"/>
              <a:t>.</a:t>
            </a:r>
            <a:endParaRPr lang="en-US" altLang="en-US" sz="2000" dirty="0"/>
          </a:p>
        </p:txBody>
      </p:sp>
      <p:sp>
        <p:nvSpPr>
          <p:cNvPr id="21509" name="文本框 7"/>
          <p:cNvSpPr txBox="1"/>
          <p:nvPr/>
        </p:nvSpPr>
        <p:spPr>
          <a:xfrm>
            <a:off x="822325" y="1168400"/>
            <a:ext cx="7472363" cy="646113"/>
          </a:xfrm>
          <a:prstGeom prst="rect">
            <a:avLst/>
          </a:prstGeom>
          <a:noFill/>
          <a:ln w="9525">
            <a:noFill/>
          </a:ln>
        </p:spPr>
        <p:txBody>
          <a:bodyPr>
            <a:spAutoFit/>
          </a:bodyPr>
          <a:lstStyle>
            <a:lvl1pPr marL="342900" indent="-342900" algn="l" rtl="0" eaLnBrk="0" fontAlgn="base" hangingPunct="0">
              <a:spcBef>
                <a:spcPct val="35000"/>
              </a:spcBef>
              <a:spcAft>
                <a:spcPct val="0"/>
              </a:spcAft>
              <a:buClr>
                <a:srgbClr val="993300"/>
              </a:buClr>
              <a:buSzPct val="90000"/>
              <a:buFont typeface="Monotype Sorts" pitchFamily="-84" charset="2"/>
              <a:buChar char="n"/>
              <a:defRPr kumimoji="1">
                <a:solidFill>
                  <a:schemeClr val="tx1"/>
                </a:solidFill>
                <a:latin typeface="+mn-lt"/>
                <a:ea typeface="MS PGothic" panose="020B0600070205080204" pitchFamily="34" charset="-128"/>
                <a:cs typeface="MS PGothic" panose="020B0600070205080204" pitchFamily="34" charset="-128"/>
              </a:defRPr>
            </a:lvl1pPr>
            <a:lvl2pPr marL="742950" indent="-285750" algn="l" rtl="0" eaLnBrk="0" fontAlgn="base" hangingPunct="0">
              <a:spcBef>
                <a:spcPct val="35000"/>
              </a:spcBef>
              <a:spcAft>
                <a:spcPct val="0"/>
              </a:spcAft>
              <a:buClr>
                <a:srgbClr val="CC6600"/>
              </a:buClr>
              <a:buSzPct val="80000"/>
              <a:buFont typeface="Monotype Sorts" pitchFamily="-84" charset="2"/>
              <a:buChar char="l"/>
              <a:defRPr kumimoji="1">
                <a:solidFill>
                  <a:schemeClr val="tx1"/>
                </a:solidFill>
                <a:latin typeface="+mn-lt"/>
                <a:ea typeface="MS PGothic" panose="020B0600070205080204" pitchFamily="34" charset="-128"/>
              </a:defRPr>
            </a:lvl2pPr>
            <a:lvl3pPr marL="1085850"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a:solidFill>
                  <a:schemeClr val="tx1"/>
                </a:solidFill>
                <a:latin typeface="+mn-lt"/>
                <a:ea typeface="MS PGothic" panose="020B0600070205080204" pitchFamily="34" charset="-128"/>
              </a:defRPr>
            </a:lvl3pPr>
            <a:lvl4pPr marL="1428750" indent="-228600" algn="l" rtl="0" eaLnBrk="0" fontAlgn="base" hangingPunct="0">
              <a:spcBef>
                <a:spcPct val="35000"/>
              </a:spcBef>
              <a:spcAft>
                <a:spcPct val="0"/>
              </a:spcAft>
              <a:buClr>
                <a:schemeClr val="hlink"/>
              </a:buClr>
              <a:buSzPct val="75000"/>
              <a:buChar char="–"/>
              <a:defRPr kumimoji="1">
                <a:solidFill>
                  <a:schemeClr val="tx1"/>
                </a:solidFill>
                <a:latin typeface="+mn-lt"/>
                <a:ea typeface="MS PGothic" panose="020B0600070205080204" pitchFamily="34" charset="-128"/>
              </a:defRPr>
            </a:lvl4pPr>
            <a:lvl5pPr marL="17716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anose="020B0600070205080204" pitchFamily="34" charset="-128"/>
              </a:defRPr>
            </a:lvl5pPr>
          </a:lstStyle>
          <a:p>
            <a:pPr marL="0" lvl="0" indent="0">
              <a:spcBef>
                <a:spcPct val="0"/>
              </a:spcBef>
              <a:buClrTx/>
              <a:buSzTx/>
              <a:buFontTx/>
              <a:buNone/>
            </a:pPr>
            <a:r>
              <a:rPr lang="en-US" altLang="zh-CN" dirty="0">
                <a:latin typeface="Verdana" panose="020B0604030504040204" pitchFamily="34" charset="0"/>
              </a:rPr>
              <a:t>Deadlocks can be described more precisely in terms of a </a:t>
            </a:r>
            <a:r>
              <a:rPr lang="en-US" altLang="zh-CN" b="1" dirty="0">
                <a:latin typeface="Verdana" panose="020B0604030504040204" pitchFamily="34" charset="0"/>
              </a:rPr>
              <a:t>directed graph </a:t>
            </a:r>
            <a:r>
              <a:rPr lang="en-US" altLang="zh-CN" dirty="0">
                <a:latin typeface="Verdana" panose="020B0604030504040204" pitchFamily="34" charset="0"/>
              </a:rPr>
              <a:t>called a system </a:t>
            </a:r>
            <a:r>
              <a:rPr lang="en-US" altLang="zh-CN" dirty="0">
                <a:solidFill>
                  <a:srgbClr val="FF0000"/>
                </a:solidFill>
                <a:latin typeface="Verdana" panose="020B0604030504040204" pitchFamily="34" charset="0"/>
              </a:rPr>
              <a:t>resource-allocation graph</a:t>
            </a:r>
            <a:endParaRPr lang="en-US" altLang="zh-CN" dirty="0">
              <a:solidFill>
                <a:srgbClr val="FF0000"/>
              </a:solidFill>
              <a:latin typeface="Verdana" panose="020B0604030504040204" pitchFamily="34"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3554" name="Rectangle 2"/>
          <p:cNvSpPr>
            <a:spLocks noGrp="1"/>
          </p:cNvSpPr>
          <p:nvPr>
            <p:ph type="title" idx="4294967295"/>
          </p:nvPr>
        </p:nvSpPr>
        <p:spPr>
          <a:xfrm>
            <a:off x="1128713" y="182563"/>
            <a:ext cx="7810500" cy="576262"/>
          </a:xfrm>
        </p:spPr>
        <p:txBody>
          <a:bodyPr vert="horz" wrap="square" lIns="91440" tIns="45720" rIns="91440" bIns="45720" anchor="b" anchorCtr="0"/>
          <a:p>
            <a:pPr eaLnBrk="1" hangingPunct="1"/>
            <a:r>
              <a:rPr lang="en-US" altLang="en-US" dirty="0"/>
              <a:t>Resource-Allocation Graph (Cont.)</a:t>
            </a:r>
            <a:endParaRPr lang="en-US" altLang="en-US" dirty="0"/>
          </a:p>
        </p:txBody>
      </p:sp>
      <p:sp>
        <p:nvSpPr>
          <p:cNvPr id="23555" name="Rectangle 3"/>
          <p:cNvSpPr>
            <a:spLocks noGrp="1"/>
          </p:cNvSpPr>
          <p:nvPr>
            <p:ph type="body" idx="4294967295"/>
          </p:nvPr>
        </p:nvSpPr>
        <p:spPr>
          <a:xfrm>
            <a:off x="885825" y="1138238"/>
            <a:ext cx="7343775" cy="4530725"/>
          </a:xfrm>
        </p:spPr>
        <p:txBody>
          <a:bodyPr vert="horz" wrap="square" lIns="91440" tIns="45720" rIns="91440" bIns="45720" anchor="t" anchorCtr="0"/>
          <a:p>
            <a:r>
              <a:rPr lang="en-US" altLang="en-US" dirty="0"/>
              <a:t>Process</a:t>
            </a:r>
            <a:br>
              <a:rPr lang="en-US" altLang="en-US" dirty="0"/>
            </a:br>
            <a:br>
              <a:rPr lang="en-US" altLang="en-US" dirty="0"/>
            </a:br>
            <a:br>
              <a:rPr lang="en-US" altLang="en-US" dirty="0"/>
            </a:br>
            <a:endParaRPr lang="en-US" altLang="en-US" dirty="0"/>
          </a:p>
          <a:p>
            <a:r>
              <a:rPr lang="en-US" altLang="en-US" dirty="0"/>
              <a:t>Resource Type with 4 instances</a:t>
            </a:r>
            <a:endParaRPr lang="en-US" altLang="en-US" dirty="0"/>
          </a:p>
          <a:p>
            <a:pPr>
              <a:buNone/>
            </a:pPr>
            <a:endParaRPr lang="en-US" altLang="en-US" dirty="0"/>
          </a:p>
          <a:p>
            <a:endParaRPr lang="en-US" altLang="en-US" dirty="0"/>
          </a:p>
          <a:p>
            <a:r>
              <a:rPr lang="en-US" altLang="en-US" i="1" dirty="0"/>
              <a:t>P</a:t>
            </a:r>
            <a:r>
              <a:rPr lang="en-US" altLang="en-US" i="1" baseline="-25000" dirty="0"/>
              <a:t>i</a:t>
            </a:r>
            <a:r>
              <a:rPr lang="en-US" altLang="en-US" i="1" dirty="0"/>
              <a:t> </a:t>
            </a:r>
            <a:r>
              <a:rPr lang="en-US" altLang="en-US" dirty="0"/>
              <a:t>requests instance of </a:t>
            </a:r>
            <a:r>
              <a:rPr lang="en-US" altLang="en-US" i="1" dirty="0"/>
              <a:t>R</a:t>
            </a:r>
            <a:r>
              <a:rPr lang="en-US" altLang="en-US" i="1" baseline="-25000" dirty="0"/>
              <a:t>j</a:t>
            </a:r>
            <a:endParaRPr lang="en-US" altLang="en-US" dirty="0"/>
          </a:p>
          <a:p>
            <a:endParaRPr lang="en-US" altLang="en-US" dirty="0"/>
          </a:p>
          <a:p>
            <a:pPr>
              <a:buNone/>
            </a:pPr>
            <a:endParaRPr lang="en-US" altLang="en-US" dirty="0"/>
          </a:p>
          <a:p>
            <a:r>
              <a:rPr lang="en-US" altLang="en-US" i="1" dirty="0"/>
              <a:t>P</a:t>
            </a:r>
            <a:r>
              <a:rPr lang="en-US" altLang="en-US" i="1" baseline="-25000" dirty="0"/>
              <a:t>i</a:t>
            </a:r>
            <a:r>
              <a:rPr lang="en-US" altLang="en-US" dirty="0"/>
              <a:t> is holding an instance of </a:t>
            </a:r>
            <a:r>
              <a:rPr lang="en-US" altLang="en-US" i="1" dirty="0"/>
              <a:t>R</a:t>
            </a:r>
            <a:r>
              <a:rPr lang="en-US" altLang="en-US" i="1" baseline="-25000" dirty="0"/>
              <a:t>j</a:t>
            </a:r>
            <a:endParaRPr lang="en-US" altLang="en-US" i="1" dirty="0"/>
          </a:p>
        </p:txBody>
      </p:sp>
      <p:sp>
        <p:nvSpPr>
          <p:cNvPr id="23556" name="Oval 4"/>
          <p:cNvSpPr/>
          <p:nvPr/>
        </p:nvSpPr>
        <p:spPr>
          <a:xfrm>
            <a:off x="4143375" y="1493838"/>
            <a:ext cx="495300" cy="495300"/>
          </a:xfrm>
          <a:prstGeom prst="ellipse">
            <a:avLst/>
          </a:prstGeom>
          <a:solidFill>
            <a:srgbClr val="CCECFF"/>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35000"/>
              </a:spcBef>
              <a:spcAft>
                <a:spcPct val="0"/>
              </a:spcAft>
              <a:buClr>
                <a:srgbClr val="993300"/>
              </a:buClr>
              <a:buSzPct val="90000"/>
              <a:buFont typeface="Monotype Sorts" pitchFamily="-84" charset="2"/>
              <a:buChar char="n"/>
              <a:defRPr kumimoji="1">
                <a:solidFill>
                  <a:schemeClr val="tx1"/>
                </a:solidFill>
                <a:latin typeface="+mn-lt"/>
                <a:ea typeface="MS PGothic" panose="020B0600070205080204" pitchFamily="34" charset="-128"/>
                <a:cs typeface="MS PGothic" panose="020B0600070205080204" pitchFamily="34" charset="-128"/>
              </a:defRPr>
            </a:lvl1pPr>
            <a:lvl2pPr marL="742950" indent="-285750" algn="l" rtl="0" eaLnBrk="0" fontAlgn="base" hangingPunct="0">
              <a:spcBef>
                <a:spcPct val="35000"/>
              </a:spcBef>
              <a:spcAft>
                <a:spcPct val="0"/>
              </a:spcAft>
              <a:buClr>
                <a:srgbClr val="CC6600"/>
              </a:buClr>
              <a:buSzPct val="80000"/>
              <a:buFont typeface="Monotype Sorts" pitchFamily="-84" charset="2"/>
              <a:buChar char="l"/>
              <a:defRPr kumimoji="1">
                <a:solidFill>
                  <a:schemeClr val="tx1"/>
                </a:solidFill>
                <a:latin typeface="+mn-lt"/>
                <a:ea typeface="MS PGothic" panose="020B0600070205080204" pitchFamily="34" charset="-128"/>
              </a:defRPr>
            </a:lvl2pPr>
            <a:lvl3pPr marL="1085850"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a:solidFill>
                  <a:schemeClr val="tx1"/>
                </a:solidFill>
                <a:latin typeface="+mn-lt"/>
                <a:ea typeface="MS PGothic" panose="020B0600070205080204" pitchFamily="34" charset="-128"/>
              </a:defRPr>
            </a:lvl3pPr>
            <a:lvl4pPr marL="1428750" indent="-228600" algn="l" rtl="0" eaLnBrk="0" fontAlgn="base" hangingPunct="0">
              <a:spcBef>
                <a:spcPct val="35000"/>
              </a:spcBef>
              <a:spcAft>
                <a:spcPct val="0"/>
              </a:spcAft>
              <a:buClr>
                <a:schemeClr val="hlink"/>
              </a:buClr>
              <a:buSzPct val="75000"/>
              <a:buChar char="–"/>
              <a:defRPr kumimoji="1">
                <a:solidFill>
                  <a:schemeClr val="tx1"/>
                </a:solidFill>
                <a:latin typeface="+mn-lt"/>
                <a:ea typeface="MS PGothic" panose="020B0600070205080204" pitchFamily="34" charset="-128"/>
              </a:defRPr>
            </a:lvl4pPr>
            <a:lvl5pPr marL="17716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anose="020B0600070205080204" pitchFamily="34" charset="-128"/>
              </a:defRPr>
            </a:lvl5pPr>
          </a:lstStyle>
          <a:p>
            <a:pPr marL="0" lvl="0" indent="0">
              <a:spcBef>
                <a:spcPct val="0"/>
              </a:spcBef>
              <a:buClrTx/>
              <a:buSzTx/>
              <a:buFontTx/>
              <a:buNone/>
            </a:pPr>
            <a:endParaRPr lang="en-US" altLang="en-US" dirty="0">
              <a:latin typeface="Verdana" panose="020B0604030504040204" pitchFamily="34" charset="0"/>
            </a:endParaRPr>
          </a:p>
        </p:txBody>
      </p:sp>
      <p:sp>
        <p:nvSpPr>
          <p:cNvPr id="23557" name="Oval 5"/>
          <p:cNvSpPr/>
          <p:nvPr/>
        </p:nvSpPr>
        <p:spPr>
          <a:xfrm>
            <a:off x="3876675" y="5316538"/>
            <a:ext cx="495300" cy="495300"/>
          </a:xfrm>
          <a:prstGeom prst="ellipse">
            <a:avLst/>
          </a:prstGeom>
          <a:solidFill>
            <a:srgbClr val="CCECFF"/>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35000"/>
              </a:spcBef>
              <a:spcAft>
                <a:spcPct val="0"/>
              </a:spcAft>
              <a:buClr>
                <a:srgbClr val="993300"/>
              </a:buClr>
              <a:buSzPct val="90000"/>
              <a:buFont typeface="Monotype Sorts" pitchFamily="-84" charset="2"/>
              <a:buChar char="n"/>
              <a:defRPr kumimoji="1">
                <a:solidFill>
                  <a:schemeClr val="tx1"/>
                </a:solidFill>
                <a:latin typeface="+mn-lt"/>
                <a:ea typeface="MS PGothic" panose="020B0600070205080204" pitchFamily="34" charset="-128"/>
                <a:cs typeface="MS PGothic" panose="020B0600070205080204" pitchFamily="34" charset="-128"/>
              </a:defRPr>
            </a:lvl1pPr>
            <a:lvl2pPr marL="742950" indent="-285750" algn="l" rtl="0" eaLnBrk="0" fontAlgn="base" hangingPunct="0">
              <a:spcBef>
                <a:spcPct val="35000"/>
              </a:spcBef>
              <a:spcAft>
                <a:spcPct val="0"/>
              </a:spcAft>
              <a:buClr>
                <a:srgbClr val="CC6600"/>
              </a:buClr>
              <a:buSzPct val="80000"/>
              <a:buFont typeface="Monotype Sorts" pitchFamily="-84" charset="2"/>
              <a:buChar char="l"/>
              <a:defRPr kumimoji="1">
                <a:solidFill>
                  <a:schemeClr val="tx1"/>
                </a:solidFill>
                <a:latin typeface="+mn-lt"/>
                <a:ea typeface="MS PGothic" panose="020B0600070205080204" pitchFamily="34" charset="-128"/>
              </a:defRPr>
            </a:lvl2pPr>
            <a:lvl3pPr marL="1085850"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a:solidFill>
                  <a:schemeClr val="tx1"/>
                </a:solidFill>
                <a:latin typeface="+mn-lt"/>
                <a:ea typeface="MS PGothic" panose="020B0600070205080204" pitchFamily="34" charset="-128"/>
              </a:defRPr>
            </a:lvl3pPr>
            <a:lvl4pPr marL="1428750" indent="-228600" algn="l" rtl="0" eaLnBrk="0" fontAlgn="base" hangingPunct="0">
              <a:spcBef>
                <a:spcPct val="35000"/>
              </a:spcBef>
              <a:spcAft>
                <a:spcPct val="0"/>
              </a:spcAft>
              <a:buClr>
                <a:schemeClr val="hlink"/>
              </a:buClr>
              <a:buSzPct val="75000"/>
              <a:buChar char="–"/>
              <a:defRPr kumimoji="1">
                <a:solidFill>
                  <a:schemeClr val="tx1"/>
                </a:solidFill>
                <a:latin typeface="+mn-lt"/>
                <a:ea typeface="MS PGothic" panose="020B0600070205080204" pitchFamily="34" charset="-128"/>
              </a:defRPr>
            </a:lvl4pPr>
            <a:lvl5pPr marL="17716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anose="020B0600070205080204" pitchFamily="34" charset="-128"/>
              </a:defRPr>
            </a:lvl5pPr>
          </a:lstStyle>
          <a:p>
            <a:pPr marL="0" lvl="0" indent="0" algn="ctr">
              <a:spcBef>
                <a:spcPct val="0"/>
              </a:spcBef>
              <a:buClrTx/>
              <a:buSzTx/>
              <a:buFontTx/>
              <a:buNone/>
            </a:pPr>
            <a:r>
              <a:rPr lang="en-US" altLang="en-US" i="1" dirty="0"/>
              <a:t>P</a:t>
            </a:r>
            <a:r>
              <a:rPr lang="en-US" altLang="en-US" i="1" baseline="-25000" dirty="0"/>
              <a:t>i</a:t>
            </a:r>
            <a:endParaRPr lang="en-US" altLang="en-US" dirty="0"/>
          </a:p>
        </p:txBody>
      </p:sp>
      <p:sp>
        <p:nvSpPr>
          <p:cNvPr id="23558" name="Oval 6"/>
          <p:cNvSpPr/>
          <p:nvPr/>
        </p:nvSpPr>
        <p:spPr>
          <a:xfrm>
            <a:off x="3860800" y="3914775"/>
            <a:ext cx="495300" cy="495300"/>
          </a:xfrm>
          <a:prstGeom prst="ellipse">
            <a:avLst/>
          </a:prstGeom>
          <a:solidFill>
            <a:srgbClr val="CCECFF"/>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35000"/>
              </a:spcBef>
              <a:spcAft>
                <a:spcPct val="0"/>
              </a:spcAft>
              <a:buClr>
                <a:srgbClr val="993300"/>
              </a:buClr>
              <a:buSzPct val="90000"/>
              <a:buFont typeface="Monotype Sorts" pitchFamily="-84" charset="2"/>
              <a:buChar char="n"/>
              <a:defRPr kumimoji="1">
                <a:solidFill>
                  <a:schemeClr val="tx1"/>
                </a:solidFill>
                <a:latin typeface="+mn-lt"/>
                <a:ea typeface="MS PGothic" panose="020B0600070205080204" pitchFamily="34" charset="-128"/>
                <a:cs typeface="MS PGothic" panose="020B0600070205080204" pitchFamily="34" charset="-128"/>
              </a:defRPr>
            </a:lvl1pPr>
            <a:lvl2pPr marL="742950" indent="-285750" algn="l" rtl="0" eaLnBrk="0" fontAlgn="base" hangingPunct="0">
              <a:spcBef>
                <a:spcPct val="35000"/>
              </a:spcBef>
              <a:spcAft>
                <a:spcPct val="0"/>
              </a:spcAft>
              <a:buClr>
                <a:srgbClr val="CC6600"/>
              </a:buClr>
              <a:buSzPct val="80000"/>
              <a:buFont typeface="Monotype Sorts" pitchFamily="-84" charset="2"/>
              <a:buChar char="l"/>
              <a:defRPr kumimoji="1">
                <a:solidFill>
                  <a:schemeClr val="tx1"/>
                </a:solidFill>
                <a:latin typeface="+mn-lt"/>
                <a:ea typeface="MS PGothic" panose="020B0600070205080204" pitchFamily="34" charset="-128"/>
              </a:defRPr>
            </a:lvl2pPr>
            <a:lvl3pPr marL="1085850"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a:solidFill>
                  <a:schemeClr val="tx1"/>
                </a:solidFill>
                <a:latin typeface="+mn-lt"/>
                <a:ea typeface="MS PGothic" panose="020B0600070205080204" pitchFamily="34" charset="-128"/>
              </a:defRPr>
            </a:lvl3pPr>
            <a:lvl4pPr marL="1428750" indent="-228600" algn="l" rtl="0" eaLnBrk="0" fontAlgn="base" hangingPunct="0">
              <a:spcBef>
                <a:spcPct val="35000"/>
              </a:spcBef>
              <a:spcAft>
                <a:spcPct val="0"/>
              </a:spcAft>
              <a:buClr>
                <a:schemeClr val="hlink"/>
              </a:buClr>
              <a:buSzPct val="75000"/>
              <a:buChar char="–"/>
              <a:defRPr kumimoji="1">
                <a:solidFill>
                  <a:schemeClr val="tx1"/>
                </a:solidFill>
                <a:latin typeface="+mn-lt"/>
                <a:ea typeface="MS PGothic" panose="020B0600070205080204" pitchFamily="34" charset="-128"/>
              </a:defRPr>
            </a:lvl4pPr>
            <a:lvl5pPr marL="17716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anose="020B0600070205080204" pitchFamily="34" charset="-128"/>
              </a:defRPr>
            </a:lvl5pPr>
          </a:lstStyle>
          <a:p>
            <a:pPr marL="0" lvl="0" indent="0" algn="ctr">
              <a:spcBef>
                <a:spcPct val="0"/>
              </a:spcBef>
              <a:buClrTx/>
              <a:buSzTx/>
              <a:buFontTx/>
              <a:buNone/>
            </a:pPr>
            <a:r>
              <a:rPr lang="en-US" altLang="en-US" i="1" dirty="0"/>
              <a:t>P</a:t>
            </a:r>
            <a:r>
              <a:rPr lang="en-US" altLang="en-US" i="1" baseline="-25000" dirty="0"/>
              <a:t>i</a:t>
            </a:r>
            <a:endParaRPr lang="en-US" altLang="en-US" i="1" dirty="0"/>
          </a:p>
        </p:txBody>
      </p:sp>
      <p:grpSp>
        <p:nvGrpSpPr>
          <p:cNvPr id="2" name="Group 12"/>
          <p:cNvGrpSpPr/>
          <p:nvPr/>
        </p:nvGrpSpPr>
        <p:grpSpPr bwMode="auto">
          <a:xfrm>
            <a:off x="4232275" y="2862263"/>
            <a:ext cx="438150" cy="419100"/>
            <a:chOff x="2666" y="1966"/>
            <a:chExt cx="276" cy="264"/>
          </a:xfrm>
          <a:solidFill>
            <a:srgbClr val="CCECFF"/>
          </a:solidFill>
        </p:grpSpPr>
        <p:sp>
          <p:nvSpPr>
            <p:cNvPr id="10264" name="Rectangle 7"/>
            <p:cNvSpPr>
              <a:spLocks noChangeArrowheads="1"/>
            </p:cNvSpPr>
            <p:nvPr/>
          </p:nvSpPr>
          <p:spPr bwMode="auto">
            <a:xfrm>
              <a:off x="2666" y="1966"/>
              <a:ext cx="276" cy="264"/>
            </a:xfrm>
            <a:prstGeom prst="rect">
              <a:avLst/>
            </a:prstGeom>
            <a:grpFill/>
            <a:ln w="9525">
              <a:solidFill>
                <a:schemeClr val="tx1"/>
              </a:solidFill>
              <a:miter lim="800000"/>
            </a:ln>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en-US" sz="1800" b="0" i="0" u="none" strike="noStrike" kern="1200" cap="none" spc="0" normalizeH="0" baseline="0" noProof="0">
                <a:ln>
                  <a:noFill/>
                </a:ln>
                <a:solidFill>
                  <a:schemeClr val="tx1"/>
                </a:solidFill>
                <a:effectLst/>
                <a:uLnTx/>
                <a:uFillTx/>
                <a:latin typeface="Verdana" panose="020B0604030504040204" pitchFamily="34" charset="0"/>
                <a:ea typeface="MS PGothic" panose="020B0600070205080204" pitchFamily="34" charset="-128"/>
                <a:cs typeface="+mn-cs"/>
              </a:endParaRPr>
            </a:p>
          </p:txBody>
        </p:sp>
        <p:sp>
          <p:nvSpPr>
            <p:cNvPr id="10265" name="Rectangle 8"/>
            <p:cNvSpPr>
              <a:spLocks noChangeArrowheads="1"/>
            </p:cNvSpPr>
            <p:nvPr/>
          </p:nvSpPr>
          <p:spPr bwMode="auto">
            <a:xfrm>
              <a:off x="2736" y="2026"/>
              <a:ext cx="47" cy="47"/>
            </a:xfrm>
            <a:prstGeom prst="rect">
              <a:avLst/>
            </a:prstGeom>
            <a:grpFill/>
            <a:ln w="9525">
              <a:solidFill>
                <a:schemeClr val="tx1"/>
              </a:solidFill>
              <a:miter lim="800000"/>
            </a:ln>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en-US" sz="1800" b="0" i="0" u="none" strike="noStrike" kern="1200" cap="none" spc="0" normalizeH="0" baseline="0" noProof="0">
                <a:ln>
                  <a:noFill/>
                </a:ln>
                <a:solidFill>
                  <a:schemeClr val="tx1"/>
                </a:solidFill>
                <a:effectLst/>
                <a:uLnTx/>
                <a:uFillTx/>
                <a:latin typeface="Verdana" panose="020B0604030504040204" pitchFamily="34" charset="0"/>
                <a:ea typeface="MS PGothic" panose="020B0600070205080204" pitchFamily="34" charset="-128"/>
                <a:cs typeface="+mn-cs"/>
              </a:endParaRPr>
            </a:p>
          </p:txBody>
        </p:sp>
        <p:sp>
          <p:nvSpPr>
            <p:cNvPr id="10266" name="Rectangle 9"/>
            <p:cNvSpPr>
              <a:spLocks noChangeArrowheads="1"/>
            </p:cNvSpPr>
            <p:nvPr/>
          </p:nvSpPr>
          <p:spPr bwMode="auto">
            <a:xfrm>
              <a:off x="2832" y="2026"/>
              <a:ext cx="47" cy="47"/>
            </a:xfrm>
            <a:prstGeom prst="rect">
              <a:avLst/>
            </a:prstGeom>
            <a:grpFill/>
            <a:ln w="9525">
              <a:solidFill>
                <a:schemeClr val="tx1"/>
              </a:solidFill>
              <a:miter lim="800000"/>
            </a:ln>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en-US" sz="1800" b="0" i="0" u="none" strike="noStrike" kern="1200" cap="none" spc="0" normalizeH="0" baseline="0" noProof="0">
                <a:ln>
                  <a:noFill/>
                </a:ln>
                <a:solidFill>
                  <a:schemeClr val="tx1"/>
                </a:solidFill>
                <a:effectLst/>
                <a:uLnTx/>
                <a:uFillTx/>
                <a:latin typeface="Verdana" panose="020B0604030504040204" pitchFamily="34" charset="0"/>
                <a:ea typeface="MS PGothic" panose="020B0600070205080204" pitchFamily="34" charset="-128"/>
                <a:cs typeface="+mn-cs"/>
              </a:endParaRPr>
            </a:p>
          </p:txBody>
        </p:sp>
        <p:sp>
          <p:nvSpPr>
            <p:cNvPr id="10267" name="Rectangle 10"/>
            <p:cNvSpPr>
              <a:spLocks noChangeArrowheads="1"/>
            </p:cNvSpPr>
            <p:nvPr/>
          </p:nvSpPr>
          <p:spPr bwMode="auto">
            <a:xfrm>
              <a:off x="2736" y="2108"/>
              <a:ext cx="47" cy="47"/>
            </a:xfrm>
            <a:prstGeom prst="rect">
              <a:avLst/>
            </a:prstGeom>
            <a:grpFill/>
            <a:ln w="9525">
              <a:solidFill>
                <a:schemeClr val="tx1"/>
              </a:solidFill>
              <a:miter lim="800000"/>
            </a:ln>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en-US" sz="1800" b="0" i="0" u="none" strike="noStrike" kern="1200" cap="none" spc="0" normalizeH="0" baseline="0" noProof="0">
                <a:ln>
                  <a:noFill/>
                </a:ln>
                <a:solidFill>
                  <a:schemeClr val="tx1"/>
                </a:solidFill>
                <a:effectLst/>
                <a:uLnTx/>
                <a:uFillTx/>
                <a:latin typeface="Verdana" panose="020B0604030504040204" pitchFamily="34" charset="0"/>
                <a:ea typeface="MS PGothic" panose="020B0600070205080204" pitchFamily="34" charset="-128"/>
                <a:cs typeface="+mn-cs"/>
              </a:endParaRPr>
            </a:p>
          </p:txBody>
        </p:sp>
        <p:sp>
          <p:nvSpPr>
            <p:cNvPr id="10268" name="Rectangle 11"/>
            <p:cNvSpPr>
              <a:spLocks noChangeArrowheads="1"/>
            </p:cNvSpPr>
            <p:nvPr/>
          </p:nvSpPr>
          <p:spPr bwMode="auto">
            <a:xfrm>
              <a:off x="2832" y="2108"/>
              <a:ext cx="47" cy="47"/>
            </a:xfrm>
            <a:prstGeom prst="rect">
              <a:avLst/>
            </a:prstGeom>
            <a:grpFill/>
            <a:ln w="9525">
              <a:solidFill>
                <a:schemeClr val="tx1"/>
              </a:solidFill>
              <a:miter lim="800000"/>
            </a:ln>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en-US" sz="1800" b="0" i="0" u="none" strike="noStrike" kern="1200" cap="none" spc="0" normalizeH="0" baseline="0" noProof="0">
                <a:ln>
                  <a:noFill/>
                </a:ln>
                <a:solidFill>
                  <a:schemeClr val="tx1"/>
                </a:solidFill>
                <a:effectLst/>
                <a:uLnTx/>
                <a:uFillTx/>
                <a:latin typeface="Verdana" panose="020B0604030504040204" pitchFamily="34" charset="0"/>
                <a:ea typeface="MS PGothic" panose="020B0600070205080204" pitchFamily="34" charset="-128"/>
                <a:cs typeface="+mn-cs"/>
              </a:endParaRPr>
            </a:p>
          </p:txBody>
        </p:sp>
      </p:grpSp>
      <p:grpSp>
        <p:nvGrpSpPr>
          <p:cNvPr id="3" name="Group 13"/>
          <p:cNvGrpSpPr/>
          <p:nvPr/>
        </p:nvGrpSpPr>
        <p:grpSpPr bwMode="auto">
          <a:xfrm>
            <a:off x="4692650" y="3978275"/>
            <a:ext cx="438150" cy="419100"/>
            <a:chOff x="2666" y="1966"/>
            <a:chExt cx="276" cy="264"/>
          </a:xfrm>
          <a:solidFill>
            <a:srgbClr val="CCECFF"/>
          </a:solidFill>
        </p:grpSpPr>
        <p:sp>
          <p:nvSpPr>
            <p:cNvPr id="10259" name="Rectangle 14"/>
            <p:cNvSpPr>
              <a:spLocks noChangeArrowheads="1"/>
            </p:cNvSpPr>
            <p:nvPr/>
          </p:nvSpPr>
          <p:spPr bwMode="auto">
            <a:xfrm>
              <a:off x="2666" y="1966"/>
              <a:ext cx="276" cy="264"/>
            </a:xfrm>
            <a:prstGeom prst="rect">
              <a:avLst/>
            </a:prstGeom>
            <a:grpFill/>
            <a:ln w="9525">
              <a:solidFill>
                <a:schemeClr val="tx1"/>
              </a:solidFill>
              <a:miter lim="800000"/>
            </a:ln>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en-US" sz="1800" b="0" i="0" u="none" strike="noStrike" kern="1200" cap="none" spc="0" normalizeH="0" baseline="0" noProof="0">
                <a:ln>
                  <a:noFill/>
                </a:ln>
                <a:solidFill>
                  <a:schemeClr val="tx1"/>
                </a:solidFill>
                <a:effectLst/>
                <a:uLnTx/>
                <a:uFillTx/>
                <a:latin typeface="Verdana" panose="020B0604030504040204" pitchFamily="34" charset="0"/>
                <a:ea typeface="MS PGothic" panose="020B0600070205080204" pitchFamily="34" charset="-128"/>
                <a:cs typeface="+mn-cs"/>
              </a:endParaRPr>
            </a:p>
          </p:txBody>
        </p:sp>
        <p:sp>
          <p:nvSpPr>
            <p:cNvPr id="10260" name="Rectangle 15"/>
            <p:cNvSpPr>
              <a:spLocks noChangeArrowheads="1"/>
            </p:cNvSpPr>
            <p:nvPr/>
          </p:nvSpPr>
          <p:spPr bwMode="auto">
            <a:xfrm>
              <a:off x="2736" y="2026"/>
              <a:ext cx="47" cy="47"/>
            </a:xfrm>
            <a:prstGeom prst="rect">
              <a:avLst/>
            </a:prstGeom>
            <a:grpFill/>
            <a:ln w="9525">
              <a:solidFill>
                <a:schemeClr val="tx1"/>
              </a:solidFill>
              <a:miter lim="800000"/>
            </a:ln>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en-US" sz="1800" b="0" i="0" u="none" strike="noStrike" kern="1200" cap="none" spc="0" normalizeH="0" baseline="0" noProof="0">
                <a:ln>
                  <a:noFill/>
                </a:ln>
                <a:solidFill>
                  <a:schemeClr val="tx1"/>
                </a:solidFill>
                <a:effectLst/>
                <a:uLnTx/>
                <a:uFillTx/>
                <a:latin typeface="Verdana" panose="020B0604030504040204" pitchFamily="34" charset="0"/>
                <a:ea typeface="MS PGothic" panose="020B0600070205080204" pitchFamily="34" charset="-128"/>
                <a:cs typeface="+mn-cs"/>
              </a:endParaRPr>
            </a:p>
          </p:txBody>
        </p:sp>
        <p:sp>
          <p:nvSpPr>
            <p:cNvPr id="10261" name="Rectangle 16"/>
            <p:cNvSpPr>
              <a:spLocks noChangeArrowheads="1"/>
            </p:cNvSpPr>
            <p:nvPr/>
          </p:nvSpPr>
          <p:spPr bwMode="auto">
            <a:xfrm>
              <a:off x="2832" y="2026"/>
              <a:ext cx="47" cy="47"/>
            </a:xfrm>
            <a:prstGeom prst="rect">
              <a:avLst/>
            </a:prstGeom>
            <a:grpFill/>
            <a:ln w="9525">
              <a:solidFill>
                <a:schemeClr val="tx1"/>
              </a:solidFill>
              <a:miter lim="800000"/>
            </a:ln>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en-US" sz="1800" b="0" i="0" u="none" strike="noStrike" kern="1200" cap="none" spc="0" normalizeH="0" baseline="0" noProof="0">
                <a:ln>
                  <a:noFill/>
                </a:ln>
                <a:solidFill>
                  <a:schemeClr val="tx1"/>
                </a:solidFill>
                <a:effectLst/>
                <a:uLnTx/>
                <a:uFillTx/>
                <a:latin typeface="Verdana" panose="020B0604030504040204" pitchFamily="34" charset="0"/>
                <a:ea typeface="MS PGothic" panose="020B0600070205080204" pitchFamily="34" charset="-128"/>
                <a:cs typeface="+mn-cs"/>
              </a:endParaRPr>
            </a:p>
          </p:txBody>
        </p:sp>
        <p:sp>
          <p:nvSpPr>
            <p:cNvPr id="10262" name="Rectangle 17"/>
            <p:cNvSpPr>
              <a:spLocks noChangeArrowheads="1"/>
            </p:cNvSpPr>
            <p:nvPr/>
          </p:nvSpPr>
          <p:spPr bwMode="auto">
            <a:xfrm>
              <a:off x="2736" y="2108"/>
              <a:ext cx="47" cy="47"/>
            </a:xfrm>
            <a:prstGeom prst="rect">
              <a:avLst/>
            </a:prstGeom>
            <a:grpFill/>
            <a:ln w="9525">
              <a:solidFill>
                <a:schemeClr val="tx1"/>
              </a:solidFill>
              <a:miter lim="800000"/>
            </a:ln>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en-US" sz="1800" b="0" i="0" u="none" strike="noStrike" kern="1200" cap="none" spc="0" normalizeH="0" baseline="0" noProof="0">
                <a:ln>
                  <a:noFill/>
                </a:ln>
                <a:solidFill>
                  <a:schemeClr val="tx1"/>
                </a:solidFill>
                <a:effectLst/>
                <a:uLnTx/>
                <a:uFillTx/>
                <a:latin typeface="Verdana" panose="020B0604030504040204" pitchFamily="34" charset="0"/>
                <a:ea typeface="MS PGothic" panose="020B0600070205080204" pitchFamily="34" charset="-128"/>
                <a:cs typeface="+mn-cs"/>
              </a:endParaRPr>
            </a:p>
          </p:txBody>
        </p:sp>
        <p:sp>
          <p:nvSpPr>
            <p:cNvPr id="10263" name="Rectangle 18"/>
            <p:cNvSpPr>
              <a:spLocks noChangeArrowheads="1"/>
            </p:cNvSpPr>
            <p:nvPr/>
          </p:nvSpPr>
          <p:spPr bwMode="auto">
            <a:xfrm>
              <a:off x="2832" y="2108"/>
              <a:ext cx="47" cy="47"/>
            </a:xfrm>
            <a:prstGeom prst="rect">
              <a:avLst/>
            </a:prstGeom>
            <a:grpFill/>
            <a:ln w="9525">
              <a:solidFill>
                <a:schemeClr val="tx1"/>
              </a:solidFill>
              <a:miter lim="800000"/>
            </a:ln>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en-US" sz="1800" b="0" i="0" u="none" strike="noStrike" kern="1200" cap="none" spc="0" normalizeH="0" baseline="0" noProof="0">
                <a:ln>
                  <a:noFill/>
                </a:ln>
                <a:solidFill>
                  <a:schemeClr val="tx1"/>
                </a:solidFill>
                <a:effectLst/>
                <a:uLnTx/>
                <a:uFillTx/>
                <a:latin typeface="Verdana" panose="020B0604030504040204" pitchFamily="34" charset="0"/>
                <a:ea typeface="MS PGothic" panose="020B0600070205080204" pitchFamily="34" charset="-128"/>
                <a:cs typeface="+mn-cs"/>
              </a:endParaRPr>
            </a:p>
          </p:txBody>
        </p:sp>
      </p:grpSp>
      <p:sp>
        <p:nvSpPr>
          <p:cNvPr id="23561" name="Line 19"/>
          <p:cNvSpPr/>
          <p:nvPr/>
        </p:nvSpPr>
        <p:spPr>
          <a:xfrm>
            <a:off x="4365625" y="4181475"/>
            <a:ext cx="304800" cy="0"/>
          </a:xfrm>
          <a:prstGeom prst="line">
            <a:avLst/>
          </a:prstGeom>
          <a:ln w="9525" cap="flat" cmpd="sng">
            <a:solidFill>
              <a:schemeClr val="tx1"/>
            </a:solidFill>
            <a:prstDash val="solid"/>
            <a:headEnd type="none" w="med" len="med"/>
            <a:tailEnd type="triangle" w="med" len="med"/>
          </a:ln>
        </p:spPr>
      </p:sp>
      <p:sp>
        <p:nvSpPr>
          <p:cNvPr id="23562" name="Text Box 20"/>
          <p:cNvSpPr txBox="1"/>
          <p:nvPr/>
        </p:nvSpPr>
        <p:spPr>
          <a:xfrm>
            <a:off x="4752975" y="4395788"/>
            <a:ext cx="338138" cy="304800"/>
          </a:xfrm>
          <a:prstGeom prst="rect">
            <a:avLst/>
          </a:prstGeom>
          <a:noFill/>
          <a:ln w="9525">
            <a:noFill/>
          </a:ln>
        </p:spPr>
        <p:txBody>
          <a:bodyPr wrap="none" anchor="ctr" anchorCtr="0">
            <a:spAutoFit/>
          </a:bodyPr>
          <a:lstStyle>
            <a:lvl1pPr marL="342900" indent="-342900" algn="l" rtl="0" eaLnBrk="0" fontAlgn="base" hangingPunct="0">
              <a:spcBef>
                <a:spcPct val="35000"/>
              </a:spcBef>
              <a:spcAft>
                <a:spcPct val="0"/>
              </a:spcAft>
              <a:buClr>
                <a:srgbClr val="993300"/>
              </a:buClr>
              <a:buSzPct val="90000"/>
              <a:buFont typeface="Monotype Sorts" pitchFamily="-84" charset="2"/>
              <a:buChar char="n"/>
              <a:defRPr kumimoji="1">
                <a:solidFill>
                  <a:schemeClr val="tx1"/>
                </a:solidFill>
                <a:latin typeface="+mn-lt"/>
                <a:ea typeface="MS PGothic" panose="020B0600070205080204" pitchFamily="34" charset="-128"/>
                <a:cs typeface="MS PGothic" panose="020B0600070205080204" pitchFamily="34" charset="-128"/>
              </a:defRPr>
            </a:lvl1pPr>
            <a:lvl2pPr marL="742950" indent="-285750" algn="l" rtl="0" eaLnBrk="0" fontAlgn="base" hangingPunct="0">
              <a:spcBef>
                <a:spcPct val="35000"/>
              </a:spcBef>
              <a:spcAft>
                <a:spcPct val="0"/>
              </a:spcAft>
              <a:buClr>
                <a:srgbClr val="CC6600"/>
              </a:buClr>
              <a:buSzPct val="80000"/>
              <a:buFont typeface="Monotype Sorts" pitchFamily="-84" charset="2"/>
              <a:buChar char="l"/>
              <a:defRPr kumimoji="1">
                <a:solidFill>
                  <a:schemeClr val="tx1"/>
                </a:solidFill>
                <a:latin typeface="+mn-lt"/>
                <a:ea typeface="MS PGothic" panose="020B0600070205080204" pitchFamily="34" charset="-128"/>
              </a:defRPr>
            </a:lvl2pPr>
            <a:lvl3pPr marL="1085850"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a:solidFill>
                  <a:schemeClr val="tx1"/>
                </a:solidFill>
                <a:latin typeface="+mn-lt"/>
                <a:ea typeface="MS PGothic" panose="020B0600070205080204" pitchFamily="34" charset="-128"/>
              </a:defRPr>
            </a:lvl3pPr>
            <a:lvl4pPr marL="1428750" indent="-228600" algn="l" rtl="0" eaLnBrk="0" fontAlgn="base" hangingPunct="0">
              <a:spcBef>
                <a:spcPct val="35000"/>
              </a:spcBef>
              <a:spcAft>
                <a:spcPct val="0"/>
              </a:spcAft>
              <a:buClr>
                <a:schemeClr val="hlink"/>
              </a:buClr>
              <a:buSzPct val="75000"/>
              <a:buChar char="–"/>
              <a:defRPr kumimoji="1">
                <a:solidFill>
                  <a:schemeClr val="tx1"/>
                </a:solidFill>
                <a:latin typeface="+mn-lt"/>
                <a:ea typeface="MS PGothic" panose="020B0600070205080204" pitchFamily="34" charset="-128"/>
              </a:defRPr>
            </a:lvl4pPr>
            <a:lvl5pPr marL="17716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anose="020B0600070205080204" pitchFamily="34" charset="-128"/>
              </a:defRPr>
            </a:lvl5pPr>
          </a:lstStyle>
          <a:p>
            <a:pPr marL="0" lvl="0" indent="0" algn="ctr">
              <a:spcBef>
                <a:spcPct val="50000"/>
              </a:spcBef>
              <a:buClrTx/>
              <a:buSzTx/>
              <a:buFontTx/>
              <a:buNone/>
            </a:pPr>
            <a:r>
              <a:rPr lang="en-US" altLang="en-US" sz="1400" i="1" dirty="0"/>
              <a:t>R</a:t>
            </a:r>
            <a:r>
              <a:rPr lang="en-US" altLang="en-US" sz="1400" i="1" baseline="-25000" dirty="0"/>
              <a:t>j</a:t>
            </a:r>
            <a:endParaRPr lang="en-US" altLang="en-US" sz="1400" i="1" dirty="0"/>
          </a:p>
        </p:txBody>
      </p:sp>
      <p:grpSp>
        <p:nvGrpSpPr>
          <p:cNvPr id="4" name="Group 21"/>
          <p:cNvGrpSpPr/>
          <p:nvPr/>
        </p:nvGrpSpPr>
        <p:grpSpPr bwMode="auto">
          <a:xfrm>
            <a:off x="4670425" y="5380038"/>
            <a:ext cx="438150" cy="419100"/>
            <a:chOff x="2666" y="1966"/>
            <a:chExt cx="276" cy="264"/>
          </a:xfrm>
          <a:solidFill>
            <a:srgbClr val="CCECFF"/>
          </a:solidFill>
        </p:grpSpPr>
        <p:sp>
          <p:nvSpPr>
            <p:cNvPr id="10254" name="Rectangle 22"/>
            <p:cNvSpPr>
              <a:spLocks noChangeArrowheads="1"/>
            </p:cNvSpPr>
            <p:nvPr/>
          </p:nvSpPr>
          <p:spPr bwMode="auto">
            <a:xfrm>
              <a:off x="2666" y="1966"/>
              <a:ext cx="276" cy="264"/>
            </a:xfrm>
            <a:prstGeom prst="rect">
              <a:avLst/>
            </a:prstGeom>
            <a:grpFill/>
            <a:ln w="9525">
              <a:solidFill>
                <a:schemeClr val="tx1"/>
              </a:solidFill>
              <a:miter lim="800000"/>
            </a:ln>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en-US" sz="1800" b="0" i="0" u="none" strike="noStrike" kern="1200" cap="none" spc="0" normalizeH="0" baseline="0" noProof="0">
                <a:ln>
                  <a:noFill/>
                </a:ln>
                <a:solidFill>
                  <a:schemeClr val="tx1"/>
                </a:solidFill>
                <a:effectLst/>
                <a:uLnTx/>
                <a:uFillTx/>
                <a:latin typeface="Verdana" panose="020B0604030504040204" pitchFamily="34" charset="0"/>
                <a:ea typeface="MS PGothic" panose="020B0600070205080204" pitchFamily="34" charset="-128"/>
                <a:cs typeface="+mn-cs"/>
              </a:endParaRPr>
            </a:p>
          </p:txBody>
        </p:sp>
        <p:sp>
          <p:nvSpPr>
            <p:cNvPr id="10255" name="Rectangle 23"/>
            <p:cNvSpPr>
              <a:spLocks noChangeArrowheads="1"/>
            </p:cNvSpPr>
            <p:nvPr/>
          </p:nvSpPr>
          <p:spPr bwMode="auto">
            <a:xfrm>
              <a:off x="2736" y="2026"/>
              <a:ext cx="47" cy="47"/>
            </a:xfrm>
            <a:prstGeom prst="rect">
              <a:avLst/>
            </a:prstGeom>
            <a:grpFill/>
            <a:ln w="9525">
              <a:solidFill>
                <a:schemeClr val="tx1"/>
              </a:solidFill>
              <a:miter lim="800000"/>
            </a:ln>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en-US" sz="1800" b="0" i="0" u="none" strike="noStrike" kern="1200" cap="none" spc="0" normalizeH="0" baseline="0" noProof="0">
                <a:ln>
                  <a:noFill/>
                </a:ln>
                <a:solidFill>
                  <a:schemeClr val="tx1"/>
                </a:solidFill>
                <a:effectLst/>
                <a:uLnTx/>
                <a:uFillTx/>
                <a:latin typeface="Verdana" panose="020B0604030504040204" pitchFamily="34" charset="0"/>
                <a:ea typeface="MS PGothic" panose="020B0600070205080204" pitchFamily="34" charset="-128"/>
                <a:cs typeface="+mn-cs"/>
              </a:endParaRPr>
            </a:p>
          </p:txBody>
        </p:sp>
        <p:sp>
          <p:nvSpPr>
            <p:cNvPr id="10256" name="Rectangle 24"/>
            <p:cNvSpPr>
              <a:spLocks noChangeArrowheads="1"/>
            </p:cNvSpPr>
            <p:nvPr/>
          </p:nvSpPr>
          <p:spPr bwMode="auto">
            <a:xfrm>
              <a:off x="2832" y="2026"/>
              <a:ext cx="47" cy="47"/>
            </a:xfrm>
            <a:prstGeom prst="rect">
              <a:avLst/>
            </a:prstGeom>
            <a:grpFill/>
            <a:ln w="9525">
              <a:solidFill>
                <a:schemeClr val="tx1"/>
              </a:solidFill>
              <a:miter lim="800000"/>
            </a:ln>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en-US" sz="1800" b="0" i="0" u="none" strike="noStrike" kern="1200" cap="none" spc="0" normalizeH="0" baseline="0" noProof="0">
                <a:ln>
                  <a:noFill/>
                </a:ln>
                <a:solidFill>
                  <a:schemeClr val="tx1"/>
                </a:solidFill>
                <a:effectLst/>
                <a:uLnTx/>
                <a:uFillTx/>
                <a:latin typeface="Verdana" panose="020B0604030504040204" pitchFamily="34" charset="0"/>
                <a:ea typeface="MS PGothic" panose="020B0600070205080204" pitchFamily="34" charset="-128"/>
                <a:cs typeface="+mn-cs"/>
              </a:endParaRPr>
            </a:p>
          </p:txBody>
        </p:sp>
        <p:sp>
          <p:nvSpPr>
            <p:cNvPr id="10257" name="Rectangle 25"/>
            <p:cNvSpPr>
              <a:spLocks noChangeArrowheads="1"/>
            </p:cNvSpPr>
            <p:nvPr/>
          </p:nvSpPr>
          <p:spPr bwMode="auto">
            <a:xfrm>
              <a:off x="2736" y="2108"/>
              <a:ext cx="47" cy="47"/>
            </a:xfrm>
            <a:prstGeom prst="rect">
              <a:avLst/>
            </a:prstGeom>
            <a:grpFill/>
            <a:ln w="9525">
              <a:solidFill>
                <a:schemeClr val="tx1"/>
              </a:solidFill>
              <a:miter lim="800000"/>
            </a:ln>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en-US" sz="1800" b="0" i="0" u="none" strike="noStrike" kern="1200" cap="none" spc="0" normalizeH="0" baseline="0" noProof="0">
                <a:ln>
                  <a:noFill/>
                </a:ln>
                <a:solidFill>
                  <a:schemeClr val="tx1"/>
                </a:solidFill>
                <a:effectLst/>
                <a:uLnTx/>
                <a:uFillTx/>
                <a:latin typeface="Verdana" panose="020B0604030504040204" pitchFamily="34" charset="0"/>
                <a:ea typeface="MS PGothic" panose="020B0600070205080204" pitchFamily="34" charset="-128"/>
                <a:cs typeface="+mn-cs"/>
              </a:endParaRPr>
            </a:p>
          </p:txBody>
        </p:sp>
        <p:sp>
          <p:nvSpPr>
            <p:cNvPr id="10258" name="Rectangle 26"/>
            <p:cNvSpPr>
              <a:spLocks noChangeArrowheads="1"/>
            </p:cNvSpPr>
            <p:nvPr/>
          </p:nvSpPr>
          <p:spPr bwMode="auto">
            <a:xfrm>
              <a:off x="2832" y="2108"/>
              <a:ext cx="47" cy="47"/>
            </a:xfrm>
            <a:prstGeom prst="rect">
              <a:avLst/>
            </a:prstGeom>
            <a:grpFill/>
            <a:ln w="9525">
              <a:solidFill>
                <a:schemeClr val="tx1"/>
              </a:solidFill>
              <a:miter lim="800000"/>
            </a:ln>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en-US" sz="1800" b="0" i="0" u="none" strike="noStrike" kern="1200" cap="none" spc="0" normalizeH="0" baseline="0" noProof="0">
                <a:ln>
                  <a:noFill/>
                </a:ln>
                <a:solidFill>
                  <a:schemeClr val="tx1"/>
                </a:solidFill>
                <a:effectLst/>
                <a:uLnTx/>
                <a:uFillTx/>
                <a:latin typeface="Verdana" panose="020B0604030504040204" pitchFamily="34" charset="0"/>
                <a:ea typeface="MS PGothic" panose="020B0600070205080204" pitchFamily="34" charset="-128"/>
                <a:cs typeface="+mn-cs"/>
              </a:endParaRPr>
            </a:p>
          </p:txBody>
        </p:sp>
      </p:grpSp>
      <p:sp>
        <p:nvSpPr>
          <p:cNvPr id="23564" name="Line 27"/>
          <p:cNvSpPr/>
          <p:nvPr/>
        </p:nvSpPr>
        <p:spPr>
          <a:xfrm flipH="1">
            <a:off x="4343400" y="5526088"/>
            <a:ext cx="476250" cy="104775"/>
          </a:xfrm>
          <a:prstGeom prst="line">
            <a:avLst/>
          </a:prstGeom>
          <a:ln w="9525" cap="flat" cmpd="sng">
            <a:solidFill>
              <a:schemeClr val="tx1"/>
            </a:solidFill>
            <a:prstDash val="solid"/>
            <a:headEnd type="none" w="med" len="med"/>
            <a:tailEnd type="triangle" w="med" len="med"/>
          </a:ln>
        </p:spPr>
      </p:sp>
      <p:sp>
        <p:nvSpPr>
          <p:cNvPr id="23565" name="Text Box 28"/>
          <p:cNvSpPr txBox="1"/>
          <p:nvPr/>
        </p:nvSpPr>
        <p:spPr>
          <a:xfrm>
            <a:off x="4721225" y="5768975"/>
            <a:ext cx="338138" cy="304800"/>
          </a:xfrm>
          <a:prstGeom prst="rect">
            <a:avLst/>
          </a:prstGeom>
          <a:noFill/>
          <a:ln w="9525">
            <a:noFill/>
          </a:ln>
        </p:spPr>
        <p:txBody>
          <a:bodyPr wrap="none" anchor="ctr" anchorCtr="0">
            <a:spAutoFit/>
          </a:bodyPr>
          <a:lstStyle>
            <a:lvl1pPr marL="342900" indent="-342900" algn="l" rtl="0" eaLnBrk="0" fontAlgn="base" hangingPunct="0">
              <a:spcBef>
                <a:spcPct val="35000"/>
              </a:spcBef>
              <a:spcAft>
                <a:spcPct val="0"/>
              </a:spcAft>
              <a:buClr>
                <a:srgbClr val="993300"/>
              </a:buClr>
              <a:buSzPct val="90000"/>
              <a:buFont typeface="Monotype Sorts" pitchFamily="-84" charset="2"/>
              <a:buChar char="n"/>
              <a:defRPr kumimoji="1">
                <a:solidFill>
                  <a:schemeClr val="tx1"/>
                </a:solidFill>
                <a:latin typeface="+mn-lt"/>
                <a:ea typeface="MS PGothic" panose="020B0600070205080204" pitchFamily="34" charset="-128"/>
                <a:cs typeface="MS PGothic" panose="020B0600070205080204" pitchFamily="34" charset="-128"/>
              </a:defRPr>
            </a:lvl1pPr>
            <a:lvl2pPr marL="742950" indent="-285750" algn="l" rtl="0" eaLnBrk="0" fontAlgn="base" hangingPunct="0">
              <a:spcBef>
                <a:spcPct val="35000"/>
              </a:spcBef>
              <a:spcAft>
                <a:spcPct val="0"/>
              </a:spcAft>
              <a:buClr>
                <a:srgbClr val="CC6600"/>
              </a:buClr>
              <a:buSzPct val="80000"/>
              <a:buFont typeface="Monotype Sorts" pitchFamily="-84" charset="2"/>
              <a:buChar char="l"/>
              <a:defRPr kumimoji="1">
                <a:solidFill>
                  <a:schemeClr val="tx1"/>
                </a:solidFill>
                <a:latin typeface="+mn-lt"/>
                <a:ea typeface="MS PGothic" panose="020B0600070205080204" pitchFamily="34" charset="-128"/>
              </a:defRPr>
            </a:lvl2pPr>
            <a:lvl3pPr marL="1085850"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a:solidFill>
                  <a:schemeClr val="tx1"/>
                </a:solidFill>
                <a:latin typeface="+mn-lt"/>
                <a:ea typeface="MS PGothic" panose="020B0600070205080204" pitchFamily="34" charset="-128"/>
              </a:defRPr>
            </a:lvl3pPr>
            <a:lvl4pPr marL="1428750" indent="-228600" algn="l" rtl="0" eaLnBrk="0" fontAlgn="base" hangingPunct="0">
              <a:spcBef>
                <a:spcPct val="35000"/>
              </a:spcBef>
              <a:spcAft>
                <a:spcPct val="0"/>
              </a:spcAft>
              <a:buClr>
                <a:schemeClr val="hlink"/>
              </a:buClr>
              <a:buSzPct val="75000"/>
              <a:buChar char="–"/>
              <a:defRPr kumimoji="1">
                <a:solidFill>
                  <a:schemeClr val="tx1"/>
                </a:solidFill>
                <a:latin typeface="+mn-lt"/>
                <a:ea typeface="MS PGothic" panose="020B0600070205080204" pitchFamily="34" charset="-128"/>
              </a:defRPr>
            </a:lvl4pPr>
            <a:lvl5pPr marL="17716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anose="020B0600070205080204" pitchFamily="34" charset="-128"/>
              </a:defRPr>
            </a:lvl5pPr>
          </a:lstStyle>
          <a:p>
            <a:pPr marL="0" lvl="0" indent="0" algn="ctr">
              <a:spcBef>
                <a:spcPct val="50000"/>
              </a:spcBef>
              <a:buClrTx/>
              <a:buSzTx/>
              <a:buFontTx/>
              <a:buNone/>
            </a:pPr>
            <a:r>
              <a:rPr lang="en-US" altLang="en-US" sz="1400" i="1" dirty="0"/>
              <a:t>R</a:t>
            </a:r>
            <a:r>
              <a:rPr lang="en-US" altLang="en-US" sz="1400" i="1" baseline="-25000" dirty="0"/>
              <a:t>j</a:t>
            </a:r>
            <a:endParaRPr lang="en-US" altLang="en-US" sz="1400" i="1"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602" name="Rectangle 1026"/>
          <p:cNvSpPr>
            <a:spLocks noGrp="1"/>
          </p:cNvSpPr>
          <p:nvPr>
            <p:ph type="title" idx="4294967295"/>
          </p:nvPr>
        </p:nvSpPr>
        <p:spPr>
          <a:xfrm>
            <a:off x="1076325" y="207963"/>
            <a:ext cx="8150225" cy="512762"/>
          </a:xfrm>
        </p:spPr>
        <p:txBody>
          <a:bodyPr vert="horz" wrap="square" lIns="91440" tIns="45720" rIns="91440" bIns="45720" anchor="b" anchorCtr="0"/>
          <a:p>
            <a:pPr eaLnBrk="1" hangingPunct="1"/>
            <a:r>
              <a:rPr lang="en-US" altLang="en-US" sz="2800" dirty="0"/>
              <a:t>Example of a Resource Allocation Graph</a:t>
            </a:r>
            <a:endParaRPr lang="en-US" altLang="en-US" sz="2800" dirty="0"/>
          </a:p>
        </p:txBody>
      </p:sp>
      <p:pic>
        <p:nvPicPr>
          <p:cNvPr id="25603" name="Picture 1032"/>
          <p:cNvPicPr>
            <a:picLocks noChangeAspect="1"/>
          </p:cNvPicPr>
          <p:nvPr/>
        </p:nvPicPr>
        <p:blipFill>
          <a:blip r:embed="rId1"/>
          <a:srcRect l="25287" t="926" r="25287" b="1532"/>
          <a:stretch>
            <a:fillRect/>
          </a:stretch>
        </p:blipFill>
        <p:spPr>
          <a:xfrm>
            <a:off x="3101975" y="952500"/>
            <a:ext cx="2741613" cy="4059238"/>
          </a:xfrm>
          <a:prstGeom prst="rect">
            <a:avLst/>
          </a:prstGeom>
          <a:noFill/>
          <a:ln w="38100">
            <a:noFill/>
          </a:ln>
        </p:spPr>
      </p:pic>
      <p:sp>
        <p:nvSpPr>
          <p:cNvPr id="29700" name="TextBox 1"/>
          <p:cNvSpPr txBox="1"/>
          <p:nvPr/>
        </p:nvSpPr>
        <p:spPr>
          <a:xfrm>
            <a:off x="841375" y="5443538"/>
            <a:ext cx="7634288" cy="923925"/>
          </a:xfrm>
          <a:prstGeom prst="rect">
            <a:avLst/>
          </a:prstGeom>
          <a:noFill/>
          <a:ln w="9525">
            <a:noFill/>
          </a:ln>
        </p:spPr>
        <p:txBody>
          <a:bodyPr>
            <a:spAutoFit/>
          </a:bodyPr>
          <a:lstStyle>
            <a:lvl1pPr marL="342900" indent="-342900" algn="l" rtl="0" eaLnBrk="0" fontAlgn="base" hangingPunct="0">
              <a:spcBef>
                <a:spcPct val="35000"/>
              </a:spcBef>
              <a:spcAft>
                <a:spcPct val="0"/>
              </a:spcAft>
              <a:buClr>
                <a:srgbClr val="993300"/>
              </a:buClr>
              <a:buSzPct val="90000"/>
              <a:buFont typeface="Monotype Sorts" pitchFamily="-84" charset="2"/>
              <a:buChar char="n"/>
              <a:defRPr kumimoji="1">
                <a:solidFill>
                  <a:schemeClr val="tx1"/>
                </a:solidFill>
                <a:latin typeface="+mn-lt"/>
                <a:ea typeface="MS PGothic" panose="020B0600070205080204" pitchFamily="34" charset="-128"/>
                <a:cs typeface="MS PGothic" panose="020B0600070205080204" pitchFamily="34" charset="-128"/>
              </a:defRPr>
            </a:lvl1pPr>
            <a:lvl2pPr marL="742950" indent="-285750" algn="l" rtl="0" eaLnBrk="0" fontAlgn="base" hangingPunct="0">
              <a:spcBef>
                <a:spcPct val="35000"/>
              </a:spcBef>
              <a:spcAft>
                <a:spcPct val="0"/>
              </a:spcAft>
              <a:buClr>
                <a:srgbClr val="CC6600"/>
              </a:buClr>
              <a:buSzPct val="80000"/>
              <a:buFont typeface="Monotype Sorts" pitchFamily="-84" charset="2"/>
              <a:buChar char="l"/>
              <a:defRPr kumimoji="1">
                <a:solidFill>
                  <a:schemeClr val="tx1"/>
                </a:solidFill>
                <a:latin typeface="+mn-lt"/>
                <a:ea typeface="MS PGothic" panose="020B0600070205080204" pitchFamily="34" charset="-128"/>
              </a:defRPr>
            </a:lvl2pPr>
            <a:lvl3pPr marL="1085850"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a:solidFill>
                  <a:schemeClr val="tx1"/>
                </a:solidFill>
                <a:latin typeface="+mn-lt"/>
                <a:ea typeface="MS PGothic" panose="020B0600070205080204" pitchFamily="34" charset="-128"/>
              </a:defRPr>
            </a:lvl3pPr>
            <a:lvl4pPr marL="1428750" indent="-228600" algn="l" rtl="0" eaLnBrk="0" fontAlgn="base" hangingPunct="0">
              <a:spcBef>
                <a:spcPct val="35000"/>
              </a:spcBef>
              <a:spcAft>
                <a:spcPct val="0"/>
              </a:spcAft>
              <a:buClr>
                <a:schemeClr val="hlink"/>
              </a:buClr>
              <a:buSzPct val="75000"/>
              <a:buChar char="–"/>
              <a:defRPr kumimoji="1">
                <a:solidFill>
                  <a:schemeClr val="tx1"/>
                </a:solidFill>
                <a:latin typeface="+mn-lt"/>
                <a:ea typeface="MS PGothic" panose="020B0600070205080204" pitchFamily="34" charset="-128"/>
              </a:defRPr>
            </a:lvl4pPr>
            <a:lvl5pPr marL="17716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anose="020B0600070205080204" pitchFamily="34" charset="-128"/>
              </a:defRPr>
            </a:lvl5pPr>
          </a:lstStyle>
          <a:p>
            <a:pPr marL="285750" lvl="0" indent="-285750">
              <a:spcBef>
                <a:spcPct val="0"/>
              </a:spcBef>
              <a:buClrTx/>
              <a:buSzTx/>
              <a:buFont typeface="Wingdings" panose="05000000000000000000" pitchFamily="2" charset="2"/>
              <a:buChar char="q"/>
            </a:pPr>
            <a:r>
              <a:rPr lang="en-US" altLang="en-US" dirty="0">
                <a:solidFill>
                  <a:srgbClr val="FF0000"/>
                </a:solidFill>
                <a:latin typeface="Verdana" panose="020B0604030504040204" pitchFamily="34" charset="0"/>
              </a:rPr>
              <a:t>Do we have a deadlock here?</a:t>
            </a:r>
            <a:endParaRPr lang="en-US" altLang="en-US" dirty="0">
              <a:solidFill>
                <a:srgbClr val="FF0000"/>
              </a:solidFill>
              <a:latin typeface="Verdana" panose="020B0604030504040204" pitchFamily="34" charset="0"/>
            </a:endParaRPr>
          </a:p>
          <a:p>
            <a:pPr marL="285750" lvl="0" indent="-285750">
              <a:spcBef>
                <a:spcPct val="0"/>
              </a:spcBef>
              <a:buClrTx/>
              <a:buSzTx/>
              <a:buFont typeface="Wingdings" panose="05000000000000000000" pitchFamily="2" charset="2"/>
              <a:buChar char="q"/>
            </a:pPr>
            <a:r>
              <a:rPr lang="en-US" altLang="en-US" dirty="0">
                <a:solidFill>
                  <a:srgbClr val="FF0000"/>
                </a:solidFill>
                <a:latin typeface="Verdana" panose="020B0604030504040204" pitchFamily="34" charset="0"/>
              </a:rPr>
              <a:t>It can be shown that if the graph contains no cycles, then no process in the system is deadlocked</a:t>
            </a:r>
            <a:endParaRPr lang="en-US" altLang="en-US" dirty="0">
              <a:solidFill>
                <a:srgbClr val="FF0000"/>
              </a:solidFill>
              <a:latin typeface="Verdana" panose="020B060403050404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29700">
                                            <p:txEl>
                                              <p:charRg st="28" end="126"/>
                                            </p:txEl>
                                          </p:spTgt>
                                        </p:tgtEl>
                                        <p:attrNameLst>
                                          <p:attrName>style.visibility</p:attrName>
                                        </p:attrNameLst>
                                      </p:cBhvr>
                                      <p:to>
                                        <p:strVal val="visible"/>
                                      </p:to>
                                    </p:set>
                                    <p:animEffect transition="in" filter="randombar(horizontal)">
                                      <p:cBhvr>
                                        <p:cTn id="7" dur="500"/>
                                        <p:tgtEl>
                                          <p:spTgt spid="29700">
                                            <p:txEl>
                                              <p:charRg st="28" end="12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650" name="Rectangle 2"/>
          <p:cNvSpPr>
            <a:spLocks noGrp="1"/>
          </p:cNvSpPr>
          <p:nvPr>
            <p:ph type="title"/>
          </p:nvPr>
        </p:nvSpPr>
        <p:spPr>
          <a:xfrm>
            <a:off x="1033463" y="273050"/>
            <a:ext cx="7721600" cy="469900"/>
          </a:xfrm>
        </p:spPr>
        <p:txBody>
          <a:bodyPr vert="horz" wrap="square" lIns="91440" tIns="45720" rIns="91440" bIns="45720" anchor="b" anchorCtr="0"/>
          <a:p>
            <a:pPr eaLnBrk="1" hangingPunct="1"/>
            <a:r>
              <a:rPr lang="en-US" altLang="en-US" sz="2800" dirty="0"/>
              <a:t>Resource Allocation Graph With A Deadlock</a:t>
            </a:r>
            <a:endParaRPr lang="en-US" altLang="en-US" sz="2800" dirty="0"/>
          </a:p>
        </p:txBody>
      </p:sp>
      <p:pic>
        <p:nvPicPr>
          <p:cNvPr id="27651" name="Picture 7"/>
          <p:cNvPicPr>
            <a:picLocks noChangeAspect="1"/>
          </p:cNvPicPr>
          <p:nvPr/>
        </p:nvPicPr>
        <p:blipFill>
          <a:blip r:embed="rId1"/>
          <a:stretch>
            <a:fillRect/>
          </a:stretch>
        </p:blipFill>
        <p:spPr>
          <a:xfrm>
            <a:off x="2295525" y="976313"/>
            <a:ext cx="2781300" cy="4098925"/>
          </a:xfrm>
          <a:prstGeom prst="rect">
            <a:avLst/>
          </a:prstGeom>
          <a:noFill/>
          <a:ln w="9525">
            <a:noFill/>
          </a:ln>
        </p:spPr>
      </p:pic>
      <p:pic>
        <p:nvPicPr>
          <p:cNvPr id="13316" name="Picture 1"/>
          <p:cNvPicPr>
            <a:picLocks noChangeAspect="1"/>
          </p:cNvPicPr>
          <p:nvPr/>
        </p:nvPicPr>
        <p:blipFill>
          <a:blip r:embed="rId2"/>
          <a:stretch>
            <a:fillRect/>
          </a:stretch>
        </p:blipFill>
        <p:spPr>
          <a:xfrm>
            <a:off x="2468563" y="5307013"/>
            <a:ext cx="4410075" cy="685800"/>
          </a:xfrm>
          <a:prstGeom prst="rect">
            <a:avLst/>
          </a:prstGeom>
          <a:noFill/>
          <a:ln w="9525">
            <a:noFill/>
          </a:ln>
        </p:spPr>
      </p:pic>
      <p:sp>
        <p:nvSpPr>
          <p:cNvPr id="13317" name="Rectangle 2"/>
          <p:cNvSpPr/>
          <p:nvPr/>
        </p:nvSpPr>
        <p:spPr>
          <a:xfrm>
            <a:off x="595313" y="4937125"/>
            <a:ext cx="2522537" cy="369888"/>
          </a:xfrm>
          <a:prstGeom prst="rect">
            <a:avLst/>
          </a:prstGeom>
          <a:noFill/>
          <a:ln w="9525">
            <a:noFill/>
          </a:ln>
        </p:spPr>
        <p:txBody>
          <a:bodyPr wrap="none">
            <a:spAutoFit/>
          </a:bodyPr>
          <a:lstStyle>
            <a:lvl1pPr marL="342900" indent="-342900" algn="l" rtl="0" eaLnBrk="0" fontAlgn="base" hangingPunct="0">
              <a:spcBef>
                <a:spcPct val="35000"/>
              </a:spcBef>
              <a:spcAft>
                <a:spcPct val="0"/>
              </a:spcAft>
              <a:buClr>
                <a:srgbClr val="993300"/>
              </a:buClr>
              <a:buSzPct val="90000"/>
              <a:buFont typeface="Monotype Sorts" pitchFamily="-84" charset="2"/>
              <a:buChar char="n"/>
              <a:defRPr kumimoji="1">
                <a:solidFill>
                  <a:schemeClr val="tx1"/>
                </a:solidFill>
                <a:latin typeface="+mn-lt"/>
                <a:ea typeface="MS PGothic" panose="020B0600070205080204" pitchFamily="34" charset="-128"/>
                <a:cs typeface="MS PGothic" panose="020B0600070205080204" pitchFamily="34" charset="-128"/>
              </a:defRPr>
            </a:lvl1pPr>
            <a:lvl2pPr marL="742950" indent="-285750" algn="l" rtl="0" eaLnBrk="0" fontAlgn="base" hangingPunct="0">
              <a:spcBef>
                <a:spcPct val="35000"/>
              </a:spcBef>
              <a:spcAft>
                <a:spcPct val="0"/>
              </a:spcAft>
              <a:buClr>
                <a:srgbClr val="CC6600"/>
              </a:buClr>
              <a:buSzPct val="80000"/>
              <a:buFont typeface="Monotype Sorts" pitchFamily="-84" charset="2"/>
              <a:buChar char="l"/>
              <a:defRPr kumimoji="1">
                <a:solidFill>
                  <a:schemeClr val="tx1"/>
                </a:solidFill>
                <a:latin typeface="+mn-lt"/>
                <a:ea typeface="MS PGothic" panose="020B0600070205080204" pitchFamily="34" charset="-128"/>
              </a:defRPr>
            </a:lvl2pPr>
            <a:lvl3pPr marL="1085850"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a:solidFill>
                  <a:schemeClr val="tx1"/>
                </a:solidFill>
                <a:latin typeface="+mn-lt"/>
                <a:ea typeface="MS PGothic" panose="020B0600070205080204" pitchFamily="34" charset="-128"/>
              </a:defRPr>
            </a:lvl3pPr>
            <a:lvl4pPr marL="1428750" indent="-228600" algn="l" rtl="0" eaLnBrk="0" fontAlgn="base" hangingPunct="0">
              <a:spcBef>
                <a:spcPct val="35000"/>
              </a:spcBef>
              <a:spcAft>
                <a:spcPct val="0"/>
              </a:spcAft>
              <a:buClr>
                <a:schemeClr val="hlink"/>
              </a:buClr>
              <a:buSzPct val="75000"/>
              <a:buChar char="–"/>
              <a:defRPr kumimoji="1">
                <a:solidFill>
                  <a:schemeClr val="tx1"/>
                </a:solidFill>
                <a:latin typeface="+mn-lt"/>
                <a:ea typeface="MS PGothic" panose="020B0600070205080204" pitchFamily="34" charset="-128"/>
              </a:defRPr>
            </a:lvl4pPr>
            <a:lvl5pPr marL="17716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anose="020B0600070205080204" pitchFamily="34" charset="-128"/>
              </a:defRPr>
            </a:lvl5pPr>
          </a:lstStyle>
          <a:p>
            <a:pPr marL="0" lvl="0" indent="0">
              <a:spcBef>
                <a:spcPct val="0"/>
              </a:spcBef>
              <a:buClrTx/>
              <a:buSzTx/>
              <a:buFontTx/>
              <a:buNone/>
            </a:pPr>
            <a:r>
              <a:rPr lang="en-US" altLang="en-US" dirty="0">
                <a:latin typeface="Verdana" panose="020B0604030504040204" pitchFamily="34" charset="0"/>
              </a:rPr>
              <a:t>Two minimal cycles:</a:t>
            </a:r>
            <a:endParaRPr lang="en-US" altLang="en-US" dirty="0">
              <a:latin typeface="Verdana" panose="020B0604030504040204" pitchFamily="34" charset="0"/>
            </a:endParaRPr>
          </a:p>
        </p:txBody>
      </p:sp>
      <p:sp>
        <p:nvSpPr>
          <p:cNvPr id="27654" name="Rectangle 4"/>
          <p:cNvSpPr/>
          <p:nvPr/>
        </p:nvSpPr>
        <p:spPr>
          <a:xfrm>
            <a:off x="3686175" y="6110288"/>
            <a:ext cx="3600450" cy="369887"/>
          </a:xfrm>
          <a:prstGeom prst="rect">
            <a:avLst/>
          </a:prstGeom>
          <a:noFill/>
          <a:ln w="9525">
            <a:noFill/>
          </a:ln>
        </p:spPr>
        <p:txBody>
          <a:bodyPr wrap="none">
            <a:spAutoFit/>
          </a:bodyPr>
          <a:lstStyle>
            <a:lvl1pPr marL="342900" indent="-342900" algn="l" rtl="0" eaLnBrk="0" fontAlgn="base" hangingPunct="0">
              <a:spcBef>
                <a:spcPct val="35000"/>
              </a:spcBef>
              <a:spcAft>
                <a:spcPct val="0"/>
              </a:spcAft>
              <a:buClr>
                <a:srgbClr val="993300"/>
              </a:buClr>
              <a:buSzPct val="90000"/>
              <a:buFont typeface="Monotype Sorts" pitchFamily="-84" charset="2"/>
              <a:buChar char="n"/>
              <a:defRPr kumimoji="1">
                <a:solidFill>
                  <a:schemeClr val="tx1"/>
                </a:solidFill>
                <a:latin typeface="+mn-lt"/>
                <a:ea typeface="MS PGothic" panose="020B0600070205080204" pitchFamily="34" charset="-128"/>
                <a:cs typeface="MS PGothic" panose="020B0600070205080204" pitchFamily="34" charset="-128"/>
              </a:defRPr>
            </a:lvl1pPr>
            <a:lvl2pPr marL="742950" indent="-285750" algn="l" rtl="0" eaLnBrk="0" fontAlgn="base" hangingPunct="0">
              <a:spcBef>
                <a:spcPct val="35000"/>
              </a:spcBef>
              <a:spcAft>
                <a:spcPct val="0"/>
              </a:spcAft>
              <a:buClr>
                <a:srgbClr val="CC6600"/>
              </a:buClr>
              <a:buSzPct val="80000"/>
              <a:buFont typeface="Monotype Sorts" pitchFamily="-84" charset="2"/>
              <a:buChar char="l"/>
              <a:defRPr kumimoji="1">
                <a:solidFill>
                  <a:schemeClr val="tx1"/>
                </a:solidFill>
                <a:latin typeface="+mn-lt"/>
                <a:ea typeface="MS PGothic" panose="020B0600070205080204" pitchFamily="34" charset="-128"/>
              </a:defRPr>
            </a:lvl2pPr>
            <a:lvl3pPr marL="1085850"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a:solidFill>
                  <a:schemeClr val="tx1"/>
                </a:solidFill>
                <a:latin typeface="+mn-lt"/>
                <a:ea typeface="MS PGothic" panose="020B0600070205080204" pitchFamily="34" charset="-128"/>
              </a:defRPr>
            </a:lvl3pPr>
            <a:lvl4pPr marL="1428750" indent="-228600" algn="l" rtl="0" eaLnBrk="0" fontAlgn="base" hangingPunct="0">
              <a:spcBef>
                <a:spcPct val="35000"/>
              </a:spcBef>
              <a:spcAft>
                <a:spcPct val="0"/>
              </a:spcAft>
              <a:buClr>
                <a:schemeClr val="hlink"/>
              </a:buClr>
              <a:buSzPct val="75000"/>
              <a:buChar char="–"/>
              <a:defRPr kumimoji="1">
                <a:solidFill>
                  <a:schemeClr val="tx1"/>
                </a:solidFill>
                <a:latin typeface="+mn-lt"/>
                <a:ea typeface="MS PGothic" panose="020B0600070205080204" pitchFamily="34" charset="-128"/>
              </a:defRPr>
            </a:lvl4pPr>
            <a:lvl5pPr marL="17716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anose="020B0600070205080204" pitchFamily="34" charset="-128"/>
              </a:defRPr>
            </a:lvl5pPr>
          </a:lstStyle>
          <a:p>
            <a:pPr marL="0" lvl="0" indent="0">
              <a:spcBef>
                <a:spcPct val="0"/>
              </a:spcBef>
              <a:buClrTx/>
              <a:buSzTx/>
              <a:buFontTx/>
              <a:buNone/>
            </a:pPr>
            <a:r>
              <a:rPr lang="en-US" altLang="en-US" dirty="0">
                <a:solidFill>
                  <a:srgbClr val="FF0000"/>
                </a:solidFill>
                <a:latin typeface="Verdana" panose="020B0604030504040204" pitchFamily="34" charset="0"/>
              </a:rPr>
              <a:t>Do we have a deadlock here?</a:t>
            </a:r>
            <a:endParaRPr lang="en-US" altLang="en-US" dirty="0">
              <a:solidFill>
                <a:srgbClr val="FF0000"/>
              </a:solidFill>
              <a:latin typeface="Verdana" panose="020B0604030504040204" pitchFamily="34" charset="0"/>
            </a:endParaRPr>
          </a:p>
        </p:txBody>
      </p:sp>
      <p:sp>
        <p:nvSpPr>
          <p:cNvPr id="3" name="文本框 2"/>
          <p:cNvSpPr txBox="1"/>
          <p:nvPr/>
        </p:nvSpPr>
        <p:spPr>
          <a:xfrm>
            <a:off x="5476875" y="2679700"/>
            <a:ext cx="3544888" cy="1816100"/>
          </a:xfrm>
          <a:prstGeom prst="rect">
            <a:avLst/>
          </a:prstGeom>
          <a:noFill/>
          <a:ln w="9525">
            <a:noFill/>
          </a:ln>
        </p:spPr>
        <p:txBody>
          <a:bodyPr>
            <a:spAutoFit/>
          </a:bodyPr>
          <a:lstStyle>
            <a:lvl1pPr marL="342900" indent="-342900" algn="l" rtl="0" eaLnBrk="0" fontAlgn="base" hangingPunct="0">
              <a:spcBef>
                <a:spcPct val="35000"/>
              </a:spcBef>
              <a:spcAft>
                <a:spcPct val="0"/>
              </a:spcAft>
              <a:buClr>
                <a:srgbClr val="993300"/>
              </a:buClr>
              <a:buSzPct val="90000"/>
              <a:buFont typeface="Monotype Sorts" pitchFamily="-84" charset="2"/>
              <a:buChar char="n"/>
              <a:defRPr kumimoji="1">
                <a:solidFill>
                  <a:schemeClr val="tx1"/>
                </a:solidFill>
                <a:latin typeface="+mn-lt"/>
                <a:ea typeface="MS PGothic" panose="020B0600070205080204" pitchFamily="34" charset="-128"/>
                <a:cs typeface="MS PGothic" panose="020B0600070205080204" pitchFamily="34" charset="-128"/>
              </a:defRPr>
            </a:lvl1pPr>
            <a:lvl2pPr marL="742950" indent="-285750" algn="l" rtl="0" eaLnBrk="0" fontAlgn="base" hangingPunct="0">
              <a:spcBef>
                <a:spcPct val="35000"/>
              </a:spcBef>
              <a:spcAft>
                <a:spcPct val="0"/>
              </a:spcAft>
              <a:buClr>
                <a:srgbClr val="CC6600"/>
              </a:buClr>
              <a:buSzPct val="80000"/>
              <a:buFont typeface="Monotype Sorts" pitchFamily="-84" charset="2"/>
              <a:buChar char="l"/>
              <a:defRPr kumimoji="1">
                <a:solidFill>
                  <a:schemeClr val="tx1"/>
                </a:solidFill>
                <a:latin typeface="+mn-lt"/>
                <a:ea typeface="MS PGothic" panose="020B0600070205080204" pitchFamily="34" charset="-128"/>
              </a:defRPr>
            </a:lvl2pPr>
            <a:lvl3pPr marL="1085850"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a:solidFill>
                  <a:schemeClr val="tx1"/>
                </a:solidFill>
                <a:latin typeface="+mn-lt"/>
                <a:ea typeface="MS PGothic" panose="020B0600070205080204" pitchFamily="34" charset="-128"/>
              </a:defRPr>
            </a:lvl3pPr>
            <a:lvl4pPr marL="1428750" indent="-228600" algn="l" rtl="0" eaLnBrk="0" fontAlgn="base" hangingPunct="0">
              <a:spcBef>
                <a:spcPct val="35000"/>
              </a:spcBef>
              <a:spcAft>
                <a:spcPct val="0"/>
              </a:spcAft>
              <a:buClr>
                <a:schemeClr val="hlink"/>
              </a:buClr>
              <a:buSzPct val="75000"/>
              <a:buChar char="–"/>
              <a:defRPr kumimoji="1">
                <a:solidFill>
                  <a:schemeClr val="tx1"/>
                </a:solidFill>
                <a:latin typeface="+mn-lt"/>
                <a:ea typeface="MS PGothic" panose="020B0600070205080204" pitchFamily="34" charset="-128"/>
              </a:defRPr>
            </a:lvl4pPr>
            <a:lvl5pPr marL="17716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anose="020B0600070205080204" pitchFamily="34" charset="-128"/>
              </a:defRPr>
            </a:lvl5pPr>
          </a:lstStyle>
          <a:p>
            <a:pPr marL="0" lvl="0" indent="0">
              <a:spcBef>
                <a:spcPct val="0"/>
              </a:spcBef>
              <a:buClrTx/>
              <a:buSzTx/>
              <a:buFontTx/>
              <a:buNone/>
            </a:pPr>
            <a:r>
              <a:rPr lang="en-US" altLang="zh-CN" sz="1400" dirty="0">
                <a:latin typeface="Verdana" panose="020B0604030504040204" pitchFamily="34" charset="0"/>
              </a:rPr>
              <a:t>Processes P1, P2, and P3 are deadlocked. Process P2 is waiting for the resource R3, which is held by process P3. Process P3 is waiting for either process P1 or process P2 to release resource R2. In addition, process P1 is waiting for process P2 to release resource R1.</a:t>
            </a:r>
            <a:endParaRPr lang="en-US" altLang="zh-CN" sz="1400" dirty="0">
              <a:latin typeface="Verdana" panose="020B060403050404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31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331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7" grpId="0"/>
      <p:bldP spid="3"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9698" name="Rectangle 2"/>
          <p:cNvSpPr>
            <a:spLocks noGrp="1"/>
          </p:cNvSpPr>
          <p:nvPr>
            <p:ph type="title"/>
          </p:nvPr>
        </p:nvSpPr>
        <p:spPr>
          <a:xfrm>
            <a:off x="1241425" y="304800"/>
            <a:ext cx="7954963" cy="457200"/>
          </a:xfrm>
        </p:spPr>
        <p:txBody>
          <a:bodyPr vert="horz" wrap="square" lIns="91440" tIns="45720" rIns="91440" bIns="45720" anchor="b" anchorCtr="0"/>
          <a:p>
            <a:pPr eaLnBrk="1" hangingPunct="1"/>
            <a:r>
              <a:rPr lang="en-US" altLang="en-US" dirty="0"/>
              <a:t>Graph With A Cycle But No Deadlock</a:t>
            </a:r>
            <a:endParaRPr lang="en-US" altLang="en-US" dirty="0"/>
          </a:p>
        </p:txBody>
      </p:sp>
      <p:pic>
        <p:nvPicPr>
          <p:cNvPr id="29699" name="Picture 4" descr="7"/>
          <p:cNvPicPr>
            <a:picLocks noChangeAspect="1"/>
          </p:cNvPicPr>
          <p:nvPr/>
        </p:nvPicPr>
        <p:blipFill>
          <a:blip r:embed="rId1"/>
          <a:stretch>
            <a:fillRect/>
          </a:stretch>
        </p:blipFill>
        <p:spPr>
          <a:xfrm>
            <a:off x="2689225" y="1255713"/>
            <a:ext cx="2952750" cy="3767137"/>
          </a:xfrm>
          <a:prstGeom prst="rect">
            <a:avLst/>
          </a:prstGeom>
          <a:noFill/>
          <a:ln w="9525">
            <a:noFill/>
          </a:ln>
        </p:spPr>
      </p:pic>
      <p:pic>
        <p:nvPicPr>
          <p:cNvPr id="29700" name="Picture 1"/>
          <p:cNvPicPr>
            <a:picLocks noChangeAspect="1"/>
          </p:cNvPicPr>
          <p:nvPr/>
        </p:nvPicPr>
        <p:blipFill>
          <a:blip r:embed="rId2"/>
          <a:stretch>
            <a:fillRect/>
          </a:stretch>
        </p:blipFill>
        <p:spPr>
          <a:xfrm>
            <a:off x="2922588" y="5516563"/>
            <a:ext cx="3008312" cy="333375"/>
          </a:xfrm>
          <a:prstGeom prst="rect">
            <a:avLst/>
          </a:prstGeom>
          <a:noFill/>
          <a:ln w="9525">
            <a:noFill/>
          </a:ln>
        </p:spPr>
      </p:pic>
      <p:sp>
        <p:nvSpPr>
          <p:cNvPr id="29701" name="Rectangle 4"/>
          <p:cNvSpPr/>
          <p:nvPr/>
        </p:nvSpPr>
        <p:spPr>
          <a:xfrm>
            <a:off x="3686175" y="6110288"/>
            <a:ext cx="3600450" cy="369887"/>
          </a:xfrm>
          <a:prstGeom prst="rect">
            <a:avLst/>
          </a:prstGeom>
          <a:noFill/>
          <a:ln w="9525">
            <a:noFill/>
          </a:ln>
        </p:spPr>
        <p:txBody>
          <a:bodyPr wrap="none">
            <a:spAutoFit/>
          </a:bodyPr>
          <a:lstStyle>
            <a:lvl1pPr marL="342900" indent="-342900" algn="l" rtl="0" eaLnBrk="0" fontAlgn="base" hangingPunct="0">
              <a:spcBef>
                <a:spcPct val="35000"/>
              </a:spcBef>
              <a:spcAft>
                <a:spcPct val="0"/>
              </a:spcAft>
              <a:buClr>
                <a:srgbClr val="993300"/>
              </a:buClr>
              <a:buSzPct val="90000"/>
              <a:buFont typeface="Monotype Sorts" pitchFamily="-84" charset="2"/>
              <a:buChar char="n"/>
              <a:defRPr kumimoji="1">
                <a:solidFill>
                  <a:schemeClr val="tx1"/>
                </a:solidFill>
                <a:latin typeface="+mn-lt"/>
                <a:ea typeface="MS PGothic" panose="020B0600070205080204" pitchFamily="34" charset="-128"/>
                <a:cs typeface="MS PGothic" panose="020B0600070205080204" pitchFamily="34" charset="-128"/>
              </a:defRPr>
            </a:lvl1pPr>
            <a:lvl2pPr marL="742950" indent="-285750" algn="l" rtl="0" eaLnBrk="0" fontAlgn="base" hangingPunct="0">
              <a:spcBef>
                <a:spcPct val="35000"/>
              </a:spcBef>
              <a:spcAft>
                <a:spcPct val="0"/>
              </a:spcAft>
              <a:buClr>
                <a:srgbClr val="CC6600"/>
              </a:buClr>
              <a:buSzPct val="80000"/>
              <a:buFont typeface="Monotype Sorts" pitchFamily="-84" charset="2"/>
              <a:buChar char="l"/>
              <a:defRPr kumimoji="1">
                <a:solidFill>
                  <a:schemeClr val="tx1"/>
                </a:solidFill>
                <a:latin typeface="+mn-lt"/>
                <a:ea typeface="MS PGothic" panose="020B0600070205080204" pitchFamily="34" charset="-128"/>
              </a:defRPr>
            </a:lvl2pPr>
            <a:lvl3pPr marL="1085850"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a:solidFill>
                  <a:schemeClr val="tx1"/>
                </a:solidFill>
                <a:latin typeface="+mn-lt"/>
                <a:ea typeface="MS PGothic" panose="020B0600070205080204" pitchFamily="34" charset="-128"/>
              </a:defRPr>
            </a:lvl3pPr>
            <a:lvl4pPr marL="1428750" indent="-228600" algn="l" rtl="0" eaLnBrk="0" fontAlgn="base" hangingPunct="0">
              <a:spcBef>
                <a:spcPct val="35000"/>
              </a:spcBef>
              <a:spcAft>
                <a:spcPct val="0"/>
              </a:spcAft>
              <a:buClr>
                <a:schemeClr val="hlink"/>
              </a:buClr>
              <a:buSzPct val="75000"/>
              <a:buChar char="–"/>
              <a:defRPr kumimoji="1">
                <a:solidFill>
                  <a:schemeClr val="tx1"/>
                </a:solidFill>
                <a:latin typeface="+mn-lt"/>
                <a:ea typeface="MS PGothic" panose="020B0600070205080204" pitchFamily="34" charset="-128"/>
              </a:defRPr>
            </a:lvl4pPr>
            <a:lvl5pPr marL="17716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anose="020B0600070205080204" pitchFamily="34" charset="-128"/>
              </a:defRPr>
            </a:lvl5pPr>
          </a:lstStyle>
          <a:p>
            <a:pPr marL="0" lvl="0" indent="0">
              <a:spcBef>
                <a:spcPct val="0"/>
              </a:spcBef>
              <a:buClrTx/>
              <a:buSzTx/>
              <a:buFontTx/>
              <a:buNone/>
            </a:pPr>
            <a:r>
              <a:rPr lang="en-US" altLang="en-US" dirty="0">
                <a:solidFill>
                  <a:srgbClr val="FF0000"/>
                </a:solidFill>
                <a:latin typeface="Verdana" panose="020B0604030504040204" pitchFamily="34" charset="0"/>
              </a:rPr>
              <a:t>Do we have a deadlock here?</a:t>
            </a:r>
            <a:endParaRPr lang="en-US" altLang="en-US" dirty="0">
              <a:solidFill>
                <a:srgbClr val="FF0000"/>
              </a:solidFill>
              <a:latin typeface="Verdana" panose="020B0604030504040204" pitchFamily="34" charset="0"/>
            </a:endParaRPr>
          </a:p>
        </p:txBody>
      </p:sp>
      <p:sp>
        <p:nvSpPr>
          <p:cNvPr id="7" name="文本框 6"/>
          <p:cNvSpPr txBox="1"/>
          <p:nvPr/>
        </p:nvSpPr>
        <p:spPr>
          <a:xfrm>
            <a:off x="5776913" y="3243263"/>
            <a:ext cx="3367087" cy="922337"/>
          </a:xfrm>
          <a:prstGeom prst="rect">
            <a:avLst/>
          </a:prstGeom>
          <a:noFill/>
          <a:ln w="9525">
            <a:noFill/>
          </a:ln>
        </p:spPr>
        <p:txBody>
          <a:bodyPr>
            <a:spAutoFit/>
          </a:bodyPr>
          <a:lstStyle>
            <a:lvl1pPr marL="342900" indent="-342900" algn="l" rtl="0" eaLnBrk="0" fontAlgn="base" hangingPunct="0">
              <a:spcBef>
                <a:spcPct val="35000"/>
              </a:spcBef>
              <a:spcAft>
                <a:spcPct val="0"/>
              </a:spcAft>
              <a:buClr>
                <a:srgbClr val="993300"/>
              </a:buClr>
              <a:buSzPct val="90000"/>
              <a:buFont typeface="Monotype Sorts" pitchFamily="-84" charset="2"/>
              <a:buChar char="n"/>
              <a:defRPr kumimoji="1">
                <a:solidFill>
                  <a:schemeClr val="tx1"/>
                </a:solidFill>
                <a:latin typeface="+mn-lt"/>
                <a:ea typeface="MS PGothic" panose="020B0600070205080204" pitchFamily="34" charset="-128"/>
                <a:cs typeface="MS PGothic" panose="020B0600070205080204" pitchFamily="34" charset="-128"/>
              </a:defRPr>
            </a:lvl1pPr>
            <a:lvl2pPr marL="742950" indent="-285750" algn="l" rtl="0" eaLnBrk="0" fontAlgn="base" hangingPunct="0">
              <a:spcBef>
                <a:spcPct val="35000"/>
              </a:spcBef>
              <a:spcAft>
                <a:spcPct val="0"/>
              </a:spcAft>
              <a:buClr>
                <a:srgbClr val="CC6600"/>
              </a:buClr>
              <a:buSzPct val="80000"/>
              <a:buFont typeface="Monotype Sorts" pitchFamily="-84" charset="2"/>
              <a:buChar char="l"/>
              <a:defRPr kumimoji="1">
                <a:solidFill>
                  <a:schemeClr val="tx1"/>
                </a:solidFill>
                <a:latin typeface="+mn-lt"/>
                <a:ea typeface="MS PGothic" panose="020B0600070205080204" pitchFamily="34" charset="-128"/>
              </a:defRPr>
            </a:lvl2pPr>
            <a:lvl3pPr marL="1085850"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a:solidFill>
                  <a:schemeClr val="tx1"/>
                </a:solidFill>
                <a:latin typeface="+mn-lt"/>
                <a:ea typeface="MS PGothic" panose="020B0600070205080204" pitchFamily="34" charset="-128"/>
              </a:defRPr>
            </a:lvl3pPr>
            <a:lvl4pPr marL="1428750" indent="-228600" algn="l" rtl="0" eaLnBrk="0" fontAlgn="base" hangingPunct="0">
              <a:spcBef>
                <a:spcPct val="35000"/>
              </a:spcBef>
              <a:spcAft>
                <a:spcPct val="0"/>
              </a:spcAft>
              <a:buClr>
                <a:schemeClr val="hlink"/>
              </a:buClr>
              <a:buSzPct val="75000"/>
              <a:buChar char="–"/>
              <a:defRPr kumimoji="1">
                <a:solidFill>
                  <a:schemeClr val="tx1"/>
                </a:solidFill>
                <a:latin typeface="+mn-lt"/>
                <a:ea typeface="MS PGothic" panose="020B0600070205080204" pitchFamily="34" charset="-128"/>
              </a:defRPr>
            </a:lvl4pPr>
            <a:lvl5pPr marL="17716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anose="020B0600070205080204" pitchFamily="34" charset="-128"/>
              </a:defRPr>
            </a:lvl5pPr>
          </a:lstStyle>
          <a:p>
            <a:pPr marL="0" lvl="0" indent="0">
              <a:spcBef>
                <a:spcPct val="0"/>
              </a:spcBef>
              <a:buClrTx/>
              <a:buSzTx/>
              <a:buFontTx/>
              <a:buNone/>
            </a:pPr>
            <a:r>
              <a:rPr lang="en-US" altLang="zh-CN" dirty="0">
                <a:solidFill>
                  <a:srgbClr val="FF0000"/>
                </a:solidFill>
                <a:latin typeface="Verdana" panose="020B0604030504040204" pitchFamily="34" charset="0"/>
              </a:rPr>
              <a:t>If the graph does contain a cycle, then a deadlock may exist</a:t>
            </a:r>
            <a:endParaRPr lang="en-US" altLang="zh-CN" dirty="0">
              <a:solidFill>
                <a:srgbClr val="FF0000"/>
              </a:solidFill>
              <a:latin typeface="Verdana" panose="020B0604030504040204" pitchFamily="34" charset="0"/>
            </a:endParaRPr>
          </a:p>
        </p:txBody>
      </p:sp>
      <p:sp>
        <p:nvSpPr>
          <p:cNvPr id="3" name="文本框 2"/>
          <p:cNvSpPr txBox="1"/>
          <p:nvPr/>
        </p:nvSpPr>
        <p:spPr>
          <a:xfrm>
            <a:off x="419100" y="3924300"/>
            <a:ext cx="3141663" cy="1168400"/>
          </a:xfrm>
          <a:prstGeom prst="rect">
            <a:avLst/>
          </a:prstGeom>
          <a:noFill/>
          <a:ln w="9525">
            <a:noFill/>
          </a:ln>
        </p:spPr>
        <p:txBody>
          <a:bodyPr>
            <a:spAutoFit/>
          </a:bodyPr>
          <a:lstStyle>
            <a:lvl1pPr marL="342900" indent="-342900" algn="l" rtl="0" eaLnBrk="0" fontAlgn="base" hangingPunct="0">
              <a:spcBef>
                <a:spcPct val="35000"/>
              </a:spcBef>
              <a:spcAft>
                <a:spcPct val="0"/>
              </a:spcAft>
              <a:buClr>
                <a:srgbClr val="993300"/>
              </a:buClr>
              <a:buSzPct val="90000"/>
              <a:buFont typeface="Monotype Sorts" pitchFamily="-84" charset="2"/>
              <a:buChar char="n"/>
              <a:defRPr kumimoji="1">
                <a:solidFill>
                  <a:schemeClr val="tx1"/>
                </a:solidFill>
                <a:latin typeface="+mn-lt"/>
                <a:ea typeface="MS PGothic" panose="020B0600070205080204" pitchFamily="34" charset="-128"/>
                <a:cs typeface="MS PGothic" panose="020B0600070205080204" pitchFamily="34" charset="-128"/>
              </a:defRPr>
            </a:lvl1pPr>
            <a:lvl2pPr marL="742950" indent="-285750" algn="l" rtl="0" eaLnBrk="0" fontAlgn="base" hangingPunct="0">
              <a:spcBef>
                <a:spcPct val="35000"/>
              </a:spcBef>
              <a:spcAft>
                <a:spcPct val="0"/>
              </a:spcAft>
              <a:buClr>
                <a:srgbClr val="CC6600"/>
              </a:buClr>
              <a:buSzPct val="80000"/>
              <a:buFont typeface="Monotype Sorts" pitchFamily="-84" charset="2"/>
              <a:buChar char="l"/>
              <a:defRPr kumimoji="1">
                <a:solidFill>
                  <a:schemeClr val="tx1"/>
                </a:solidFill>
                <a:latin typeface="+mn-lt"/>
                <a:ea typeface="MS PGothic" panose="020B0600070205080204" pitchFamily="34" charset="-128"/>
              </a:defRPr>
            </a:lvl2pPr>
            <a:lvl3pPr marL="1085850"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a:solidFill>
                  <a:schemeClr val="tx1"/>
                </a:solidFill>
                <a:latin typeface="+mn-lt"/>
                <a:ea typeface="MS PGothic" panose="020B0600070205080204" pitchFamily="34" charset="-128"/>
              </a:defRPr>
            </a:lvl3pPr>
            <a:lvl4pPr marL="1428750" indent="-228600" algn="l" rtl="0" eaLnBrk="0" fontAlgn="base" hangingPunct="0">
              <a:spcBef>
                <a:spcPct val="35000"/>
              </a:spcBef>
              <a:spcAft>
                <a:spcPct val="0"/>
              </a:spcAft>
              <a:buClr>
                <a:schemeClr val="hlink"/>
              </a:buClr>
              <a:buSzPct val="75000"/>
              <a:buChar char="–"/>
              <a:defRPr kumimoji="1">
                <a:solidFill>
                  <a:schemeClr val="tx1"/>
                </a:solidFill>
                <a:latin typeface="+mn-lt"/>
                <a:ea typeface="MS PGothic" panose="020B0600070205080204" pitchFamily="34" charset="-128"/>
              </a:defRPr>
            </a:lvl4pPr>
            <a:lvl5pPr marL="17716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anose="020B0600070205080204" pitchFamily="34" charset="-128"/>
              </a:defRPr>
            </a:lvl5pPr>
          </a:lstStyle>
          <a:p>
            <a:pPr marL="0" lvl="0" indent="0">
              <a:spcBef>
                <a:spcPct val="0"/>
              </a:spcBef>
              <a:buClrTx/>
              <a:buSzTx/>
              <a:buFontTx/>
              <a:buNone/>
            </a:pPr>
            <a:r>
              <a:rPr lang="en-US" altLang="zh-CN" sz="1400" dirty="0">
                <a:latin typeface="Verdana" panose="020B0604030504040204" pitchFamily="34" charset="0"/>
              </a:rPr>
              <a:t>Observe that process P4 may release its instance of resource type R2. That resource can then be allocated to P3, breaking the cycle.</a:t>
            </a:r>
            <a:endParaRPr lang="en-US" altLang="zh-CN" sz="1400" dirty="0">
              <a:latin typeface="Verdana" panose="020B060403050404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7">
                                            <p:txEl>
                                              <p:charRg st="0" end="61"/>
                                            </p:txEl>
                                          </p:spTgt>
                                        </p:tgtEl>
                                        <p:attrNameLst>
                                          <p:attrName>style.visibility</p:attrName>
                                        </p:attrNameLst>
                                      </p:cBhvr>
                                      <p:to>
                                        <p:strVal val="visible"/>
                                      </p:to>
                                    </p:set>
                                    <p:animEffect transition="in" filter="randombar(horizontal)">
                                      <p:cBhvr>
                                        <p:cTn id="7" dur="500"/>
                                        <p:tgtEl>
                                          <p:spTgt spid="7">
                                            <p:txEl>
                                              <p:charRg st="0" end="6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1746" name="Rectangle 2"/>
          <p:cNvSpPr>
            <a:spLocks noGrp="1"/>
          </p:cNvSpPr>
          <p:nvPr>
            <p:ph type="title" idx="4294967295"/>
          </p:nvPr>
        </p:nvSpPr>
        <p:spPr>
          <a:xfrm>
            <a:off x="457200" y="152400"/>
            <a:ext cx="8229600" cy="576263"/>
          </a:xfrm>
        </p:spPr>
        <p:txBody>
          <a:bodyPr vert="horz" wrap="square" lIns="91440" tIns="45720" rIns="91440" bIns="45720" anchor="b" anchorCtr="0"/>
          <a:p>
            <a:pPr eaLnBrk="1" hangingPunct="1"/>
            <a:r>
              <a:rPr lang="en-US" altLang="en-US" dirty="0"/>
              <a:t>Basic Facts</a:t>
            </a:r>
            <a:endParaRPr lang="en-US" altLang="en-US" dirty="0"/>
          </a:p>
        </p:txBody>
      </p:sp>
      <p:sp>
        <p:nvSpPr>
          <p:cNvPr id="31747" name="Rectangle 3"/>
          <p:cNvSpPr>
            <a:spLocks noGrp="1"/>
          </p:cNvSpPr>
          <p:nvPr>
            <p:ph type="body" idx="4294967295"/>
          </p:nvPr>
        </p:nvSpPr>
        <p:spPr>
          <a:xfrm>
            <a:off x="865188" y="1217613"/>
            <a:ext cx="6284912" cy="4400550"/>
          </a:xfrm>
        </p:spPr>
        <p:txBody>
          <a:bodyPr vert="horz" wrap="square" lIns="91440" tIns="45720" rIns="91440" bIns="45720" anchor="t" anchorCtr="0"/>
          <a:p>
            <a:pPr>
              <a:buFont typeface="Wingdings" panose="05000000000000000000" pitchFamily="2" charset="2"/>
              <a:buChar char="q"/>
            </a:pPr>
            <a:r>
              <a:rPr lang="en-US" altLang="en-US" dirty="0"/>
              <a:t>If graph contains no cycles </a:t>
            </a:r>
            <a:r>
              <a:rPr lang="en-US" altLang="en-US" dirty="0">
                <a:sym typeface="Symbol" panose="05050102010706020507" pitchFamily="18" charset="2"/>
              </a:rPr>
              <a:t> no deadlock</a:t>
            </a:r>
            <a:endParaRPr lang="en-US" altLang="en-US" dirty="0">
              <a:sym typeface="Symbol" panose="05050102010706020507" pitchFamily="18" charset="2"/>
            </a:endParaRPr>
          </a:p>
          <a:p>
            <a:pPr>
              <a:buFont typeface="Wingdings" panose="05000000000000000000" pitchFamily="2" charset="2"/>
              <a:buChar char="q"/>
            </a:pPr>
            <a:r>
              <a:rPr lang="en-US" altLang="en-US" dirty="0">
                <a:sym typeface="Symbol" panose="05050102010706020507" pitchFamily="18" charset="2"/>
              </a:rPr>
              <a:t>If graph contains a cycle </a:t>
            </a:r>
            <a:endParaRPr lang="en-US" altLang="en-US" dirty="0">
              <a:sym typeface="Symbol" panose="05050102010706020507" pitchFamily="18" charset="2"/>
            </a:endParaRPr>
          </a:p>
          <a:p>
            <a:pPr lvl="1">
              <a:buFont typeface="Wingdings" panose="05000000000000000000" pitchFamily="2" charset="2"/>
              <a:buChar char="Ø"/>
            </a:pPr>
            <a:r>
              <a:rPr lang="en-US" altLang="en-US" dirty="0">
                <a:sym typeface="Symbol" panose="05050102010706020507" pitchFamily="18" charset="2"/>
              </a:rPr>
              <a:t>if only one instance per resource type, then deadlock</a:t>
            </a:r>
            <a:endParaRPr lang="en-US" altLang="en-US" dirty="0">
              <a:sym typeface="Symbol" panose="05050102010706020507" pitchFamily="18" charset="2"/>
            </a:endParaRPr>
          </a:p>
          <a:p>
            <a:pPr lvl="1">
              <a:buFont typeface="Wingdings" panose="05000000000000000000" pitchFamily="2" charset="2"/>
              <a:buChar char="Ø"/>
            </a:pPr>
            <a:r>
              <a:rPr lang="en-US" altLang="en-US" dirty="0">
                <a:sym typeface="Symbol" panose="05050102010706020507" pitchFamily="18" charset="2"/>
              </a:rPr>
              <a:t>if several instances per resource type, possibility of deadlock</a:t>
            </a:r>
            <a:endParaRPr lang="en-US" altLang="en-US" dirty="0">
              <a:sym typeface="Symbol" panose="05050102010706020507" pitchFamily="18" charset="2"/>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3794" name="Rectangle 2"/>
          <p:cNvSpPr>
            <a:spLocks noGrp="1"/>
          </p:cNvSpPr>
          <p:nvPr>
            <p:ph type="title" idx="4294967295"/>
          </p:nvPr>
        </p:nvSpPr>
        <p:spPr>
          <a:xfrm>
            <a:off x="457200" y="152400"/>
            <a:ext cx="8229600" cy="576263"/>
          </a:xfrm>
        </p:spPr>
        <p:txBody>
          <a:bodyPr vert="horz" wrap="square" lIns="91440" tIns="45720" rIns="91440" bIns="45720" anchor="b" anchorCtr="0"/>
          <a:p>
            <a:pPr eaLnBrk="1" hangingPunct="1"/>
            <a:r>
              <a:rPr lang="en-US" altLang="zh-CN" dirty="0"/>
              <a:t>Quiz</a:t>
            </a:r>
            <a:endParaRPr lang="en-US" altLang="en-US" dirty="0"/>
          </a:p>
        </p:txBody>
      </p:sp>
      <p:sp>
        <p:nvSpPr>
          <p:cNvPr id="39939" name="Rectangle 3"/>
          <p:cNvSpPr>
            <a:spLocks noGrp="1" noChangeArrowheads="1"/>
          </p:cNvSpPr>
          <p:nvPr>
            <p:ph type="body" idx="1"/>
          </p:nvPr>
        </p:nvSpPr>
        <p:spPr bwMode="auto">
          <a:xfrm>
            <a:off x="849862" y="936652"/>
            <a:ext cx="7757757" cy="1632863"/>
          </a:xfrm>
          <a:effectLst/>
          <a:scene3d>
            <a:camera prst="orthographicFront"/>
            <a:lightRig rig="balanced" dir="t"/>
          </a:scene3d>
          <a:sp3d prstMaterial="plastic"/>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35000"/>
              </a:spcBef>
              <a:spcAft>
                <a:spcPct val="0"/>
              </a:spcAft>
              <a:buClr>
                <a:srgbClr val="993300"/>
              </a:buClr>
              <a:buSzPct val="90000"/>
              <a:buFont typeface="Wingdings" panose="05000000000000000000" pitchFamily="2" charset="2"/>
              <a:buChar char="q"/>
              <a:defRPr/>
            </a:pPr>
            <a:r>
              <a:rPr kumimoji="1" lang="en-US" altLang="en-US" sz="1800" b="0" i="0" u="none" strike="noStrike" kern="0" cap="none" spc="0" normalizeH="0" baseline="0" noProof="0" dirty="0">
                <a:ln>
                  <a:noFill/>
                </a:ln>
                <a:solidFill>
                  <a:schemeClr val="tx1"/>
                </a:solidFill>
                <a:effectLst/>
                <a:uLnTx/>
                <a:uFillTx/>
                <a:latin typeface="+mn-lt"/>
                <a:ea typeface="MS PGothic" panose="020B0600070205080204" pitchFamily="34" charset="-128"/>
                <a:cs typeface="MS PGothic" panose="020B0600070205080204" pitchFamily="34" charset="-128"/>
              </a:rPr>
              <a:t>Assume </a:t>
            </a:r>
            <a:r>
              <a:rPr kumimoji="1" lang="en-US" altLang="en-US" sz="1800" b="1" i="0" u="none" strike="noStrike" kern="0" cap="none" spc="0" normalizeH="0" baseline="0" noProof="0" dirty="0">
                <a:ln>
                  <a:noFill/>
                </a:ln>
                <a:solidFill>
                  <a:srgbClr val="FF0000"/>
                </a:solidFill>
                <a:effectLst/>
                <a:highlight>
                  <a:srgbClr val="FFFF00"/>
                </a:highlight>
                <a:uLnTx/>
                <a:uFillTx/>
                <a:latin typeface="+mn-lt"/>
                <a:ea typeface="MS PGothic" panose="020B0600070205080204" pitchFamily="34" charset="-128"/>
                <a:cs typeface="MS PGothic" panose="020B0600070205080204" pitchFamily="34" charset="-128"/>
              </a:rPr>
              <a:t>3</a:t>
            </a:r>
            <a:r>
              <a:rPr kumimoji="1" lang="en-US" altLang="en-US" sz="1800" b="0" i="0" u="none" strike="noStrike" kern="0" cap="none" spc="0" normalizeH="0" baseline="0" noProof="0" dirty="0">
                <a:ln>
                  <a:noFill/>
                </a:ln>
                <a:solidFill>
                  <a:schemeClr val="tx1"/>
                </a:solidFill>
                <a:effectLst/>
                <a:uLnTx/>
                <a:uFillTx/>
                <a:latin typeface="+mn-lt"/>
                <a:ea typeface="MS PGothic" panose="020B0600070205080204" pitchFamily="34" charset="-128"/>
                <a:cs typeface="MS PGothic" panose="020B0600070205080204" pitchFamily="34" charset="-128"/>
              </a:rPr>
              <a:t> processes share </a:t>
            </a:r>
            <a:r>
              <a:rPr kumimoji="1" lang="en-US" altLang="en-US" sz="1800" b="1" i="0" u="none" strike="noStrike" kern="0" cap="none" spc="0" normalizeH="0" baseline="0" noProof="0" dirty="0">
                <a:ln>
                  <a:noFill/>
                </a:ln>
                <a:solidFill>
                  <a:srgbClr val="FF0000"/>
                </a:solidFill>
                <a:effectLst/>
                <a:highlight>
                  <a:srgbClr val="FFFF00"/>
                </a:highlight>
                <a:uLnTx/>
                <a:uFillTx/>
                <a:latin typeface="+mn-lt"/>
                <a:ea typeface="MS PGothic" panose="020B0600070205080204" pitchFamily="34" charset="-128"/>
                <a:cs typeface="MS PGothic" panose="020B0600070205080204" pitchFamily="34" charset="-128"/>
              </a:rPr>
              <a:t>4</a:t>
            </a:r>
            <a:r>
              <a:rPr kumimoji="1" lang="en-US" altLang="en-US" sz="1800" b="0" i="0" u="none" strike="noStrike" kern="0" cap="none" spc="0" normalizeH="0" baseline="0" noProof="0" dirty="0">
                <a:ln>
                  <a:noFill/>
                </a:ln>
                <a:solidFill>
                  <a:schemeClr val="tx1"/>
                </a:solidFill>
                <a:effectLst/>
                <a:uLnTx/>
                <a:uFillTx/>
                <a:latin typeface="+mn-lt"/>
                <a:ea typeface="MS PGothic" panose="020B0600070205080204" pitchFamily="34" charset="-128"/>
                <a:cs typeface="MS PGothic" panose="020B0600070205080204" pitchFamily="34" charset="-128"/>
              </a:rPr>
              <a:t> identical resources, and </a:t>
            </a:r>
            <a:endParaRPr kumimoji="1" lang="en-US" altLang="en-US" sz="1800" b="0" i="0" u="none" strike="noStrike" kern="0" cap="none" spc="0" normalizeH="0" baseline="0" noProof="0" dirty="0">
              <a:ln>
                <a:noFill/>
              </a:ln>
              <a:solidFill>
                <a:schemeClr val="tx1"/>
              </a:solidFill>
              <a:effectLst/>
              <a:uLnTx/>
              <a:uFillTx/>
              <a:latin typeface="+mn-lt"/>
              <a:ea typeface="MS PGothic" panose="020B0600070205080204" pitchFamily="34" charset="-128"/>
              <a:cs typeface="MS PGothic" panose="020B0600070205080204" pitchFamily="34" charset="-128"/>
            </a:endParaRPr>
          </a:p>
          <a:p>
            <a:pPr marL="342900" marR="0" lvl="0" indent="-342900" algn="l" defTabSz="914400" rtl="0" eaLnBrk="0" fontAlgn="base" latinLnBrk="0" hangingPunct="0">
              <a:lnSpc>
                <a:spcPct val="100000"/>
              </a:lnSpc>
              <a:spcBef>
                <a:spcPct val="35000"/>
              </a:spcBef>
              <a:spcAft>
                <a:spcPct val="0"/>
              </a:spcAft>
              <a:buClr>
                <a:srgbClr val="993300"/>
              </a:buClr>
              <a:buSzPct val="90000"/>
              <a:buFont typeface="Wingdings" panose="05000000000000000000" pitchFamily="2" charset="2"/>
              <a:buChar char="q"/>
              <a:defRPr/>
            </a:pPr>
            <a:r>
              <a:rPr kumimoji="1" lang="en-US" altLang="en-US" sz="1800" b="0" i="0" u="none" strike="noStrike" kern="0" cap="none" spc="0" normalizeH="0" baseline="0" noProof="0" dirty="0">
                <a:ln>
                  <a:noFill/>
                </a:ln>
                <a:solidFill>
                  <a:schemeClr val="tx1"/>
                </a:solidFill>
                <a:effectLst/>
                <a:uLnTx/>
                <a:uFillTx/>
                <a:latin typeface="+mn-lt"/>
                <a:ea typeface="MS PGothic" panose="020B0600070205080204" pitchFamily="34" charset="-128"/>
                <a:cs typeface="MS PGothic" panose="020B0600070205080204" pitchFamily="34" charset="-128"/>
              </a:rPr>
              <a:t>each allocation or request can obtain only </a:t>
            </a:r>
            <a:r>
              <a:rPr kumimoji="1" lang="en-US" altLang="en-US" sz="1800" b="1" i="0" u="none" strike="noStrike" kern="0" cap="none" spc="0" normalizeH="0" baseline="0" noProof="0" dirty="0">
                <a:ln>
                  <a:noFill/>
                </a:ln>
                <a:solidFill>
                  <a:srgbClr val="FF0000"/>
                </a:solidFill>
                <a:effectLst/>
                <a:highlight>
                  <a:srgbClr val="FFFF00"/>
                </a:highlight>
                <a:uLnTx/>
                <a:uFillTx/>
                <a:latin typeface="+mn-lt"/>
                <a:ea typeface="MS PGothic" panose="020B0600070205080204" pitchFamily="34" charset="-128"/>
                <a:cs typeface="MS PGothic" panose="020B0600070205080204" pitchFamily="34" charset="-128"/>
              </a:rPr>
              <a:t>1</a:t>
            </a:r>
            <a:r>
              <a:rPr kumimoji="1" lang="en-US" altLang="en-US" sz="1800" b="0" i="0" u="none" strike="noStrike" kern="0" cap="none" spc="0" normalizeH="0" baseline="0" noProof="0" dirty="0">
                <a:ln>
                  <a:noFill/>
                </a:ln>
                <a:solidFill>
                  <a:schemeClr val="tx1"/>
                </a:solidFill>
                <a:effectLst/>
                <a:uLnTx/>
                <a:uFillTx/>
                <a:latin typeface="+mn-lt"/>
                <a:ea typeface="MS PGothic" panose="020B0600070205080204" pitchFamily="34" charset="-128"/>
                <a:cs typeface="MS PGothic" panose="020B0600070205080204" pitchFamily="34" charset="-128"/>
              </a:rPr>
              <a:t> unit at a time. </a:t>
            </a:r>
            <a:endParaRPr kumimoji="1" lang="en-US" altLang="en-US" sz="1800" b="0" i="0" u="none" strike="noStrike" kern="0" cap="none" spc="0" normalizeH="0" baseline="0" noProof="0" dirty="0">
              <a:ln>
                <a:noFill/>
              </a:ln>
              <a:solidFill>
                <a:schemeClr val="tx1"/>
              </a:solidFill>
              <a:effectLst/>
              <a:uLnTx/>
              <a:uFillTx/>
              <a:latin typeface="+mn-lt"/>
              <a:ea typeface="MS PGothic" panose="020B0600070205080204" pitchFamily="34" charset="-128"/>
              <a:cs typeface="MS PGothic" panose="020B0600070205080204" pitchFamily="34" charset="-128"/>
            </a:endParaRPr>
          </a:p>
          <a:p>
            <a:pPr marL="342900" marR="0" lvl="0" indent="-342900" algn="l" defTabSz="914400" rtl="0" eaLnBrk="0" fontAlgn="base" latinLnBrk="0" hangingPunct="0">
              <a:lnSpc>
                <a:spcPct val="100000"/>
              </a:lnSpc>
              <a:spcBef>
                <a:spcPct val="35000"/>
              </a:spcBef>
              <a:spcAft>
                <a:spcPct val="0"/>
              </a:spcAft>
              <a:buClr>
                <a:srgbClr val="993300"/>
              </a:buClr>
              <a:buSzPct val="90000"/>
              <a:buFont typeface="Wingdings" panose="05000000000000000000" pitchFamily="2" charset="2"/>
              <a:buChar char="q"/>
              <a:defRPr/>
            </a:pPr>
            <a:r>
              <a:rPr kumimoji="1" lang="en-US" altLang="en-US" sz="1800" b="0" i="0" u="none" strike="noStrike" kern="0" cap="none" spc="0" normalizeH="0" baseline="0" noProof="0" dirty="0">
                <a:ln>
                  <a:noFill/>
                </a:ln>
                <a:solidFill>
                  <a:schemeClr val="tx1"/>
                </a:solidFill>
                <a:effectLst/>
                <a:uLnTx/>
                <a:uFillTx/>
                <a:latin typeface="+mn-lt"/>
                <a:ea typeface="MS PGothic" panose="020B0600070205080204" pitchFamily="34" charset="-128"/>
                <a:cs typeface="MS PGothic" panose="020B0600070205080204" pitchFamily="34" charset="-128"/>
              </a:rPr>
              <a:t>Given that every process requires </a:t>
            </a:r>
            <a:r>
              <a:rPr kumimoji="1" lang="en-US" altLang="en-US" sz="1800" b="1" i="0" u="none" strike="noStrike" kern="0" cap="none" spc="0" normalizeH="0" baseline="0" noProof="0" dirty="0">
                <a:ln>
                  <a:noFill/>
                </a:ln>
                <a:solidFill>
                  <a:srgbClr val="FF0000"/>
                </a:solidFill>
                <a:effectLst/>
                <a:highlight>
                  <a:srgbClr val="FFFF00"/>
                </a:highlight>
                <a:uLnTx/>
                <a:uFillTx/>
                <a:latin typeface="+mn-lt"/>
                <a:ea typeface="MS PGothic" panose="020B0600070205080204" pitchFamily="34" charset="-128"/>
                <a:cs typeface="MS PGothic" panose="020B0600070205080204" pitchFamily="34" charset="-128"/>
              </a:rPr>
              <a:t>at most 2  </a:t>
            </a:r>
            <a:r>
              <a:rPr kumimoji="1" lang="en-US" altLang="en-US" sz="1800" b="0" i="0" u="none" strike="noStrike" kern="0" cap="none" spc="0" normalizeH="0" baseline="0" noProof="0" dirty="0">
                <a:ln>
                  <a:noFill/>
                </a:ln>
                <a:solidFill>
                  <a:schemeClr val="tx1"/>
                </a:solidFill>
                <a:effectLst/>
                <a:uLnTx/>
                <a:uFillTx/>
                <a:latin typeface="+mn-lt"/>
                <a:ea typeface="MS PGothic" panose="020B0600070205080204" pitchFamily="34" charset="-128"/>
                <a:cs typeface="MS PGothic" panose="020B0600070205080204" pitchFamily="34" charset="-128"/>
              </a:rPr>
              <a:t>units of the resource, </a:t>
            </a:r>
            <a:endParaRPr kumimoji="1" lang="en-US" altLang="en-US" sz="1800" b="0" i="0" u="none" strike="noStrike" kern="0" cap="none" spc="0" normalizeH="0" baseline="0" noProof="0" dirty="0">
              <a:ln>
                <a:noFill/>
              </a:ln>
              <a:solidFill>
                <a:schemeClr val="tx1"/>
              </a:solidFill>
              <a:effectLst/>
              <a:uLnTx/>
              <a:uFillTx/>
              <a:latin typeface="+mn-lt"/>
              <a:ea typeface="MS PGothic" panose="020B0600070205080204" pitchFamily="34" charset="-128"/>
              <a:cs typeface="MS PGothic" panose="020B0600070205080204" pitchFamily="34" charset="-128"/>
            </a:endParaRPr>
          </a:p>
          <a:p>
            <a:pPr marL="342900" marR="0" lvl="0" indent="-342900" algn="l" defTabSz="914400" rtl="0" eaLnBrk="0" fontAlgn="base" latinLnBrk="0" hangingPunct="0">
              <a:lnSpc>
                <a:spcPct val="100000"/>
              </a:lnSpc>
              <a:spcBef>
                <a:spcPct val="35000"/>
              </a:spcBef>
              <a:spcAft>
                <a:spcPct val="0"/>
              </a:spcAft>
              <a:buClr>
                <a:srgbClr val="993300"/>
              </a:buClr>
              <a:buSzPct val="90000"/>
              <a:buFont typeface="Wingdings" panose="05000000000000000000" pitchFamily="2" charset="2"/>
              <a:buChar char="q"/>
              <a:defRPr/>
            </a:pPr>
            <a:r>
              <a:rPr kumimoji="1" lang="en-US" altLang="en-US" sz="1800" b="0" i="0" u="none" strike="noStrike" kern="0" cap="none" spc="0" normalizeH="0" baseline="0" noProof="0" dirty="0">
                <a:ln>
                  <a:noFill/>
                </a:ln>
                <a:solidFill>
                  <a:schemeClr val="tx1"/>
                </a:solidFill>
                <a:effectLst/>
                <a:uLnTx/>
                <a:uFillTx/>
                <a:latin typeface="+mn-lt"/>
                <a:ea typeface="MS PGothic" panose="020B0600070205080204" pitchFamily="34" charset="-128"/>
                <a:cs typeface="MS PGothic" panose="020B0600070205080204" pitchFamily="34" charset="-128"/>
              </a:rPr>
              <a:t>will a deadlock occur in the system? Explain why.</a:t>
            </a:r>
            <a:endParaRPr kumimoji="1" lang="en-US" altLang="en-US" sz="1800" b="0" i="0" u="none" strike="noStrike" kern="0" cap="none" spc="0" normalizeH="0" baseline="0" noProof="0" dirty="0">
              <a:ln>
                <a:noFill/>
              </a:ln>
              <a:solidFill>
                <a:schemeClr val="tx1"/>
              </a:solidFill>
              <a:effectLst/>
              <a:uLnTx/>
              <a:uFillTx/>
              <a:latin typeface="+mn-lt"/>
              <a:ea typeface="MS PGothic" panose="020B0600070205080204" pitchFamily="34" charset="-128"/>
              <a:cs typeface="MS PGothic" panose="020B0600070205080204" pitchFamily="34" charset="-128"/>
              <a:sym typeface="Symbol" panose="05050102010706020507" pitchFamily="18" charset="2"/>
            </a:endParaRPr>
          </a:p>
        </p:txBody>
      </p:sp>
      <p:sp>
        <p:nvSpPr>
          <p:cNvPr id="3" name="文本框 2"/>
          <p:cNvSpPr txBox="1"/>
          <p:nvPr/>
        </p:nvSpPr>
        <p:spPr>
          <a:xfrm>
            <a:off x="746125" y="2778125"/>
            <a:ext cx="7651750" cy="3692525"/>
          </a:xfrm>
          <a:prstGeom prst="rect">
            <a:avLst/>
          </a:prstGeom>
          <a:noFill/>
          <a:ln w="9525">
            <a:noFill/>
          </a:ln>
        </p:spPr>
        <p:txBody>
          <a:bodyPr>
            <a:spAutoFit/>
          </a:bodyPr>
          <a:lstStyle>
            <a:lvl1pPr marL="342900" indent="-342900" algn="l" rtl="0" eaLnBrk="0" fontAlgn="base" hangingPunct="0">
              <a:spcBef>
                <a:spcPct val="35000"/>
              </a:spcBef>
              <a:spcAft>
                <a:spcPct val="0"/>
              </a:spcAft>
              <a:buClr>
                <a:srgbClr val="993300"/>
              </a:buClr>
              <a:buSzPct val="90000"/>
              <a:buFont typeface="Monotype Sorts" pitchFamily="-84" charset="2"/>
              <a:buChar char="n"/>
              <a:defRPr kumimoji="1">
                <a:solidFill>
                  <a:schemeClr val="tx1"/>
                </a:solidFill>
                <a:latin typeface="+mn-lt"/>
                <a:ea typeface="MS PGothic" panose="020B0600070205080204" pitchFamily="34" charset="-128"/>
                <a:cs typeface="MS PGothic" panose="020B0600070205080204" pitchFamily="34" charset="-128"/>
              </a:defRPr>
            </a:lvl1pPr>
            <a:lvl2pPr marL="742950" indent="-285750" algn="l" rtl="0" eaLnBrk="0" fontAlgn="base" hangingPunct="0">
              <a:spcBef>
                <a:spcPct val="35000"/>
              </a:spcBef>
              <a:spcAft>
                <a:spcPct val="0"/>
              </a:spcAft>
              <a:buClr>
                <a:srgbClr val="CC6600"/>
              </a:buClr>
              <a:buSzPct val="80000"/>
              <a:buFont typeface="Monotype Sorts" pitchFamily="-84" charset="2"/>
              <a:buChar char="l"/>
              <a:defRPr kumimoji="1">
                <a:solidFill>
                  <a:schemeClr val="tx1"/>
                </a:solidFill>
                <a:latin typeface="+mn-lt"/>
                <a:ea typeface="MS PGothic" panose="020B0600070205080204" pitchFamily="34" charset="-128"/>
              </a:defRPr>
            </a:lvl2pPr>
            <a:lvl3pPr marL="1085850"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a:solidFill>
                  <a:schemeClr val="tx1"/>
                </a:solidFill>
                <a:latin typeface="+mn-lt"/>
                <a:ea typeface="MS PGothic" panose="020B0600070205080204" pitchFamily="34" charset="-128"/>
              </a:defRPr>
            </a:lvl3pPr>
            <a:lvl4pPr marL="1428750" indent="-228600" algn="l" rtl="0" eaLnBrk="0" fontAlgn="base" hangingPunct="0">
              <a:spcBef>
                <a:spcPct val="35000"/>
              </a:spcBef>
              <a:spcAft>
                <a:spcPct val="0"/>
              </a:spcAft>
              <a:buClr>
                <a:schemeClr val="hlink"/>
              </a:buClr>
              <a:buSzPct val="75000"/>
              <a:buChar char="–"/>
              <a:defRPr kumimoji="1">
                <a:solidFill>
                  <a:schemeClr val="tx1"/>
                </a:solidFill>
                <a:latin typeface="+mn-lt"/>
                <a:ea typeface="MS PGothic" panose="020B0600070205080204" pitchFamily="34" charset="-128"/>
              </a:defRPr>
            </a:lvl4pPr>
            <a:lvl5pPr marL="17716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anose="020B0600070205080204" pitchFamily="34" charset="-128"/>
              </a:defRPr>
            </a:lvl5pPr>
          </a:lstStyle>
          <a:p>
            <a:pPr marL="0" lvl="0" indent="0">
              <a:spcBef>
                <a:spcPct val="0"/>
              </a:spcBef>
              <a:buClrTx/>
              <a:buSzTx/>
              <a:buFontTx/>
              <a:buNone/>
            </a:pPr>
            <a:r>
              <a:rPr lang="en-US" altLang="zh-CN" dirty="0">
                <a:latin typeface="Times New Roman" panose="02020603050405020304" pitchFamily="18" charset="0"/>
                <a:cs typeface="Times New Roman" panose="02020603050405020304" pitchFamily="18" charset="0"/>
              </a:rPr>
              <a:t>A deadlock will not occur.</a:t>
            </a:r>
            <a:endParaRPr lang="en-US" altLang="zh-CN" dirty="0">
              <a:latin typeface="Times New Roman" panose="02020603050405020304" pitchFamily="18" charset="0"/>
              <a:cs typeface="Times New Roman" panose="02020603050405020304" pitchFamily="18" charset="0"/>
            </a:endParaRPr>
          </a:p>
          <a:p>
            <a:pPr marL="0" lvl="0" indent="0">
              <a:spcBef>
                <a:spcPct val="0"/>
              </a:spcBef>
              <a:buClrTx/>
              <a:buSzTx/>
              <a:buFontTx/>
              <a:buNone/>
            </a:pPr>
            <a:endParaRPr lang="en-US" altLang="zh-CN" dirty="0">
              <a:latin typeface="Times New Roman" panose="02020603050405020304" pitchFamily="18" charset="0"/>
              <a:cs typeface="Times New Roman" panose="02020603050405020304" pitchFamily="18" charset="0"/>
            </a:endParaRPr>
          </a:p>
          <a:p>
            <a:pPr marL="0" lvl="0" indent="0">
              <a:spcBef>
                <a:spcPct val="0"/>
              </a:spcBef>
              <a:buClrTx/>
              <a:buSzTx/>
              <a:buFontTx/>
              <a:buNone/>
            </a:pPr>
            <a:r>
              <a:rPr lang="en-US" altLang="zh-CN" dirty="0">
                <a:latin typeface="Times New Roman" panose="02020603050405020304" pitchFamily="18" charset="0"/>
                <a:cs typeface="Times New Roman" panose="02020603050405020304" pitchFamily="18" charset="0"/>
              </a:rPr>
              <a:t>Because there are 4 units of the resource for 3 processes, the </a:t>
            </a:r>
            <a:r>
              <a:rPr lang="en-US" altLang="zh-CN" b="1" dirty="0">
                <a:solidFill>
                  <a:srgbClr val="FF0000"/>
                </a:solidFill>
                <a:latin typeface="Times New Roman" panose="02020603050405020304" pitchFamily="18" charset="0"/>
                <a:cs typeface="Times New Roman" panose="02020603050405020304" pitchFamily="18" charset="0"/>
              </a:rPr>
              <a:t>pigeonhole principle </a:t>
            </a:r>
            <a:r>
              <a:rPr lang="en-US" altLang="zh-CN" dirty="0">
                <a:latin typeface="Times New Roman" panose="02020603050405020304" pitchFamily="18" charset="0"/>
                <a:cs typeface="Times New Roman" panose="02020603050405020304" pitchFamily="18" charset="0"/>
              </a:rPr>
              <a:t>guarantees that at least one process must receive two units. </a:t>
            </a:r>
            <a:endParaRPr lang="en-US" altLang="zh-CN" dirty="0">
              <a:latin typeface="Times New Roman" panose="02020603050405020304" pitchFamily="18" charset="0"/>
              <a:cs typeface="Times New Roman" panose="02020603050405020304" pitchFamily="18" charset="0"/>
            </a:endParaRPr>
          </a:p>
          <a:p>
            <a:pPr marL="0" lvl="0" indent="0">
              <a:spcBef>
                <a:spcPct val="0"/>
              </a:spcBef>
              <a:buClrTx/>
              <a:buSzTx/>
              <a:buFontTx/>
              <a:buNone/>
            </a:pPr>
            <a:endParaRPr lang="en-US" altLang="zh-CN" dirty="0">
              <a:latin typeface="Times New Roman" panose="02020603050405020304" pitchFamily="18" charset="0"/>
              <a:cs typeface="Times New Roman" panose="02020603050405020304" pitchFamily="18" charset="0"/>
            </a:endParaRPr>
          </a:p>
          <a:p>
            <a:pPr marL="0" lvl="0" indent="0">
              <a:spcBef>
                <a:spcPct val="0"/>
              </a:spcBef>
              <a:buClrTx/>
              <a:buSzTx/>
              <a:buFontTx/>
              <a:buNone/>
            </a:pPr>
            <a:r>
              <a:rPr lang="en-US" altLang="zh-CN" dirty="0">
                <a:latin typeface="Times New Roman" panose="02020603050405020304" pitchFamily="18" charset="0"/>
                <a:cs typeface="Times New Roman" panose="02020603050405020304" pitchFamily="18" charset="0"/>
              </a:rPr>
              <a:t>Since a process needs no more than two units in total, that process can finish its execution and then release its resources. </a:t>
            </a:r>
            <a:endParaRPr lang="en-US" altLang="zh-CN" dirty="0">
              <a:latin typeface="Times New Roman" panose="02020603050405020304" pitchFamily="18" charset="0"/>
              <a:cs typeface="Times New Roman" panose="02020603050405020304" pitchFamily="18" charset="0"/>
            </a:endParaRPr>
          </a:p>
          <a:p>
            <a:pPr marL="0" lvl="0" indent="0">
              <a:spcBef>
                <a:spcPct val="0"/>
              </a:spcBef>
              <a:buClrTx/>
              <a:buSzTx/>
              <a:buFontTx/>
              <a:buNone/>
            </a:pPr>
            <a:endParaRPr lang="en-US" altLang="zh-CN" dirty="0">
              <a:latin typeface="Times New Roman" panose="02020603050405020304" pitchFamily="18" charset="0"/>
              <a:cs typeface="Times New Roman" panose="02020603050405020304" pitchFamily="18" charset="0"/>
            </a:endParaRPr>
          </a:p>
          <a:p>
            <a:pPr marL="0" lvl="0" indent="0">
              <a:spcBef>
                <a:spcPct val="0"/>
              </a:spcBef>
              <a:buClrTx/>
              <a:buSzTx/>
              <a:buFontTx/>
              <a:buNone/>
            </a:pPr>
            <a:r>
              <a:rPr lang="en-US" altLang="zh-CN" dirty="0">
                <a:latin typeface="Times New Roman" panose="02020603050405020304" pitchFamily="18" charset="0"/>
                <a:cs typeface="Times New Roman" panose="02020603050405020304" pitchFamily="18" charset="0"/>
              </a:rPr>
              <a:t>Once those units are freed, the remaining processes can acquire the resources they need and complete their execution.</a:t>
            </a:r>
            <a:endParaRPr lang="en-US" altLang="zh-CN" dirty="0">
              <a:latin typeface="Times New Roman" panose="02020603050405020304" pitchFamily="18" charset="0"/>
              <a:cs typeface="Times New Roman" panose="02020603050405020304" pitchFamily="18" charset="0"/>
            </a:endParaRPr>
          </a:p>
          <a:p>
            <a:pPr marL="0" lvl="0" indent="0">
              <a:spcBef>
                <a:spcPct val="0"/>
              </a:spcBef>
              <a:buClrTx/>
              <a:buSzTx/>
              <a:buFontTx/>
              <a:buNone/>
            </a:pPr>
            <a:endParaRPr lang="en-US" altLang="zh-CN" dirty="0">
              <a:latin typeface="Times New Roman" panose="02020603050405020304" pitchFamily="18" charset="0"/>
              <a:cs typeface="Times New Roman" panose="02020603050405020304" pitchFamily="18" charset="0"/>
            </a:endParaRPr>
          </a:p>
          <a:p>
            <a:pPr marL="0" lvl="0" indent="0">
              <a:spcBef>
                <a:spcPct val="0"/>
              </a:spcBef>
              <a:buClrTx/>
              <a:buSzTx/>
              <a:buFontTx/>
              <a:buNone/>
            </a:pPr>
            <a:r>
              <a:rPr lang="en-US" altLang="zh-CN" dirty="0">
                <a:latin typeface="Times New Roman" panose="02020603050405020304" pitchFamily="18" charset="0"/>
                <a:cs typeface="Times New Roman" panose="02020603050405020304" pitchFamily="18" charset="0"/>
              </a:rPr>
              <a:t>Therefore, every process will eventually obtain the required resources and finish within a finite time, preventing any deadlock in the system.</a:t>
            </a:r>
            <a:endParaRPr lang="zh-CN" altLang="en-US" dirty="0">
              <a:latin typeface="Times New Roman" panose="02020603050405020304" pitchFamily="18" charset="0"/>
              <a:ea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5842" name="Rectangle 2"/>
          <p:cNvSpPr>
            <a:spLocks noGrp="1"/>
          </p:cNvSpPr>
          <p:nvPr>
            <p:ph type="title" idx="4294967295"/>
          </p:nvPr>
        </p:nvSpPr>
        <p:spPr>
          <a:xfrm>
            <a:off x="457200" y="152400"/>
            <a:ext cx="8229600" cy="576263"/>
          </a:xfrm>
        </p:spPr>
        <p:txBody>
          <a:bodyPr vert="horz" wrap="square" lIns="91440" tIns="45720" rIns="91440" bIns="45720" anchor="b" anchorCtr="0"/>
          <a:p>
            <a:pPr eaLnBrk="1" hangingPunct="1"/>
            <a:r>
              <a:rPr lang="en-US" altLang="zh-CN" dirty="0"/>
              <a:t>Quiz</a:t>
            </a:r>
            <a:endParaRPr lang="en-US" altLang="en-US" dirty="0"/>
          </a:p>
        </p:txBody>
      </p:sp>
      <p:sp>
        <p:nvSpPr>
          <p:cNvPr id="3" name="文本框 2"/>
          <p:cNvSpPr txBox="1"/>
          <p:nvPr/>
        </p:nvSpPr>
        <p:spPr>
          <a:xfrm>
            <a:off x="457200" y="887413"/>
            <a:ext cx="7650163" cy="923925"/>
          </a:xfrm>
          <a:prstGeom prst="rect">
            <a:avLst/>
          </a:prstGeom>
          <a:noFill/>
          <a:ln w="9525">
            <a:noFill/>
          </a:ln>
        </p:spPr>
        <p:txBody>
          <a:bodyPr>
            <a:spAutoFit/>
          </a:bodyPr>
          <a:lstStyle>
            <a:lvl1pPr marL="342900" indent="-342900" algn="l" rtl="0" eaLnBrk="0" fontAlgn="base" hangingPunct="0">
              <a:spcBef>
                <a:spcPct val="35000"/>
              </a:spcBef>
              <a:spcAft>
                <a:spcPct val="0"/>
              </a:spcAft>
              <a:buClr>
                <a:srgbClr val="993300"/>
              </a:buClr>
              <a:buSzPct val="90000"/>
              <a:buFont typeface="Monotype Sorts" pitchFamily="-84" charset="2"/>
              <a:buChar char="n"/>
              <a:defRPr kumimoji="1">
                <a:solidFill>
                  <a:schemeClr val="tx1"/>
                </a:solidFill>
                <a:latin typeface="+mn-lt"/>
                <a:ea typeface="MS PGothic" panose="020B0600070205080204" pitchFamily="34" charset="-128"/>
                <a:cs typeface="MS PGothic" panose="020B0600070205080204" pitchFamily="34" charset="-128"/>
              </a:defRPr>
            </a:lvl1pPr>
            <a:lvl2pPr marL="742950" indent="-285750" algn="l" rtl="0" eaLnBrk="0" fontAlgn="base" hangingPunct="0">
              <a:spcBef>
                <a:spcPct val="35000"/>
              </a:spcBef>
              <a:spcAft>
                <a:spcPct val="0"/>
              </a:spcAft>
              <a:buClr>
                <a:srgbClr val="CC6600"/>
              </a:buClr>
              <a:buSzPct val="80000"/>
              <a:buFont typeface="Monotype Sorts" pitchFamily="-84" charset="2"/>
              <a:buChar char="l"/>
              <a:defRPr kumimoji="1">
                <a:solidFill>
                  <a:schemeClr val="tx1"/>
                </a:solidFill>
                <a:latin typeface="+mn-lt"/>
                <a:ea typeface="MS PGothic" panose="020B0600070205080204" pitchFamily="34" charset="-128"/>
              </a:defRPr>
            </a:lvl2pPr>
            <a:lvl3pPr marL="1085850"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a:solidFill>
                  <a:schemeClr val="tx1"/>
                </a:solidFill>
                <a:latin typeface="+mn-lt"/>
                <a:ea typeface="MS PGothic" panose="020B0600070205080204" pitchFamily="34" charset="-128"/>
              </a:defRPr>
            </a:lvl3pPr>
            <a:lvl4pPr marL="1428750" indent="-228600" algn="l" rtl="0" eaLnBrk="0" fontAlgn="base" hangingPunct="0">
              <a:spcBef>
                <a:spcPct val="35000"/>
              </a:spcBef>
              <a:spcAft>
                <a:spcPct val="0"/>
              </a:spcAft>
              <a:buClr>
                <a:schemeClr val="hlink"/>
              </a:buClr>
              <a:buSzPct val="75000"/>
              <a:buChar char="–"/>
              <a:defRPr kumimoji="1">
                <a:solidFill>
                  <a:schemeClr val="tx1"/>
                </a:solidFill>
                <a:latin typeface="+mn-lt"/>
                <a:ea typeface="MS PGothic" panose="020B0600070205080204" pitchFamily="34" charset="-128"/>
              </a:defRPr>
            </a:lvl4pPr>
            <a:lvl5pPr marL="17716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anose="020B0600070205080204" pitchFamily="34" charset="-128"/>
              </a:defRPr>
            </a:lvl5pPr>
          </a:lstStyle>
          <a:p>
            <a:pPr marL="0" lvl="0" indent="0">
              <a:spcBef>
                <a:spcPct val="0"/>
              </a:spcBef>
              <a:buClrTx/>
              <a:buSzTx/>
              <a:buFontTx/>
              <a:buNone/>
            </a:pPr>
            <a:r>
              <a:rPr lang="en-US" altLang="zh-CN" dirty="0">
                <a:latin typeface="Times New Roman" panose="02020603050405020304" pitchFamily="18" charset="0"/>
                <a:cs typeface="Times New Roman" panose="02020603050405020304" pitchFamily="18" charset="0"/>
              </a:rPr>
              <a:t>A computer system has 8 printers shared by </a:t>
            </a:r>
            <a:r>
              <a:rPr lang="en-US" altLang="zh-CN" i="1" dirty="0">
                <a:latin typeface="Times New Roman" panose="02020603050405020304" pitchFamily="18" charset="0"/>
                <a:cs typeface="Times New Roman" panose="02020603050405020304" pitchFamily="18" charset="0"/>
              </a:rPr>
              <a:t>K</a:t>
            </a:r>
            <a:r>
              <a:rPr lang="en-US" altLang="zh-CN" dirty="0">
                <a:latin typeface="Times New Roman" panose="02020603050405020304" pitchFamily="18" charset="0"/>
                <a:cs typeface="Times New Roman" panose="02020603050405020304" pitchFamily="18" charset="0"/>
              </a:rPr>
              <a:t> processes. Each process may request up to 3 printers. What is the smallest value of </a:t>
            </a:r>
            <a:r>
              <a:rPr lang="en-US" altLang="zh-CN" i="1" dirty="0">
                <a:latin typeface="Times New Roman" panose="02020603050405020304" pitchFamily="18" charset="0"/>
                <a:cs typeface="Times New Roman" panose="02020603050405020304" pitchFamily="18" charset="0"/>
              </a:rPr>
              <a:t>K</a:t>
            </a:r>
            <a:r>
              <a:rPr lang="en-US" altLang="zh-CN" dirty="0">
                <a:latin typeface="Times New Roman" panose="02020603050405020304" pitchFamily="18" charset="0"/>
                <a:cs typeface="Times New Roman" panose="02020603050405020304" pitchFamily="18" charset="0"/>
              </a:rPr>
              <a:t> for which a deadlock could occur in the system? </a:t>
            </a:r>
            <a:endParaRPr lang="zh-CN" altLang="en-US" dirty="0">
              <a:latin typeface="Times New Roman" panose="02020603050405020304" pitchFamily="18" charset="0"/>
              <a:ea typeface="Times New Roman" panose="02020603050405020304" pitchFamily="18" charset="0"/>
            </a:endParaRPr>
          </a:p>
        </p:txBody>
      </p:sp>
      <p:pic>
        <p:nvPicPr>
          <p:cNvPr id="5" name="图片 4"/>
          <p:cNvPicPr>
            <a:picLocks noChangeAspect="1"/>
          </p:cNvPicPr>
          <p:nvPr/>
        </p:nvPicPr>
        <p:blipFill>
          <a:blip r:embed="rId1"/>
          <a:stretch>
            <a:fillRect/>
          </a:stretch>
        </p:blipFill>
        <p:spPr>
          <a:xfrm>
            <a:off x="457200" y="1919288"/>
            <a:ext cx="7940675" cy="2781300"/>
          </a:xfrm>
          <a:prstGeom prst="rect">
            <a:avLst/>
          </a:prstGeom>
          <a:noFill/>
          <a:ln w="9525">
            <a:noFill/>
          </a:ln>
        </p:spPr>
      </p:pic>
      <p:pic>
        <p:nvPicPr>
          <p:cNvPr id="7" name="图片 6"/>
          <p:cNvPicPr>
            <a:picLocks noChangeAspect="1"/>
          </p:cNvPicPr>
          <p:nvPr/>
        </p:nvPicPr>
        <p:blipFill>
          <a:blip r:embed="rId2"/>
          <a:stretch>
            <a:fillRect/>
          </a:stretch>
        </p:blipFill>
        <p:spPr>
          <a:xfrm>
            <a:off x="457200" y="4808538"/>
            <a:ext cx="7059613" cy="1725612"/>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1000"/>
                                        <p:tgtEl>
                                          <p:spTgt spid="5"/>
                                        </p:tgtEl>
                                      </p:cBhvr>
                                    </p:animEffect>
                                    <p:anim calcmode="lin" valueType="num">
                                      <p:cBhvr>
                                        <p:cTn id="14" dur="1000" fill="hold"/>
                                        <p:tgtEl>
                                          <p:spTgt spid="5"/>
                                        </p:tgtEl>
                                        <p:attrNameLst>
                                          <p:attrName>ppt_x</p:attrName>
                                        </p:attrNameLst>
                                      </p:cBhvr>
                                      <p:tavLst>
                                        <p:tav tm="0">
                                          <p:val>
                                            <p:strVal val="#ppt_x"/>
                                          </p:val>
                                        </p:tav>
                                        <p:tav tm="100000">
                                          <p:val>
                                            <p:strVal val="#ppt_x"/>
                                          </p:val>
                                        </p:tav>
                                      </p:tavLst>
                                    </p:anim>
                                    <p:anim calcmode="lin" valueType="num">
                                      <p:cBhvr>
                                        <p:cTn id="15" dur="1000" fill="hold"/>
                                        <p:tgtEl>
                                          <p:spTgt spid="5"/>
                                        </p:tgtEl>
                                        <p:attrNameLst>
                                          <p:attrName>ppt_y</p:attrName>
                                        </p:attrNameLst>
                                      </p:cBhvr>
                                      <p:tavLst>
                                        <p:tav tm="0">
                                          <p:val>
                                            <p:strVal val="#ppt_y+.1"/>
                                          </p:val>
                                        </p:tav>
                                        <p:tav tm="100000">
                                          <p:val>
                                            <p:strVal val="#ppt_y"/>
                                          </p:val>
                                        </p:tav>
                                      </p:tavLst>
                                    </p:anim>
                                  </p:childTnLst>
                                </p:cTn>
                              </p:par>
                              <p:par>
                                <p:cTn id="16" presetID="42" presetClass="entr" presetSubtype="0" fill="hold"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1000"/>
                                        <p:tgtEl>
                                          <p:spTgt spid="7"/>
                                        </p:tgtEl>
                                      </p:cBhvr>
                                    </p:animEffect>
                                    <p:anim calcmode="lin" valueType="num">
                                      <p:cBhvr>
                                        <p:cTn id="19" dur="1000" fill="hold"/>
                                        <p:tgtEl>
                                          <p:spTgt spid="7"/>
                                        </p:tgtEl>
                                        <p:attrNameLst>
                                          <p:attrName>ppt_x</p:attrName>
                                        </p:attrNameLst>
                                      </p:cBhvr>
                                      <p:tavLst>
                                        <p:tav tm="0">
                                          <p:val>
                                            <p:strVal val="#ppt_x"/>
                                          </p:val>
                                        </p:tav>
                                        <p:tav tm="100000">
                                          <p:val>
                                            <p:strVal val="#ppt_x"/>
                                          </p:val>
                                        </p:tav>
                                      </p:tavLst>
                                    </p:anim>
                                    <p:anim calcmode="lin" valueType="num">
                                      <p:cBhvr>
                                        <p:cTn id="20"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7890" name="Rectangle 2"/>
          <p:cNvSpPr>
            <a:spLocks noGrp="1"/>
          </p:cNvSpPr>
          <p:nvPr>
            <p:ph type="title" idx="4294967295"/>
          </p:nvPr>
        </p:nvSpPr>
        <p:spPr>
          <a:xfrm>
            <a:off x="457200" y="152400"/>
            <a:ext cx="8229600" cy="576263"/>
          </a:xfrm>
        </p:spPr>
        <p:txBody>
          <a:bodyPr vert="horz" wrap="square" lIns="91440" tIns="45720" rIns="91440" bIns="45720" anchor="b" anchorCtr="0"/>
          <a:p>
            <a:pPr eaLnBrk="1" hangingPunct="1"/>
            <a:r>
              <a:rPr lang="en-US" altLang="zh-CN" dirty="0"/>
              <a:t>Quiz</a:t>
            </a:r>
            <a:endParaRPr lang="en-US" altLang="en-US" dirty="0"/>
          </a:p>
        </p:txBody>
      </p:sp>
      <p:sp>
        <p:nvSpPr>
          <p:cNvPr id="3" name="文本框 2"/>
          <p:cNvSpPr txBox="1"/>
          <p:nvPr/>
        </p:nvSpPr>
        <p:spPr>
          <a:xfrm>
            <a:off x="457200" y="887413"/>
            <a:ext cx="7650163" cy="1477962"/>
          </a:xfrm>
          <a:prstGeom prst="rect">
            <a:avLst/>
          </a:prstGeom>
          <a:noFill/>
          <a:ln w="9525">
            <a:noFill/>
          </a:ln>
        </p:spPr>
        <p:txBody>
          <a:bodyPr>
            <a:spAutoFit/>
          </a:bodyPr>
          <a:lstStyle>
            <a:lvl1pPr marL="342900" indent="-342900" algn="l" rtl="0" eaLnBrk="0" fontAlgn="base" hangingPunct="0">
              <a:spcBef>
                <a:spcPct val="35000"/>
              </a:spcBef>
              <a:spcAft>
                <a:spcPct val="0"/>
              </a:spcAft>
              <a:buClr>
                <a:srgbClr val="993300"/>
              </a:buClr>
              <a:buSzPct val="90000"/>
              <a:buFont typeface="Monotype Sorts" pitchFamily="-84" charset="2"/>
              <a:buChar char="n"/>
              <a:defRPr kumimoji="1">
                <a:solidFill>
                  <a:schemeClr val="tx1"/>
                </a:solidFill>
                <a:latin typeface="+mn-lt"/>
                <a:ea typeface="MS PGothic" panose="020B0600070205080204" pitchFamily="34" charset="-128"/>
                <a:cs typeface="MS PGothic" panose="020B0600070205080204" pitchFamily="34" charset="-128"/>
              </a:defRPr>
            </a:lvl1pPr>
            <a:lvl2pPr marL="742950" indent="-285750" algn="l" rtl="0" eaLnBrk="0" fontAlgn="base" hangingPunct="0">
              <a:spcBef>
                <a:spcPct val="35000"/>
              </a:spcBef>
              <a:spcAft>
                <a:spcPct val="0"/>
              </a:spcAft>
              <a:buClr>
                <a:srgbClr val="CC6600"/>
              </a:buClr>
              <a:buSzPct val="80000"/>
              <a:buFont typeface="Monotype Sorts" pitchFamily="-84" charset="2"/>
              <a:buChar char="l"/>
              <a:defRPr kumimoji="1">
                <a:solidFill>
                  <a:schemeClr val="tx1"/>
                </a:solidFill>
                <a:latin typeface="+mn-lt"/>
                <a:ea typeface="MS PGothic" panose="020B0600070205080204" pitchFamily="34" charset="-128"/>
              </a:defRPr>
            </a:lvl2pPr>
            <a:lvl3pPr marL="1085850"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a:solidFill>
                  <a:schemeClr val="tx1"/>
                </a:solidFill>
                <a:latin typeface="+mn-lt"/>
                <a:ea typeface="MS PGothic" panose="020B0600070205080204" pitchFamily="34" charset="-128"/>
              </a:defRPr>
            </a:lvl3pPr>
            <a:lvl4pPr marL="1428750" indent="-228600" algn="l" rtl="0" eaLnBrk="0" fontAlgn="base" hangingPunct="0">
              <a:spcBef>
                <a:spcPct val="35000"/>
              </a:spcBef>
              <a:spcAft>
                <a:spcPct val="0"/>
              </a:spcAft>
              <a:buClr>
                <a:schemeClr val="hlink"/>
              </a:buClr>
              <a:buSzPct val="75000"/>
              <a:buChar char="–"/>
              <a:defRPr kumimoji="1">
                <a:solidFill>
                  <a:schemeClr val="tx1"/>
                </a:solidFill>
                <a:latin typeface="+mn-lt"/>
                <a:ea typeface="MS PGothic" panose="020B0600070205080204" pitchFamily="34" charset="-128"/>
              </a:defRPr>
            </a:lvl4pPr>
            <a:lvl5pPr marL="17716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anose="020B0600070205080204" pitchFamily="34" charset="-128"/>
              </a:defRPr>
            </a:lvl5pPr>
          </a:lstStyle>
          <a:p>
            <a:pPr marL="0" lvl="0" indent="0">
              <a:spcBef>
                <a:spcPct val="0"/>
              </a:spcBef>
              <a:buClrTx/>
              <a:buSzTx/>
              <a:buFontTx/>
              <a:buNone/>
            </a:pPr>
            <a:r>
              <a:rPr lang="en-US" altLang="zh-CN" dirty="0">
                <a:latin typeface="Times New Roman" panose="02020603050405020304" pitchFamily="18" charset="0"/>
                <a:cs typeface="Times New Roman" panose="02020603050405020304" pitchFamily="18" charset="0"/>
              </a:rPr>
              <a:t>A system contains </a:t>
            </a:r>
            <a:r>
              <a:rPr lang="en-US" altLang="zh-CN" i="1" dirty="0">
                <a:latin typeface="Times New Roman" panose="02020603050405020304" pitchFamily="18" charset="0"/>
                <a:cs typeface="Times New Roman" panose="02020603050405020304" pitchFamily="18" charset="0"/>
              </a:rPr>
              <a:t>n</a:t>
            </a:r>
            <a:r>
              <a:rPr lang="en-US" altLang="zh-CN" dirty="0">
                <a:latin typeface="Times New Roman" panose="02020603050405020304" pitchFamily="18" charset="0"/>
                <a:cs typeface="Times New Roman" panose="02020603050405020304" pitchFamily="18" charset="0"/>
              </a:rPr>
              <a:t> identical devices that can be used only one at a time (mutual exclusion).</a:t>
            </a:r>
            <a:endParaRPr lang="en-US" altLang="zh-CN" dirty="0">
              <a:latin typeface="Times New Roman" panose="02020603050405020304" pitchFamily="18" charset="0"/>
              <a:cs typeface="Times New Roman" panose="02020603050405020304" pitchFamily="18" charset="0"/>
            </a:endParaRPr>
          </a:p>
          <a:p>
            <a:pPr marL="0" lvl="0" indent="0">
              <a:spcBef>
                <a:spcPct val="0"/>
              </a:spcBef>
              <a:buClrTx/>
              <a:buSzTx/>
              <a:buFontTx/>
              <a:buNone/>
            </a:pPr>
            <a:r>
              <a:rPr lang="en-US" altLang="zh-CN" dirty="0">
                <a:latin typeface="Times New Roman" panose="02020603050405020304" pitchFamily="18" charset="0"/>
                <a:cs typeface="Times New Roman" panose="02020603050405020304" pitchFamily="18" charset="0"/>
              </a:rPr>
              <a:t>Three concurrent processes may need up to 3, 4, and 5 devices, respectively. What is the smallest number n that guarantees the system can never enter a deadlock?</a:t>
            </a:r>
            <a:endParaRPr lang="zh-CN" altLang="en-US" dirty="0">
              <a:latin typeface="Times New Roman" panose="02020603050405020304" pitchFamily="18" charset="0"/>
              <a:ea typeface="Times New Roman" panose="02020603050405020304" pitchFamily="18" charset="0"/>
            </a:endParaRPr>
          </a:p>
        </p:txBody>
      </p:sp>
      <p:pic>
        <p:nvPicPr>
          <p:cNvPr id="4" name="图片 3"/>
          <p:cNvPicPr>
            <a:picLocks noChangeAspect="1"/>
          </p:cNvPicPr>
          <p:nvPr/>
        </p:nvPicPr>
        <p:blipFill>
          <a:blip r:embed="rId1"/>
          <a:stretch>
            <a:fillRect/>
          </a:stretch>
        </p:blipFill>
        <p:spPr>
          <a:xfrm>
            <a:off x="601663" y="2368550"/>
            <a:ext cx="7361237" cy="4092575"/>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1000"/>
                                        <p:tgtEl>
                                          <p:spTgt spid="4"/>
                                        </p:tgtEl>
                                      </p:cBhvr>
                                    </p:animEffect>
                                    <p:anim calcmode="lin" valueType="num">
                                      <p:cBhvr>
                                        <p:cTn id="14" dur="1000" fill="hold"/>
                                        <p:tgtEl>
                                          <p:spTgt spid="4"/>
                                        </p:tgtEl>
                                        <p:attrNameLst>
                                          <p:attrName>ppt_x</p:attrName>
                                        </p:attrNameLst>
                                      </p:cBhvr>
                                      <p:tavLst>
                                        <p:tav tm="0">
                                          <p:val>
                                            <p:strVal val="#ppt_x"/>
                                          </p:val>
                                        </p:tav>
                                        <p:tav tm="100000">
                                          <p:val>
                                            <p:strVal val="#ppt_x"/>
                                          </p:val>
                                        </p:tav>
                                      </p:tavLst>
                                    </p:anim>
                                    <p:anim calcmode="lin" valueType="num">
                                      <p:cBhvr>
                                        <p:cTn id="15"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9938" name="Rectangle 2"/>
          <p:cNvSpPr>
            <a:spLocks noGrp="1"/>
          </p:cNvSpPr>
          <p:nvPr>
            <p:ph type="title" idx="4294967295"/>
          </p:nvPr>
        </p:nvSpPr>
        <p:spPr>
          <a:xfrm>
            <a:off x="1109663" y="214313"/>
            <a:ext cx="7577137" cy="576262"/>
          </a:xfrm>
        </p:spPr>
        <p:txBody>
          <a:bodyPr vert="horz" wrap="square" lIns="91440" tIns="45720" rIns="91440" bIns="45720" anchor="b" anchorCtr="0"/>
          <a:p>
            <a:pPr eaLnBrk="1" hangingPunct="1"/>
            <a:r>
              <a:rPr lang="en-US" altLang="en-US" dirty="0"/>
              <a:t>Methods for Handling Deadlocks</a:t>
            </a:r>
            <a:endParaRPr lang="en-US" altLang="en-US" dirty="0"/>
          </a:p>
        </p:txBody>
      </p:sp>
      <p:sp>
        <p:nvSpPr>
          <p:cNvPr id="37891" name="Rectangle 3"/>
          <p:cNvSpPr>
            <a:spLocks noGrp="1" noChangeArrowheads="1"/>
          </p:cNvSpPr>
          <p:nvPr>
            <p:ph type="body" idx="1"/>
          </p:nvPr>
        </p:nvSpPr>
        <p:spPr bwMode="auto">
          <a:xfrm>
            <a:off x="497802" y="1177047"/>
            <a:ext cx="8312710" cy="5040873"/>
          </a:xfrm>
          <a:effectLst/>
          <a:scene3d>
            <a:camera prst="orthographicFront"/>
            <a:lightRig rig="balanced" dir="t"/>
          </a:scene3d>
          <a:sp3d prstMaterial="plastic"/>
        </p:spPr>
        <p:txBody>
          <a:bodyPr vert="horz" wrap="square" lIns="91440" tIns="45720" rIns="91440" bIns="45720" numCol="1" anchor="t" anchorCtr="0" compatLnSpc="1"/>
          <a:lstStyle/>
          <a:p>
            <a:pPr marL="742950" marR="0" lvl="1" indent="-285750" algn="l" defTabSz="914400" rtl="0" eaLnBrk="0" fontAlgn="base" latinLnBrk="0" hangingPunct="0">
              <a:lnSpc>
                <a:spcPct val="100000"/>
              </a:lnSpc>
              <a:spcBef>
                <a:spcPct val="35000"/>
              </a:spcBef>
              <a:spcAft>
                <a:spcPct val="0"/>
              </a:spcAft>
              <a:buClr>
                <a:srgbClr val="CC6600"/>
              </a:buClr>
              <a:buSzPct val="80000"/>
              <a:buFont typeface="Wingdings" panose="05000000000000000000" pitchFamily="2" charset="2"/>
              <a:buChar char="Ø"/>
              <a:defRPr/>
            </a:pPr>
            <a:r>
              <a:rPr kumimoji="1" lang="en-US" altLang="en-US" sz="2000" b="1" i="0" u="none" strike="noStrike" kern="0" cap="none" spc="0" normalizeH="0" baseline="0" noProof="0" dirty="0">
                <a:ln>
                  <a:noFill/>
                </a:ln>
                <a:solidFill>
                  <a:srgbClr val="3366FF"/>
                </a:solidFill>
                <a:effectLst/>
                <a:uLnTx/>
                <a:uFillTx/>
                <a:latin typeface="+mn-lt"/>
                <a:ea typeface="MS PGothic" panose="020B0600070205080204" pitchFamily="34" charset="-128"/>
              </a:rPr>
              <a:t>Deadlock prevention</a:t>
            </a:r>
            <a:endParaRPr kumimoji="1" lang="en-US" altLang="zh-CN" sz="2000" b="1" i="0" u="none" strike="noStrike" kern="0" cap="none" spc="0" normalizeH="0" baseline="0" noProof="0" dirty="0">
              <a:ln>
                <a:noFill/>
              </a:ln>
              <a:solidFill>
                <a:srgbClr val="3366FF"/>
              </a:solidFill>
              <a:effectLst/>
              <a:uLnTx/>
              <a:uFillTx/>
              <a:latin typeface="+mn-lt"/>
              <a:ea typeface="MS PGothic" panose="020B0600070205080204" pitchFamily="34" charset="-128"/>
            </a:endParaRPr>
          </a:p>
          <a:p>
            <a:pPr marL="1085850" marR="0" lvl="2" indent="-228600" algn="l" defTabSz="914400" rtl="0" eaLnBrk="0" fontAlgn="base" latinLnBrk="0" hangingPunct="0">
              <a:lnSpc>
                <a:spcPct val="100000"/>
              </a:lnSpc>
              <a:spcBef>
                <a:spcPct val="35000"/>
              </a:spcBef>
              <a:spcAft>
                <a:spcPct val="0"/>
              </a:spcAft>
              <a:buClr>
                <a:srgbClr val="009900"/>
              </a:buClr>
              <a:buSzPct val="75000"/>
              <a:buFont typeface="Wingdings" panose="05000000000000000000" pitchFamily="2" charset="2"/>
              <a:buChar char="Ø"/>
              <a:defRPr/>
            </a:pPr>
            <a:r>
              <a:rPr kumimoji="1" lang="en-US" altLang="en-US" sz="2000" b="0" i="0" u="none" strike="noStrike" kern="0" cap="none" spc="0" normalizeH="0" baseline="0" noProof="0" dirty="0">
                <a:ln>
                  <a:noFill/>
                </a:ln>
                <a:solidFill>
                  <a:schemeClr val="tx1"/>
                </a:solidFill>
                <a:effectLst/>
                <a:uLnTx/>
                <a:uFillTx/>
                <a:latin typeface="+mn-lt"/>
                <a:ea typeface="MS PGothic" panose="020B0600070205080204" pitchFamily="34" charset="-128"/>
              </a:rPr>
              <a:t>Ensure that </a:t>
            </a:r>
            <a:r>
              <a:rPr kumimoji="1" lang="en-US" altLang="en-US" sz="2000" b="0" i="0" u="none" strike="noStrike" kern="0" cap="none" spc="0" normalizeH="0" baseline="0" noProof="0" dirty="0">
                <a:ln>
                  <a:noFill/>
                </a:ln>
                <a:solidFill>
                  <a:srgbClr val="FF0000"/>
                </a:solidFill>
                <a:effectLst/>
                <a:uLnTx/>
                <a:uFillTx/>
                <a:latin typeface="+mn-lt"/>
                <a:ea typeface="MS PGothic" panose="020B0600070205080204" pitchFamily="34" charset="-128"/>
              </a:rPr>
              <a:t>at least one </a:t>
            </a:r>
            <a:r>
              <a:rPr kumimoji="1" lang="en-US" altLang="en-US" sz="2000" b="0" i="0" u="none" strike="noStrike" kern="0" cap="none" spc="0" normalizeH="0" baseline="0" noProof="0" dirty="0">
                <a:ln>
                  <a:noFill/>
                </a:ln>
                <a:solidFill>
                  <a:schemeClr val="tx1"/>
                </a:solidFill>
                <a:effectLst/>
                <a:uLnTx/>
                <a:uFillTx/>
                <a:latin typeface="+mn-lt"/>
                <a:ea typeface="MS PGothic" panose="020B0600070205080204" pitchFamily="34" charset="-128"/>
              </a:rPr>
              <a:t>of the necessary conditions cannot hold</a:t>
            </a:r>
            <a:endParaRPr kumimoji="1" lang="en-US" altLang="en-US" sz="2000" b="0" i="0" u="none" strike="noStrike" kern="0" cap="none" spc="0" normalizeH="0" baseline="0" noProof="0" dirty="0">
              <a:ln>
                <a:noFill/>
              </a:ln>
              <a:solidFill>
                <a:schemeClr val="tx1"/>
              </a:solidFill>
              <a:effectLst/>
              <a:uLnTx/>
              <a:uFillTx/>
              <a:latin typeface="+mn-lt"/>
              <a:ea typeface="MS PGothic" panose="020B0600070205080204" pitchFamily="34" charset="-128"/>
            </a:endParaRPr>
          </a:p>
          <a:p>
            <a:pPr marL="1085850" marR="0" lvl="2" indent="-228600" algn="l" defTabSz="914400" rtl="0" eaLnBrk="0" fontAlgn="base" latinLnBrk="0" hangingPunct="0">
              <a:lnSpc>
                <a:spcPct val="100000"/>
              </a:lnSpc>
              <a:spcBef>
                <a:spcPct val="35000"/>
              </a:spcBef>
              <a:spcAft>
                <a:spcPct val="0"/>
              </a:spcAft>
              <a:buClr>
                <a:srgbClr val="009900"/>
              </a:buClr>
              <a:buSzPct val="75000"/>
              <a:buFont typeface="Wingdings" panose="05000000000000000000" pitchFamily="2" charset="2"/>
              <a:buChar char="Ø"/>
              <a:defRPr/>
            </a:pPr>
            <a:endParaRPr kumimoji="1" lang="en-US" altLang="en-US" sz="2000" b="0" i="0" u="none" strike="noStrike" kern="0" cap="none" spc="0" normalizeH="0" baseline="0" noProof="0" dirty="0">
              <a:ln>
                <a:noFill/>
              </a:ln>
              <a:solidFill>
                <a:schemeClr val="tx1"/>
              </a:solidFill>
              <a:effectLst/>
              <a:uLnTx/>
              <a:uFillTx/>
              <a:latin typeface="+mn-lt"/>
              <a:ea typeface="MS PGothic" panose="020B0600070205080204" pitchFamily="34" charset="-128"/>
            </a:endParaRPr>
          </a:p>
          <a:p>
            <a:pPr marL="742950" marR="0" lvl="1" indent="-285750" algn="l" defTabSz="914400" rtl="0" eaLnBrk="0" fontAlgn="base" latinLnBrk="0" hangingPunct="0">
              <a:lnSpc>
                <a:spcPct val="100000"/>
              </a:lnSpc>
              <a:spcBef>
                <a:spcPct val="35000"/>
              </a:spcBef>
              <a:spcAft>
                <a:spcPct val="0"/>
              </a:spcAft>
              <a:buClr>
                <a:srgbClr val="CC6600"/>
              </a:buClr>
              <a:buSzPct val="80000"/>
              <a:buFont typeface="Wingdings" panose="05000000000000000000" pitchFamily="2" charset="2"/>
              <a:buChar char="Ø"/>
              <a:defRPr/>
            </a:pPr>
            <a:r>
              <a:rPr kumimoji="1" lang="en-US" altLang="en-US" sz="2000" b="1" i="0" u="none" strike="noStrike" kern="0" cap="none" spc="0" normalizeH="0" baseline="0" noProof="0" dirty="0">
                <a:ln>
                  <a:noFill/>
                </a:ln>
                <a:solidFill>
                  <a:srgbClr val="3366FF"/>
                </a:solidFill>
                <a:effectLst/>
                <a:uLnTx/>
                <a:uFillTx/>
                <a:latin typeface="+mn-lt"/>
                <a:ea typeface="MS PGothic" panose="020B0600070205080204" pitchFamily="34" charset="-128"/>
              </a:rPr>
              <a:t>Deadlock avoidance</a:t>
            </a:r>
            <a:endParaRPr kumimoji="1" lang="en-US" altLang="zh-CN" sz="2000" b="0" i="0" u="none" strike="noStrike" kern="0" cap="none" spc="0" normalizeH="0" baseline="0" noProof="0" dirty="0">
              <a:ln>
                <a:noFill/>
              </a:ln>
              <a:solidFill>
                <a:schemeClr val="tx1"/>
              </a:solidFill>
              <a:effectLst/>
              <a:uLnTx/>
              <a:uFillTx/>
              <a:latin typeface="+mn-lt"/>
              <a:ea typeface="MS PGothic" panose="020B0600070205080204" pitchFamily="34" charset="-128"/>
            </a:endParaRPr>
          </a:p>
          <a:p>
            <a:pPr marL="1085850" marR="0" lvl="2" indent="-228600" algn="l" defTabSz="914400" rtl="0" eaLnBrk="0" fontAlgn="base" latinLnBrk="0" hangingPunct="0">
              <a:lnSpc>
                <a:spcPct val="100000"/>
              </a:lnSpc>
              <a:spcBef>
                <a:spcPct val="35000"/>
              </a:spcBef>
              <a:spcAft>
                <a:spcPct val="0"/>
              </a:spcAft>
              <a:buClr>
                <a:srgbClr val="009900"/>
              </a:buClr>
              <a:buSzPct val="75000"/>
              <a:buFont typeface="Wingdings" panose="05000000000000000000" pitchFamily="2" charset="2"/>
              <a:buChar char="Ø"/>
              <a:defRPr/>
            </a:pPr>
            <a:r>
              <a:rPr kumimoji="1" lang="en-US" altLang="en-US" sz="2000" b="0" i="0" u="none" strike="noStrike" kern="0" cap="none" spc="0" normalizeH="0" baseline="0" noProof="0" dirty="0">
                <a:ln>
                  <a:noFill/>
                </a:ln>
                <a:solidFill>
                  <a:schemeClr val="tx1"/>
                </a:solidFill>
                <a:effectLst/>
                <a:uLnTx/>
                <a:uFillTx/>
                <a:latin typeface="+mn-lt"/>
                <a:ea typeface="MS PGothic" panose="020B0600070205080204" pitchFamily="34" charset="-128"/>
              </a:rPr>
              <a:t>Requires that the OS be given </a:t>
            </a:r>
            <a:r>
              <a:rPr kumimoji="1" lang="en-US" altLang="en-US" sz="2000" b="0" i="0" u="none" strike="noStrike" kern="0" cap="none" spc="0" normalizeH="0" baseline="0" noProof="0" dirty="0">
                <a:ln>
                  <a:noFill/>
                </a:ln>
                <a:solidFill>
                  <a:srgbClr val="FF0000"/>
                </a:solidFill>
                <a:effectLst/>
                <a:uLnTx/>
                <a:uFillTx/>
                <a:latin typeface="+mn-lt"/>
                <a:ea typeface="MS PGothic" panose="020B0600070205080204" pitchFamily="34" charset="-128"/>
              </a:rPr>
              <a:t>additional information</a:t>
            </a:r>
            <a:r>
              <a:rPr kumimoji="1" lang="en-US" altLang="en-US" sz="2000" b="0" i="0" u="none" strike="noStrike" kern="0" cap="none" spc="0" normalizeH="0" baseline="0" noProof="0" dirty="0">
                <a:ln>
                  <a:noFill/>
                </a:ln>
                <a:solidFill>
                  <a:schemeClr val="tx1"/>
                </a:solidFill>
                <a:effectLst/>
                <a:uLnTx/>
                <a:uFillTx/>
                <a:latin typeface="+mn-lt"/>
                <a:ea typeface="MS PGothic" panose="020B0600070205080204" pitchFamily="34" charset="-128"/>
              </a:rPr>
              <a:t> in advance concerning </a:t>
            </a:r>
            <a:r>
              <a:rPr kumimoji="1" lang="en-US" altLang="en-US" sz="2000" b="0" i="0" u="none" strike="noStrike" kern="0" cap="none" spc="0" normalizeH="0" baseline="0" noProof="0" dirty="0">
                <a:ln>
                  <a:noFill/>
                </a:ln>
                <a:solidFill>
                  <a:schemeClr val="tx1"/>
                </a:solidFill>
                <a:effectLst/>
                <a:highlight>
                  <a:srgbClr val="FFFF00"/>
                </a:highlight>
                <a:uLnTx/>
                <a:uFillTx/>
                <a:latin typeface="+mn-lt"/>
                <a:ea typeface="MS PGothic" panose="020B0600070205080204" pitchFamily="34" charset="-128"/>
              </a:rPr>
              <a:t>which resources a process will request and use during its lifetime</a:t>
            </a:r>
            <a:endParaRPr kumimoji="1" lang="en-US" altLang="en-US" sz="2000" b="0" i="0" u="none" strike="noStrike" kern="0" cap="none" spc="0" normalizeH="0" baseline="0" noProof="0" dirty="0">
              <a:ln>
                <a:noFill/>
              </a:ln>
              <a:solidFill>
                <a:schemeClr val="tx1"/>
              </a:solidFill>
              <a:effectLst/>
              <a:highlight>
                <a:srgbClr val="FFFF00"/>
              </a:highlight>
              <a:uLnTx/>
              <a:uFillTx/>
              <a:latin typeface="+mn-lt"/>
              <a:ea typeface="MS PGothic" panose="020B0600070205080204" pitchFamily="34" charset="-128"/>
            </a:endParaRPr>
          </a:p>
          <a:p>
            <a:pPr marL="1085850" marR="0" lvl="2" indent="-228600" algn="l" defTabSz="914400" rtl="0" eaLnBrk="0" fontAlgn="base" latinLnBrk="0" hangingPunct="0">
              <a:lnSpc>
                <a:spcPct val="100000"/>
              </a:lnSpc>
              <a:spcBef>
                <a:spcPct val="35000"/>
              </a:spcBef>
              <a:spcAft>
                <a:spcPct val="0"/>
              </a:spcAft>
              <a:buClr>
                <a:srgbClr val="009900"/>
              </a:buClr>
              <a:buSzPct val="75000"/>
              <a:buFont typeface="Wingdings" panose="05000000000000000000" pitchFamily="2" charset="2"/>
              <a:buChar char="Ø"/>
              <a:defRPr/>
            </a:pPr>
            <a:endParaRPr kumimoji="1" lang="en-US" altLang="en-US" sz="2000" b="0" i="0" u="none" strike="noStrike" kern="0" cap="none" spc="0" normalizeH="0" baseline="0" noProof="0" dirty="0">
              <a:ln>
                <a:noFill/>
              </a:ln>
              <a:solidFill>
                <a:schemeClr val="tx1"/>
              </a:solidFill>
              <a:effectLst/>
              <a:highlight>
                <a:srgbClr val="FFFF00"/>
              </a:highlight>
              <a:uLnTx/>
              <a:uFillTx/>
              <a:latin typeface="+mn-lt"/>
              <a:ea typeface="MS PGothic" panose="020B0600070205080204" pitchFamily="34" charset="-128"/>
            </a:endParaRPr>
          </a:p>
          <a:p>
            <a:pPr marL="742950" marR="0" lvl="1" indent="-285750" algn="l" defTabSz="914400" rtl="0" eaLnBrk="0" fontAlgn="base" latinLnBrk="0" hangingPunct="0">
              <a:lnSpc>
                <a:spcPct val="100000"/>
              </a:lnSpc>
              <a:spcBef>
                <a:spcPct val="35000"/>
              </a:spcBef>
              <a:spcAft>
                <a:spcPct val="0"/>
              </a:spcAft>
              <a:buClr>
                <a:srgbClr val="CC6600"/>
              </a:buClr>
              <a:buSzPct val="80000"/>
              <a:buFont typeface="Wingdings" panose="05000000000000000000" pitchFamily="2" charset="2"/>
              <a:buChar char="Ø"/>
              <a:defRPr/>
            </a:pPr>
            <a:r>
              <a:rPr kumimoji="1" lang="en-US" altLang="en-US" sz="2000" b="1" i="0" u="none" strike="noStrike" kern="0" cap="none" spc="0" normalizeH="0" baseline="0" noProof="0" dirty="0">
                <a:ln>
                  <a:noFill/>
                </a:ln>
                <a:solidFill>
                  <a:srgbClr val="3366FF"/>
                </a:solidFill>
                <a:effectLst/>
                <a:uLnTx/>
                <a:uFillTx/>
                <a:latin typeface="+mn-lt"/>
                <a:ea typeface="MS PGothic" panose="020B0600070205080204" pitchFamily="34" charset="-128"/>
              </a:rPr>
              <a:t>Detection &amp; Recovery</a:t>
            </a:r>
            <a:endParaRPr kumimoji="1" lang="en-US" altLang="en-US" sz="2000" b="0" i="0" u="none" strike="noStrike" kern="0" cap="none" spc="0" normalizeH="0" baseline="0" noProof="0" dirty="0">
              <a:ln>
                <a:noFill/>
              </a:ln>
              <a:solidFill>
                <a:schemeClr val="tx1"/>
              </a:solidFill>
              <a:effectLst/>
              <a:uLnTx/>
              <a:uFillTx/>
              <a:latin typeface="+mn-lt"/>
              <a:ea typeface="MS PGothic" panose="020B0600070205080204" pitchFamily="34" charset="-128"/>
            </a:endParaRPr>
          </a:p>
          <a:p>
            <a:pPr marL="1085850" marR="0" lvl="2" indent="-228600" algn="l" defTabSz="914400" rtl="0" eaLnBrk="0" fontAlgn="base" latinLnBrk="0" hangingPunct="0">
              <a:lnSpc>
                <a:spcPct val="100000"/>
              </a:lnSpc>
              <a:spcBef>
                <a:spcPct val="35000"/>
              </a:spcBef>
              <a:spcAft>
                <a:spcPct val="0"/>
              </a:spcAft>
              <a:buClr>
                <a:srgbClr val="009900"/>
              </a:buClr>
              <a:buSzPct val="75000"/>
              <a:buFont typeface="Wingdings" panose="05000000000000000000" pitchFamily="2" charset="2"/>
              <a:buChar char="Ø"/>
              <a:defRPr/>
            </a:pPr>
            <a:r>
              <a:rPr kumimoji="1" lang="en-US" altLang="en-US" sz="2000" b="0" i="0" u="none" strike="noStrike" kern="0" cap="none" spc="0" normalizeH="0" baseline="0" noProof="0" dirty="0">
                <a:ln>
                  <a:noFill/>
                </a:ln>
                <a:solidFill>
                  <a:schemeClr val="tx1"/>
                </a:solidFill>
                <a:effectLst/>
                <a:uLnTx/>
                <a:uFillTx/>
                <a:latin typeface="+mn-lt"/>
                <a:ea typeface="MS PGothic" panose="020B0600070205080204" pitchFamily="34" charset="-128"/>
              </a:rPr>
              <a:t>Allow the system to </a:t>
            </a:r>
            <a:r>
              <a:rPr kumimoji="1" lang="en-US" altLang="en-US" sz="2000" b="0" i="0" u="none" strike="noStrike" kern="0" cap="none" spc="0" normalizeH="0" baseline="0" noProof="0" dirty="0">
                <a:ln>
                  <a:noFill/>
                </a:ln>
                <a:solidFill>
                  <a:srgbClr val="FF0000"/>
                </a:solidFill>
                <a:effectLst/>
                <a:uLnTx/>
                <a:uFillTx/>
                <a:latin typeface="+mn-lt"/>
                <a:ea typeface="MS PGothic" panose="020B0600070205080204" pitchFamily="34" charset="-128"/>
              </a:rPr>
              <a:t>enter</a:t>
            </a:r>
            <a:r>
              <a:rPr kumimoji="1" lang="en-US" altLang="en-US" sz="2000" b="0" i="0" u="none" strike="noStrike" kern="0" cap="none" spc="0" normalizeH="0" baseline="0" noProof="0" dirty="0">
                <a:ln>
                  <a:noFill/>
                </a:ln>
                <a:solidFill>
                  <a:schemeClr val="tx1"/>
                </a:solidFill>
                <a:effectLst/>
                <a:uLnTx/>
                <a:uFillTx/>
                <a:latin typeface="+mn-lt"/>
                <a:ea typeface="MS PGothic" panose="020B0600070205080204" pitchFamily="34" charset="-128"/>
              </a:rPr>
              <a:t> a deadlock state, </a:t>
            </a:r>
            <a:r>
              <a:rPr kumimoji="1" lang="en-US" altLang="en-US" sz="2000" b="0" i="0" u="none" strike="noStrike" kern="0" cap="none" spc="0" normalizeH="0" baseline="0" noProof="0" dirty="0">
                <a:ln>
                  <a:noFill/>
                </a:ln>
                <a:solidFill>
                  <a:srgbClr val="FF0000"/>
                </a:solidFill>
                <a:effectLst/>
                <a:uLnTx/>
                <a:uFillTx/>
                <a:latin typeface="+mn-lt"/>
                <a:ea typeface="MS PGothic" panose="020B0600070205080204" pitchFamily="34" charset="-128"/>
              </a:rPr>
              <a:t>detect</a:t>
            </a:r>
            <a:r>
              <a:rPr kumimoji="1" lang="en-US" altLang="en-US" sz="2000" b="0" i="0" u="none" strike="noStrike" kern="0" cap="none" spc="0" normalizeH="0" baseline="0" noProof="0" dirty="0">
                <a:ln>
                  <a:noFill/>
                </a:ln>
                <a:solidFill>
                  <a:schemeClr val="tx1"/>
                </a:solidFill>
                <a:effectLst/>
                <a:uLnTx/>
                <a:uFillTx/>
                <a:latin typeface="+mn-lt"/>
                <a:ea typeface="MS PGothic" panose="020B0600070205080204" pitchFamily="34" charset="-128"/>
              </a:rPr>
              <a:t> it, and then </a:t>
            </a:r>
            <a:r>
              <a:rPr kumimoji="1" lang="en-US" altLang="en-US" sz="2000" b="0" i="0" u="none" strike="noStrike" kern="0" cap="none" spc="0" normalizeH="0" baseline="0" noProof="0" dirty="0">
                <a:ln>
                  <a:noFill/>
                </a:ln>
                <a:solidFill>
                  <a:srgbClr val="FF0000"/>
                </a:solidFill>
                <a:effectLst/>
                <a:uLnTx/>
                <a:uFillTx/>
                <a:latin typeface="+mn-lt"/>
                <a:ea typeface="MS PGothic" panose="020B0600070205080204" pitchFamily="34" charset="-128"/>
              </a:rPr>
              <a:t>recover</a:t>
            </a:r>
            <a:endParaRPr kumimoji="1" lang="en-US" altLang="en-US" sz="2000" b="0" i="0" u="none" strike="noStrike" kern="0" cap="none" spc="0" normalizeH="0" baseline="0" noProof="0" dirty="0">
              <a:ln>
                <a:noFill/>
              </a:ln>
              <a:solidFill>
                <a:srgbClr val="FF0000"/>
              </a:solidFill>
              <a:effectLst/>
              <a:uLnTx/>
              <a:uFillTx/>
              <a:latin typeface="+mn-lt"/>
              <a:ea typeface="MS PGothic" panose="020B0600070205080204" pitchFamily="34" charset="-128"/>
            </a:endParaRPr>
          </a:p>
          <a:p>
            <a:pPr marL="342900" marR="0" lvl="0" indent="-342900" algn="l" defTabSz="914400" rtl="0" eaLnBrk="0" fontAlgn="base" latinLnBrk="0" hangingPunct="0">
              <a:lnSpc>
                <a:spcPct val="100000"/>
              </a:lnSpc>
              <a:spcBef>
                <a:spcPct val="35000"/>
              </a:spcBef>
              <a:spcAft>
                <a:spcPct val="0"/>
              </a:spcAft>
              <a:buClr>
                <a:srgbClr val="993300"/>
              </a:buClr>
              <a:buSzPct val="90000"/>
              <a:buFont typeface="Wingdings" panose="05000000000000000000" pitchFamily="2" charset="2"/>
              <a:buChar char="q"/>
              <a:defRPr/>
            </a:pPr>
            <a:endParaRPr kumimoji="1" lang="en-US" altLang="en-US" sz="1800" b="0" i="0" u="none" strike="noStrike" kern="0" cap="none" spc="0" normalizeH="0" baseline="0" noProof="0" dirty="0">
              <a:ln>
                <a:noFill/>
              </a:ln>
              <a:solidFill>
                <a:schemeClr val="tx1"/>
              </a:solidFill>
              <a:effectLst/>
              <a:uLnTx/>
              <a:uFillTx/>
              <a:latin typeface="+mn-lt"/>
              <a:ea typeface="MS PGothic" panose="020B0600070205080204" pitchFamily="34" charset="-128"/>
              <a:cs typeface="MS PGothic" panose="020B0600070205080204" pitchFamily="34" charset="-128"/>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1986" name="Rectangle 1026"/>
          <p:cNvSpPr>
            <a:spLocks noGrp="1"/>
          </p:cNvSpPr>
          <p:nvPr>
            <p:ph type="title" idx="4294967295"/>
          </p:nvPr>
        </p:nvSpPr>
        <p:spPr>
          <a:xfrm>
            <a:off x="885825" y="198438"/>
            <a:ext cx="7800975" cy="576262"/>
          </a:xfrm>
        </p:spPr>
        <p:txBody>
          <a:bodyPr vert="horz" wrap="square" lIns="91440" tIns="45720" rIns="91440" bIns="45720" anchor="b" anchorCtr="0"/>
          <a:p>
            <a:pPr eaLnBrk="1" hangingPunct="1"/>
            <a:r>
              <a:rPr lang="en-US" altLang="en-US" dirty="0"/>
              <a:t>Deadlock Prevention</a:t>
            </a:r>
            <a:endParaRPr lang="en-US" altLang="en-US" dirty="0"/>
          </a:p>
        </p:txBody>
      </p:sp>
      <p:sp>
        <p:nvSpPr>
          <p:cNvPr id="41987" name="Rectangle 1027"/>
          <p:cNvSpPr>
            <a:spLocks noGrp="1"/>
          </p:cNvSpPr>
          <p:nvPr>
            <p:ph type="body" idx="4294967295"/>
          </p:nvPr>
        </p:nvSpPr>
        <p:spPr>
          <a:xfrm>
            <a:off x="590550" y="1095375"/>
            <a:ext cx="8007350" cy="5129213"/>
          </a:xfrm>
        </p:spPr>
        <p:txBody>
          <a:bodyPr vert="horz" wrap="square" lIns="91440" tIns="45720" rIns="91440" bIns="45720" anchor="t" anchorCtr="0"/>
          <a:p>
            <a:pPr>
              <a:buFont typeface="Wingdings" panose="05000000000000000000" pitchFamily="2" charset="2"/>
              <a:buChar char="q"/>
            </a:pPr>
            <a:r>
              <a:rPr lang="en-US" altLang="en-US" sz="2400" b="1" dirty="0"/>
              <a:t>Mutual Exclusion</a:t>
            </a:r>
            <a:r>
              <a:rPr lang="en-US" altLang="en-US" sz="2400" dirty="0"/>
              <a:t> – not required for sharable resources (e.g., read-only files); must hold for non-sharable resources</a:t>
            </a:r>
            <a:endParaRPr lang="en-US" altLang="en-US" sz="2400" dirty="0"/>
          </a:p>
          <a:p>
            <a:pPr lvl="1">
              <a:buFont typeface="Wingdings" panose="05000000000000000000" pitchFamily="2" charset="2"/>
              <a:buChar char="Ø"/>
            </a:pPr>
            <a:r>
              <a:rPr lang="en-US" altLang="en-US" sz="2400" dirty="0">
                <a:solidFill>
                  <a:srgbClr val="FF0000"/>
                </a:solidFill>
              </a:rPr>
              <a:t>We cannot prevent deadlocks by denying the mutual-exclusion condition</a:t>
            </a:r>
            <a:endParaRPr lang="en-US" altLang="en-US" sz="2400" dirty="0">
              <a:solidFill>
                <a:srgbClr val="FF0000"/>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4034" name="Rectangle 1026"/>
          <p:cNvSpPr>
            <a:spLocks noGrp="1"/>
          </p:cNvSpPr>
          <p:nvPr>
            <p:ph type="title" idx="4294967295"/>
          </p:nvPr>
        </p:nvSpPr>
        <p:spPr>
          <a:xfrm>
            <a:off x="885825" y="198438"/>
            <a:ext cx="7800975" cy="576262"/>
          </a:xfrm>
        </p:spPr>
        <p:txBody>
          <a:bodyPr vert="horz" wrap="square" lIns="91440" tIns="45720" rIns="91440" bIns="45720" anchor="b" anchorCtr="0"/>
          <a:p>
            <a:pPr eaLnBrk="1" hangingPunct="1"/>
            <a:r>
              <a:rPr lang="en-US" altLang="en-US" dirty="0"/>
              <a:t>Deadlock Prevention</a:t>
            </a:r>
            <a:endParaRPr lang="en-US" altLang="en-US" dirty="0"/>
          </a:p>
        </p:txBody>
      </p:sp>
      <p:sp>
        <p:nvSpPr>
          <p:cNvPr id="48131" name="Rectangle 1027"/>
          <p:cNvSpPr>
            <a:spLocks noGrp="1"/>
          </p:cNvSpPr>
          <p:nvPr>
            <p:ph type="body" idx="4294967295"/>
          </p:nvPr>
        </p:nvSpPr>
        <p:spPr>
          <a:xfrm>
            <a:off x="679450" y="1028700"/>
            <a:ext cx="7885113" cy="5129213"/>
          </a:xfrm>
        </p:spPr>
        <p:txBody>
          <a:bodyPr vert="horz" wrap="square" lIns="91440" tIns="45720" rIns="91440" bIns="45720" anchor="t" anchorCtr="0"/>
          <a:p>
            <a:pPr>
              <a:buFont typeface="Wingdings" panose="05000000000000000000" pitchFamily="2" charset="2"/>
              <a:buChar char="q"/>
            </a:pPr>
            <a:r>
              <a:rPr lang="en-US" altLang="en-US" b="1" dirty="0"/>
              <a:t>Hold and Wait</a:t>
            </a:r>
            <a:r>
              <a:rPr lang="en-US" altLang="en-US" dirty="0"/>
              <a:t> – must guarantee that whenever a process requests a resource, it does not hold any other resources</a:t>
            </a:r>
            <a:endParaRPr lang="en-US" altLang="en-US" dirty="0"/>
          </a:p>
          <a:p>
            <a:pPr lvl="1">
              <a:buFont typeface="Wingdings" panose="05000000000000000000" pitchFamily="2" charset="2"/>
              <a:buChar char="Ø"/>
            </a:pPr>
            <a:r>
              <a:rPr lang="en-US" altLang="en-US" dirty="0"/>
              <a:t>Method 1: Require process to request and be allocated all its resources before it begins execution, </a:t>
            </a:r>
            <a:r>
              <a:rPr lang="en-US" altLang="en-US" dirty="0">
                <a:solidFill>
                  <a:srgbClr val="FF0000"/>
                </a:solidFill>
              </a:rPr>
              <a:t>disadvantage?</a:t>
            </a:r>
            <a:endParaRPr lang="en-US" altLang="en-US" dirty="0">
              <a:solidFill>
                <a:srgbClr val="FF0000"/>
              </a:solidFill>
            </a:endParaRPr>
          </a:p>
          <a:p>
            <a:pPr lvl="1">
              <a:buFont typeface="Wingdings" panose="05000000000000000000" pitchFamily="2" charset="2"/>
              <a:buChar char="Ø"/>
            </a:pPr>
            <a:r>
              <a:rPr lang="en-US" altLang="en-US" dirty="0"/>
              <a:t>Method 2: Allow process to request resources only when the process has none allocated to it.</a:t>
            </a:r>
            <a:endParaRPr lang="en-US" altLang="en-US" dirty="0"/>
          </a:p>
          <a:p>
            <a:pPr lvl="2">
              <a:buFont typeface="Wingdings" panose="05000000000000000000" pitchFamily="2" charset="2"/>
              <a:buChar char="§"/>
            </a:pPr>
            <a:r>
              <a:rPr lang="en-US" altLang="en-US" dirty="0"/>
              <a:t>Before request, first release all</a:t>
            </a:r>
            <a:endParaRPr lang="en-US" altLang="en-US" dirty="0"/>
          </a:p>
          <a:p>
            <a:pPr lvl="1">
              <a:buFont typeface="Wingdings" panose="05000000000000000000" pitchFamily="2" charset="2"/>
              <a:buChar char="Ø"/>
            </a:pPr>
            <a:r>
              <a:rPr lang="en-US" altLang="en-US" dirty="0">
                <a:solidFill>
                  <a:srgbClr val="FF0000"/>
                </a:solidFill>
              </a:rPr>
              <a:t>Consider a process that copies data from a DVD driver to a file on disk, sorts the file, and then prints the results to a printer</a:t>
            </a:r>
            <a:endParaRPr lang="en-US" altLang="en-US" dirty="0">
              <a:solidFill>
                <a:srgbClr val="FF0000"/>
              </a:solidFill>
            </a:endParaRPr>
          </a:p>
          <a:p>
            <a:pPr lvl="2">
              <a:buFont typeface="Wingdings" panose="05000000000000000000" pitchFamily="2" charset="2"/>
              <a:buChar char="§"/>
            </a:pPr>
            <a:r>
              <a:rPr lang="en-US" altLang="en-US" dirty="0">
                <a:solidFill>
                  <a:srgbClr val="FF0000"/>
                </a:solidFill>
              </a:rPr>
              <a:t>Method 1: request all three resources in the beginning</a:t>
            </a:r>
            <a:endParaRPr lang="en-US" altLang="en-US" dirty="0">
              <a:solidFill>
                <a:srgbClr val="FF0000"/>
              </a:solidFill>
            </a:endParaRPr>
          </a:p>
          <a:p>
            <a:pPr lvl="2">
              <a:buFont typeface="Wingdings" panose="05000000000000000000" pitchFamily="2" charset="2"/>
              <a:buChar char="§"/>
            </a:pPr>
            <a:r>
              <a:rPr lang="en-US" altLang="en-US" dirty="0">
                <a:solidFill>
                  <a:srgbClr val="FF0000"/>
                </a:solidFill>
              </a:rPr>
              <a:t>Method 2: request DVD and disk file first; copy from DVD to disk file; release both DVD and file; and then request disk file and printer</a:t>
            </a:r>
            <a:endParaRPr lang="en-US" altLang="en-US" dirty="0">
              <a:solidFill>
                <a:srgbClr val="FF0000"/>
              </a:solidFill>
            </a:endParaRPr>
          </a:p>
          <a:p>
            <a:pPr lvl="1">
              <a:buFont typeface="Wingdings" panose="05000000000000000000" pitchFamily="2" charset="2"/>
              <a:buChar char="Ø"/>
            </a:pPr>
            <a:r>
              <a:rPr lang="en-US" altLang="en-US" dirty="0"/>
              <a:t>Low resource utilization; starvation possible, why?</a:t>
            </a:r>
            <a:endParaRPr lang="en-US"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48131">
                                            <p:txEl>
                                              <p:charRg st="113" end="227"/>
                                            </p:txEl>
                                          </p:spTgt>
                                        </p:tgtEl>
                                        <p:attrNameLst>
                                          <p:attrName>style.visibility</p:attrName>
                                        </p:attrNameLst>
                                      </p:cBhvr>
                                      <p:to>
                                        <p:strVal val="visible"/>
                                      </p:to>
                                    </p:set>
                                    <p:animEffect transition="in" filter="randombar(horizontal)">
                                      <p:cBhvr>
                                        <p:cTn id="7" dur="500"/>
                                        <p:tgtEl>
                                          <p:spTgt spid="48131">
                                            <p:txEl>
                                              <p:charRg st="113" end="227"/>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48131">
                                            <p:txEl>
                                              <p:charRg st="354" end="484"/>
                                            </p:txEl>
                                          </p:spTgt>
                                        </p:tgtEl>
                                        <p:attrNameLst>
                                          <p:attrName>style.visibility</p:attrName>
                                        </p:attrNameLst>
                                      </p:cBhvr>
                                      <p:to>
                                        <p:strVal val="visible"/>
                                      </p:to>
                                    </p:set>
                                    <p:animEffect transition="in" filter="randombar(horizontal)">
                                      <p:cBhvr>
                                        <p:cTn id="12" dur="500"/>
                                        <p:tgtEl>
                                          <p:spTgt spid="48131">
                                            <p:txEl>
                                              <p:charRg st="354" end="484"/>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nodeType="clickEffect">
                                  <p:stCondLst>
                                    <p:cond delay="0"/>
                                  </p:stCondLst>
                                  <p:childTnLst>
                                    <p:set>
                                      <p:cBhvr>
                                        <p:cTn id="16" dur="1" fill="hold">
                                          <p:stCondLst>
                                            <p:cond delay="0"/>
                                          </p:stCondLst>
                                        </p:cTn>
                                        <p:tgtEl>
                                          <p:spTgt spid="48131">
                                            <p:txEl>
                                              <p:charRg st="484" end="539"/>
                                            </p:txEl>
                                          </p:spTgt>
                                        </p:tgtEl>
                                        <p:attrNameLst>
                                          <p:attrName>style.visibility</p:attrName>
                                        </p:attrNameLst>
                                      </p:cBhvr>
                                      <p:to>
                                        <p:strVal val="visible"/>
                                      </p:to>
                                    </p:set>
                                    <p:animEffect transition="in" filter="randombar(horizontal)">
                                      <p:cBhvr>
                                        <p:cTn id="17" dur="500"/>
                                        <p:tgtEl>
                                          <p:spTgt spid="48131">
                                            <p:txEl>
                                              <p:charRg st="484" end="539"/>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4" presetClass="entr" presetSubtype="10" fill="hold" nodeType="clickEffect">
                                  <p:stCondLst>
                                    <p:cond delay="0"/>
                                  </p:stCondLst>
                                  <p:childTnLst>
                                    <p:set>
                                      <p:cBhvr>
                                        <p:cTn id="21" dur="1" fill="hold">
                                          <p:stCondLst>
                                            <p:cond delay="0"/>
                                          </p:stCondLst>
                                        </p:cTn>
                                        <p:tgtEl>
                                          <p:spTgt spid="48131">
                                            <p:txEl>
                                              <p:charRg st="227" end="320"/>
                                            </p:txEl>
                                          </p:spTgt>
                                        </p:tgtEl>
                                        <p:attrNameLst>
                                          <p:attrName>style.visibility</p:attrName>
                                        </p:attrNameLst>
                                      </p:cBhvr>
                                      <p:to>
                                        <p:strVal val="visible"/>
                                      </p:to>
                                    </p:set>
                                    <p:animEffect transition="in" filter="randombar(horizontal)">
                                      <p:cBhvr>
                                        <p:cTn id="22" dur="500"/>
                                        <p:tgtEl>
                                          <p:spTgt spid="48131">
                                            <p:txEl>
                                              <p:charRg st="227" end="320"/>
                                            </p:txEl>
                                          </p:spTgt>
                                        </p:tgtEl>
                                      </p:cBhvr>
                                    </p:animEffect>
                                  </p:childTnLst>
                                </p:cTn>
                              </p:par>
                              <p:par>
                                <p:cTn id="23" presetID="14" presetClass="entr" presetSubtype="10" fill="hold" nodeType="withEffect">
                                  <p:stCondLst>
                                    <p:cond delay="0"/>
                                  </p:stCondLst>
                                  <p:childTnLst>
                                    <p:set>
                                      <p:cBhvr>
                                        <p:cTn id="24" dur="1" fill="hold">
                                          <p:stCondLst>
                                            <p:cond delay="0"/>
                                          </p:stCondLst>
                                        </p:cTn>
                                        <p:tgtEl>
                                          <p:spTgt spid="48131">
                                            <p:txEl>
                                              <p:charRg st="320" end="354"/>
                                            </p:txEl>
                                          </p:spTgt>
                                        </p:tgtEl>
                                        <p:attrNameLst>
                                          <p:attrName>style.visibility</p:attrName>
                                        </p:attrNameLst>
                                      </p:cBhvr>
                                      <p:to>
                                        <p:strVal val="visible"/>
                                      </p:to>
                                    </p:set>
                                    <p:animEffect transition="in" filter="randombar(horizontal)">
                                      <p:cBhvr>
                                        <p:cTn id="25" dur="500"/>
                                        <p:tgtEl>
                                          <p:spTgt spid="48131">
                                            <p:txEl>
                                              <p:charRg st="320" end="354"/>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4" presetClass="entr" presetSubtype="10" fill="hold" nodeType="clickEffect">
                                  <p:stCondLst>
                                    <p:cond delay="0"/>
                                  </p:stCondLst>
                                  <p:childTnLst>
                                    <p:set>
                                      <p:cBhvr>
                                        <p:cTn id="29" dur="1" fill="hold">
                                          <p:stCondLst>
                                            <p:cond delay="0"/>
                                          </p:stCondLst>
                                        </p:cTn>
                                        <p:tgtEl>
                                          <p:spTgt spid="48131">
                                            <p:txEl>
                                              <p:charRg st="539" end="676"/>
                                            </p:txEl>
                                          </p:spTgt>
                                        </p:tgtEl>
                                        <p:attrNameLst>
                                          <p:attrName>style.visibility</p:attrName>
                                        </p:attrNameLst>
                                      </p:cBhvr>
                                      <p:to>
                                        <p:strVal val="visible"/>
                                      </p:to>
                                    </p:set>
                                    <p:animEffect transition="in" filter="randombar(horizontal)">
                                      <p:cBhvr>
                                        <p:cTn id="30" dur="500"/>
                                        <p:tgtEl>
                                          <p:spTgt spid="48131">
                                            <p:txEl>
                                              <p:charRg st="539" end="676"/>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4" presetClass="entr" presetSubtype="10" fill="hold" nodeType="clickEffect">
                                  <p:stCondLst>
                                    <p:cond delay="0"/>
                                  </p:stCondLst>
                                  <p:childTnLst>
                                    <p:set>
                                      <p:cBhvr>
                                        <p:cTn id="34" dur="1" fill="hold">
                                          <p:stCondLst>
                                            <p:cond delay="0"/>
                                          </p:stCondLst>
                                        </p:cTn>
                                        <p:tgtEl>
                                          <p:spTgt spid="48131">
                                            <p:txEl>
                                              <p:charRg st="676" end="728"/>
                                            </p:txEl>
                                          </p:spTgt>
                                        </p:tgtEl>
                                        <p:attrNameLst>
                                          <p:attrName>style.visibility</p:attrName>
                                        </p:attrNameLst>
                                      </p:cBhvr>
                                      <p:to>
                                        <p:strVal val="visible"/>
                                      </p:to>
                                    </p:set>
                                    <p:animEffect transition="in" filter="randombar(horizontal)">
                                      <p:cBhvr>
                                        <p:cTn id="35" dur="500"/>
                                        <p:tgtEl>
                                          <p:spTgt spid="48131">
                                            <p:txEl>
                                              <p:charRg st="676" end="72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6082" name="Rectangle 1026"/>
          <p:cNvSpPr>
            <a:spLocks noGrp="1"/>
          </p:cNvSpPr>
          <p:nvPr>
            <p:ph type="title" idx="4294967295"/>
          </p:nvPr>
        </p:nvSpPr>
        <p:spPr>
          <a:xfrm>
            <a:off x="885825" y="198438"/>
            <a:ext cx="7800975" cy="576262"/>
          </a:xfrm>
        </p:spPr>
        <p:txBody>
          <a:bodyPr vert="horz" wrap="square" lIns="91440" tIns="45720" rIns="91440" bIns="45720" anchor="b" anchorCtr="0"/>
          <a:p>
            <a:pPr eaLnBrk="1" hangingPunct="1"/>
            <a:r>
              <a:rPr lang="en-US" altLang="en-US" dirty="0"/>
              <a:t>Deadlock Prevention</a:t>
            </a:r>
            <a:endParaRPr lang="en-US" altLang="en-US" dirty="0"/>
          </a:p>
        </p:txBody>
      </p:sp>
      <p:sp>
        <p:nvSpPr>
          <p:cNvPr id="48131" name="Rectangle 1027"/>
          <p:cNvSpPr>
            <a:spLocks noGrp="1"/>
          </p:cNvSpPr>
          <p:nvPr>
            <p:ph type="body" idx="4294967295"/>
          </p:nvPr>
        </p:nvSpPr>
        <p:spPr>
          <a:xfrm>
            <a:off x="628650" y="1023938"/>
            <a:ext cx="7885113" cy="5129212"/>
          </a:xfrm>
        </p:spPr>
        <p:txBody>
          <a:bodyPr vert="horz" wrap="square" lIns="91440" tIns="45720" rIns="91440" bIns="45720" anchor="t" anchorCtr="0"/>
          <a:p>
            <a:pPr lvl="1">
              <a:buFont typeface="Wingdings" panose="05000000000000000000" pitchFamily="2" charset="2"/>
              <a:buChar char="Ø"/>
            </a:pPr>
            <a:r>
              <a:rPr lang="en-US" altLang="en-US" dirty="0">
                <a:solidFill>
                  <a:srgbClr val="FF0000"/>
                </a:solidFill>
              </a:rPr>
              <a:t>Consider a process that copies data from a DVD driver to a file on disk, sorts the file, and then prints the results to a printer</a:t>
            </a:r>
            <a:endParaRPr lang="en-US" altLang="en-US" dirty="0">
              <a:solidFill>
                <a:srgbClr val="FF0000"/>
              </a:solidFill>
            </a:endParaRPr>
          </a:p>
          <a:p>
            <a:pPr lvl="2">
              <a:buFont typeface="Wingdings" panose="05000000000000000000" pitchFamily="2" charset="2"/>
              <a:buChar char="§"/>
            </a:pPr>
            <a:r>
              <a:rPr lang="en-US" altLang="en-US" dirty="0">
                <a:solidFill>
                  <a:srgbClr val="FF0000"/>
                </a:solidFill>
              </a:rPr>
              <a:t>Method 1: request all three resources in the beginning</a:t>
            </a:r>
            <a:endParaRPr lang="en-US" altLang="en-US" dirty="0">
              <a:solidFill>
                <a:srgbClr val="FF0000"/>
              </a:solidFill>
            </a:endParaRPr>
          </a:p>
          <a:p>
            <a:pPr lvl="2">
              <a:buFont typeface="Wingdings" panose="05000000000000000000" pitchFamily="2" charset="2"/>
              <a:buChar char="§"/>
            </a:pPr>
            <a:r>
              <a:rPr lang="en-US" altLang="en-US" dirty="0">
                <a:solidFill>
                  <a:srgbClr val="FF0000"/>
                </a:solidFill>
              </a:rPr>
              <a:t>Method 2: request DVD and disk file first; copy from DVD to disk file; release both DVD and file; and then request disk file and printer</a:t>
            </a:r>
            <a:endParaRPr lang="en-US" altLang="en-US" dirty="0">
              <a:solidFill>
                <a:srgbClr val="FF0000"/>
              </a:solidFill>
            </a:endParaRPr>
          </a:p>
          <a:p>
            <a:pPr lvl="2">
              <a:buFont typeface="Wingdings" panose="05000000000000000000" pitchFamily="2" charset="2"/>
              <a:buChar char="§"/>
            </a:pPr>
            <a:endParaRPr lang="en-US" altLang="en-US" dirty="0">
              <a:solidFill>
                <a:srgbClr val="FF0000"/>
              </a:solidFill>
            </a:endParaRPr>
          </a:p>
          <a:p>
            <a:pPr lvl="1">
              <a:buFont typeface="Wingdings" panose="05000000000000000000" pitchFamily="2" charset="2"/>
              <a:buChar char="Ø"/>
            </a:pPr>
            <a:r>
              <a:rPr lang="en-US" altLang="en-US" dirty="0"/>
              <a:t>Low resource utilization; starvation possible, why?</a:t>
            </a:r>
            <a:endParaRPr lang="en-US" altLang="en-US" dirty="0"/>
          </a:p>
          <a:p>
            <a:pPr lvl="2">
              <a:buFont typeface="Wingdings" panose="05000000000000000000" pitchFamily="2" charset="2"/>
              <a:buChar char="§"/>
            </a:pPr>
            <a:r>
              <a:rPr lang="en-US" altLang="en-US" dirty="0"/>
              <a:t>Resource utilization may be low, since resources may be allocated but unused for a long period.</a:t>
            </a:r>
            <a:endParaRPr lang="en-US" altLang="en-US" dirty="0"/>
          </a:p>
          <a:p>
            <a:pPr lvl="2">
              <a:buFont typeface="Wingdings" panose="05000000000000000000" pitchFamily="2" charset="2"/>
              <a:buChar char="§"/>
            </a:pPr>
            <a:r>
              <a:rPr lang="en-US" altLang="en-US" dirty="0"/>
              <a:t>A process that needs several popular resources may have to wait indefinitely, because at least one of the resources that it needs is always allocated to some other process.</a:t>
            </a:r>
            <a:endParaRPr lang="en-US" altLang="en-US" dirty="0"/>
          </a:p>
          <a:p>
            <a:pPr lvl="1">
              <a:buFont typeface="Wingdings" panose="05000000000000000000" pitchFamily="2" charset="2"/>
              <a:buChar char="Ø"/>
            </a:pPr>
            <a:endParaRPr lang="en-US" altLang="en-US" dirty="0"/>
          </a:p>
          <a:p>
            <a:pPr lvl="1">
              <a:buFont typeface="Wingdings" panose="05000000000000000000" pitchFamily="2" charset="2"/>
              <a:buChar char="Ø"/>
            </a:pPr>
            <a:endParaRPr lang="en-US"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48131">
                                            <p:txEl>
                                              <p:charRg st="0" end="130"/>
                                            </p:txEl>
                                          </p:spTgt>
                                        </p:tgtEl>
                                        <p:attrNameLst>
                                          <p:attrName>style.visibility</p:attrName>
                                        </p:attrNameLst>
                                      </p:cBhvr>
                                      <p:to>
                                        <p:strVal val="visible"/>
                                      </p:to>
                                    </p:set>
                                    <p:animEffect transition="in" filter="randombar(horizontal)">
                                      <p:cBhvr>
                                        <p:cTn id="7" dur="500"/>
                                        <p:tgtEl>
                                          <p:spTgt spid="48131">
                                            <p:txEl>
                                              <p:charRg st="0" end="13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48131">
                                            <p:txEl>
                                              <p:charRg st="130" end="185"/>
                                            </p:txEl>
                                          </p:spTgt>
                                        </p:tgtEl>
                                        <p:attrNameLst>
                                          <p:attrName>style.visibility</p:attrName>
                                        </p:attrNameLst>
                                      </p:cBhvr>
                                      <p:to>
                                        <p:strVal val="visible"/>
                                      </p:to>
                                    </p:set>
                                    <p:animEffect transition="in" filter="randombar(horizontal)">
                                      <p:cBhvr>
                                        <p:cTn id="12" dur="500"/>
                                        <p:tgtEl>
                                          <p:spTgt spid="48131">
                                            <p:txEl>
                                              <p:charRg st="130" end="185"/>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nodeType="clickEffect">
                                  <p:stCondLst>
                                    <p:cond delay="0"/>
                                  </p:stCondLst>
                                  <p:childTnLst>
                                    <p:set>
                                      <p:cBhvr>
                                        <p:cTn id="16" dur="1" fill="hold">
                                          <p:stCondLst>
                                            <p:cond delay="0"/>
                                          </p:stCondLst>
                                        </p:cTn>
                                        <p:tgtEl>
                                          <p:spTgt spid="48131">
                                            <p:txEl>
                                              <p:charRg st="185" end="322"/>
                                            </p:txEl>
                                          </p:spTgt>
                                        </p:tgtEl>
                                        <p:attrNameLst>
                                          <p:attrName>style.visibility</p:attrName>
                                        </p:attrNameLst>
                                      </p:cBhvr>
                                      <p:to>
                                        <p:strVal val="visible"/>
                                      </p:to>
                                    </p:set>
                                    <p:animEffect transition="in" filter="randombar(horizontal)">
                                      <p:cBhvr>
                                        <p:cTn id="17" dur="500"/>
                                        <p:tgtEl>
                                          <p:spTgt spid="48131">
                                            <p:txEl>
                                              <p:charRg st="185" end="32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4" presetClass="entr" presetSubtype="10" fill="hold" nodeType="clickEffect">
                                  <p:stCondLst>
                                    <p:cond delay="0"/>
                                  </p:stCondLst>
                                  <p:childTnLst>
                                    <p:set>
                                      <p:cBhvr>
                                        <p:cTn id="21" dur="1" fill="hold">
                                          <p:stCondLst>
                                            <p:cond delay="0"/>
                                          </p:stCondLst>
                                        </p:cTn>
                                        <p:tgtEl>
                                          <p:spTgt spid="48131">
                                            <p:txEl>
                                              <p:charRg st="323" end="375"/>
                                            </p:txEl>
                                          </p:spTgt>
                                        </p:tgtEl>
                                        <p:attrNameLst>
                                          <p:attrName>style.visibility</p:attrName>
                                        </p:attrNameLst>
                                      </p:cBhvr>
                                      <p:to>
                                        <p:strVal val="visible"/>
                                      </p:to>
                                    </p:set>
                                    <p:animEffect transition="in" filter="randombar(horizontal)">
                                      <p:cBhvr>
                                        <p:cTn id="22" dur="500"/>
                                        <p:tgtEl>
                                          <p:spTgt spid="48131">
                                            <p:txEl>
                                              <p:charRg st="323" end="37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4" presetClass="entr" presetSubtype="10" fill="hold" nodeType="clickEffect">
                                  <p:stCondLst>
                                    <p:cond delay="0"/>
                                  </p:stCondLst>
                                  <p:childTnLst>
                                    <p:set>
                                      <p:cBhvr>
                                        <p:cTn id="26" dur="1" fill="hold">
                                          <p:stCondLst>
                                            <p:cond delay="0"/>
                                          </p:stCondLst>
                                        </p:cTn>
                                        <p:tgtEl>
                                          <p:spTgt spid="48131">
                                            <p:txEl>
                                              <p:charRg st="375" end="471"/>
                                            </p:txEl>
                                          </p:spTgt>
                                        </p:tgtEl>
                                        <p:attrNameLst>
                                          <p:attrName>style.visibility</p:attrName>
                                        </p:attrNameLst>
                                      </p:cBhvr>
                                      <p:to>
                                        <p:strVal val="visible"/>
                                      </p:to>
                                    </p:set>
                                    <p:animEffect transition="in" filter="randombar(horizontal)">
                                      <p:cBhvr>
                                        <p:cTn id="27" dur="500"/>
                                        <p:tgtEl>
                                          <p:spTgt spid="48131">
                                            <p:txEl>
                                              <p:charRg st="375" end="471"/>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nodeType="clickEffect">
                                  <p:stCondLst>
                                    <p:cond delay="0"/>
                                  </p:stCondLst>
                                  <p:childTnLst>
                                    <p:set>
                                      <p:cBhvr>
                                        <p:cTn id="31" dur="1" fill="hold">
                                          <p:stCondLst>
                                            <p:cond delay="0"/>
                                          </p:stCondLst>
                                        </p:cTn>
                                        <p:tgtEl>
                                          <p:spTgt spid="48131">
                                            <p:txEl>
                                              <p:charRg st="471" end="644"/>
                                            </p:txEl>
                                          </p:spTgt>
                                        </p:tgtEl>
                                        <p:attrNameLst>
                                          <p:attrName>style.visibility</p:attrName>
                                        </p:attrNameLst>
                                      </p:cBhvr>
                                      <p:to>
                                        <p:strVal val="visible"/>
                                      </p:to>
                                    </p:set>
                                    <p:animEffect transition="in" filter="randombar(horizontal)">
                                      <p:cBhvr>
                                        <p:cTn id="32" dur="500"/>
                                        <p:tgtEl>
                                          <p:spTgt spid="48131">
                                            <p:txEl>
                                              <p:charRg st="471" end="64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8130" name="Rectangle 1026"/>
          <p:cNvSpPr>
            <a:spLocks noGrp="1"/>
          </p:cNvSpPr>
          <p:nvPr>
            <p:ph type="title" idx="4294967295"/>
          </p:nvPr>
        </p:nvSpPr>
        <p:spPr>
          <a:xfrm>
            <a:off x="1003300" y="166688"/>
            <a:ext cx="7683500" cy="576262"/>
          </a:xfrm>
        </p:spPr>
        <p:txBody>
          <a:bodyPr vert="horz" wrap="square" lIns="91440" tIns="45720" rIns="91440" bIns="45720" anchor="b" anchorCtr="0"/>
          <a:p>
            <a:pPr eaLnBrk="1" hangingPunct="1"/>
            <a:r>
              <a:rPr lang="en-US" altLang="en-US" dirty="0"/>
              <a:t>Deadlock Prevention (Cont.)</a:t>
            </a:r>
            <a:endParaRPr lang="en-US" altLang="en-US" dirty="0"/>
          </a:p>
        </p:txBody>
      </p:sp>
      <p:sp>
        <p:nvSpPr>
          <p:cNvPr id="48131" name="Rectangle 1027"/>
          <p:cNvSpPr>
            <a:spLocks noGrp="1"/>
          </p:cNvSpPr>
          <p:nvPr>
            <p:ph type="body" idx="4294967295"/>
          </p:nvPr>
        </p:nvSpPr>
        <p:spPr>
          <a:xfrm>
            <a:off x="838200" y="1076325"/>
            <a:ext cx="6705600" cy="4446588"/>
          </a:xfrm>
        </p:spPr>
        <p:txBody>
          <a:bodyPr vert="horz" wrap="square" lIns="91440" tIns="45720" rIns="91440" bIns="45720" anchor="t" anchorCtr="0"/>
          <a:p>
            <a:pPr>
              <a:buFont typeface="Wingdings" panose="05000000000000000000" pitchFamily="2" charset="2"/>
              <a:buChar char="q"/>
            </a:pPr>
            <a:r>
              <a:rPr lang="en-US" altLang="en-US" b="1" dirty="0"/>
              <a:t>No Preemption</a:t>
            </a:r>
            <a:r>
              <a:rPr lang="en-US" altLang="en-US" dirty="0"/>
              <a:t> –</a:t>
            </a:r>
            <a:endParaRPr lang="en-US" altLang="en-US" dirty="0"/>
          </a:p>
          <a:p>
            <a:pPr lvl="1">
              <a:buFont typeface="Wingdings" panose="05000000000000000000" pitchFamily="2" charset="2"/>
              <a:buChar char="Ø"/>
            </a:pPr>
            <a:r>
              <a:rPr lang="en-US" altLang="en-US" dirty="0"/>
              <a:t>If a process that is holding some resources requests another resource that cannot be immediately allocated to it, then all resources currently being held are </a:t>
            </a:r>
            <a:r>
              <a:rPr lang="en-US" altLang="en-US" b="1" dirty="0">
                <a:solidFill>
                  <a:srgbClr val="FF0000"/>
                </a:solidFill>
              </a:rPr>
              <a:t>preempted</a:t>
            </a:r>
            <a:r>
              <a:rPr lang="en-US" altLang="en-US" dirty="0"/>
              <a:t> (released) </a:t>
            </a:r>
            <a:endParaRPr lang="en-US" altLang="en-US" dirty="0"/>
          </a:p>
          <a:p>
            <a:pPr lvl="1">
              <a:buFont typeface="Wingdings" panose="05000000000000000000" pitchFamily="2" charset="2"/>
              <a:buChar char="Ø"/>
            </a:pPr>
            <a:endParaRPr lang="en-US" altLang="en-US" dirty="0"/>
          </a:p>
          <a:p>
            <a:pPr lvl="1">
              <a:buFont typeface="Wingdings" panose="05000000000000000000" pitchFamily="2" charset="2"/>
              <a:buChar char="Ø"/>
            </a:pPr>
            <a:r>
              <a:rPr lang="en-US" altLang="en-US" dirty="0"/>
              <a:t>Preempted resources are added to the list of resources for which the process is waiting</a:t>
            </a:r>
            <a:endParaRPr lang="en-US" altLang="en-US" dirty="0"/>
          </a:p>
          <a:p>
            <a:pPr lvl="1">
              <a:buFont typeface="Wingdings" panose="05000000000000000000" pitchFamily="2" charset="2"/>
              <a:buChar char="Ø"/>
            </a:pPr>
            <a:endParaRPr lang="en-US" altLang="en-US" dirty="0"/>
          </a:p>
          <a:p>
            <a:pPr lvl="1">
              <a:buFont typeface="Wingdings" panose="05000000000000000000" pitchFamily="2" charset="2"/>
              <a:buChar char="Ø"/>
            </a:pPr>
            <a:r>
              <a:rPr lang="en-US" altLang="en-US" dirty="0"/>
              <a:t>Process will be restarted only when it can regain its old resources, as well as the new ones that it is requesting</a:t>
            </a:r>
            <a:endParaRPr lang="en-US" altLang="en-US"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0178" name="Rectangle 1026"/>
          <p:cNvSpPr>
            <a:spLocks noGrp="1"/>
          </p:cNvSpPr>
          <p:nvPr>
            <p:ph type="title" idx="4294967295"/>
          </p:nvPr>
        </p:nvSpPr>
        <p:spPr>
          <a:xfrm>
            <a:off x="1003300" y="166688"/>
            <a:ext cx="7683500" cy="576262"/>
          </a:xfrm>
        </p:spPr>
        <p:txBody>
          <a:bodyPr vert="horz" wrap="square" lIns="91440" tIns="45720" rIns="91440" bIns="45720" anchor="b" anchorCtr="0"/>
          <a:p>
            <a:pPr eaLnBrk="1" hangingPunct="1"/>
            <a:r>
              <a:rPr lang="en-US" altLang="en-US" dirty="0"/>
              <a:t>Deadlock Prevention (Cont.)</a:t>
            </a:r>
            <a:endParaRPr lang="en-US" altLang="en-US" dirty="0"/>
          </a:p>
        </p:txBody>
      </p:sp>
      <p:sp>
        <p:nvSpPr>
          <p:cNvPr id="50179" name="Rectangle 1027"/>
          <p:cNvSpPr>
            <a:spLocks noGrp="1"/>
          </p:cNvSpPr>
          <p:nvPr>
            <p:ph type="body" idx="4294967295"/>
          </p:nvPr>
        </p:nvSpPr>
        <p:spPr>
          <a:xfrm>
            <a:off x="838200" y="1076325"/>
            <a:ext cx="6705600" cy="4446588"/>
          </a:xfrm>
        </p:spPr>
        <p:txBody>
          <a:bodyPr vert="horz" wrap="square" lIns="91440" tIns="45720" rIns="91440" bIns="45720" anchor="t" anchorCtr="0"/>
          <a:p>
            <a:pPr>
              <a:buFont typeface="Wingdings" panose="05000000000000000000" pitchFamily="2" charset="2"/>
              <a:buChar char="q"/>
            </a:pPr>
            <a:r>
              <a:rPr lang="en-US" altLang="en-US" b="1" dirty="0">
                <a:latin typeface="Times New Roman" panose="02020603050405020304" pitchFamily="18" charset="0"/>
                <a:cs typeface="Times New Roman" panose="02020603050405020304" pitchFamily="18" charset="0"/>
              </a:rPr>
              <a:t>Circular Wait</a:t>
            </a:r>
            <a:r>
              <a:rPr lang="en-US" altLang="en-US" dirty="0">
                <a:latin typeface="Times New Roman" panose="02020603050405020304" pitchFamily="18" charset="0"/>
                <a:cs typeface="Times New Roman" panose="02020603050405020304" pitchFamily="18" charset="0"/>
              </a:rPr>
              <a:t> – impose a total </a:t>
            </a:r>
            <a:r>
              <a:rPr lang="en-US" altLang="en-US" b="1" dirty="0">
                <a:solidFill>
                  <a:srgbClr val="FF0000"/>
                </a:solidFill>
                <a:latin typeface="Times New Roman" panose="02020603050405020304" pitchFamily="18" charset="0"/>
                <a:cs typeface="Times New Roman" panose="02020603050405020304" pitchFamily="18" charset="0"/>
              </a:rPr>
              <a:t>ordering</a:t>
            </a:r>
            <a:r>
              <a:rPr lang="en-US" altLang="en-US" dirty="0">
                <a:latin typeface="Times New Roman" panose="02020603050405020304" pitchFamily="18" charset="0"/>
                <a:cs typeface="Times New Roman" panose="02020603050405020304" pitchFamily="18" charset="0"/>
              </a:rPr>
              <a:t> of all </a:t>
            </a:r>
            <a:r>
              <a:rPr lang="en-US" altLang="en-US" b="1" dirty="0">
                <a:solidFill>
                  <a:srgbClr val="FF0000"/>
                </a:solidFill>
                <a:latin typeface="Times New Roman" panose="02020603050405020304" pitchFamily="18" charset="0"/>
                <a:cs typeface="Times New Roman" panose="02020603050405020304" pitchFamily="18" charset="0"/>
              </a:rPr>
              <a:t>resource types</a:t>
            </a:r>
            <a:r>
              <a:rPr lang="en-US" altLang="en-US" dirty="0">
                <a:latin typeface="Times New Roman" panose="02020603050405020304" pitchFamily="18" charset="0"/>
                <a:cs typeface="Times New Roman" panose="02020603050405020304" pitchFamily="18" charset="0"/>
              </a:rPr>
              <a:t>, and require that each process requests resources </a:t>
            </a:r>
            <a:r>
              <a:rPr lang="en-US" altLang="en-US" b="1" dirty="0">
                <a:solidFill>
                  <a:srgbClr val="FF0000"/>
                </a:solidFill>
                <a:latin typeface="Times New Roman" panose="02020603050405020304" pitchFamily="18" charset="0"/>
                <a:cs typeface="Times New Roman" panose="02020603050405020304" pitchFamily="18" charset="0"/>
              </a:rPr>
              <a:t>in an increasing order</a:t>
            </a:r>
            <a:r>
              <a:rPr lang="en-US" altLang="en-US" b="1" dirty="0">
                <a:latin typeface="Times New Roman" panose="02020603050405020304" pitchFamily="18" charset="0"/>
                <a:cs typeface="Times New Roman" panose="02020603050405020304" pitchFamily="18" charset="0"/>
              </a:rPr>
              <a:t> </a:t>
            </a:r>
            <a:r>
              <a:rPr lang="en-US" altLang="en-US" dirty="0">
                <a:latin typeface="Times New Roman" panose="02020603050405020304" pitchFamily="18" charset="0"/>
                <a:cs typeface="Times New Roman" panose="02020603050405020304" pitchFamily="18" charset="0"/>
              </a:rPr>
              <a:t>of enumeration</a:t>
            </a:r>
            <a:endParaRPr lang="en-US" altLang="en-US" dirty="0">
              <a:latin typeface="Times New Roman" panose="02020603050405020304" pitchFamily="18" charset="0"/>
              <a:cs typeface="Times New Roman" panose="02020603050405020304" pitchFamily="18" charset="0"/>
            </a:endParaRPr>
          </a:p>
          <a:p>
            <a:pPr lvl="1">
              <a:buFont typeface="Wingdings" panose="05000000000000000000" pitchFamily="2" charset="2"/>
              <a:buChar char="Ø"/>
            </a:pPr>
            <a:r>
              <a:rPr lang="en-US" altLang="en-US" dirty="0">
                <a:latin typeface="Times New Roman" panose="02020603050405020304" pitchFamily="18" charset="0"/>
                <a:cs typeface="Times New Roman" panose="02020603050405020304" pitchFamily="18" charset="0"/>
              </a:rPr>
              <a:t>F(tape drive) = 1; F(disk drive) = 5; F(printer) = 12</a:t>
            </a:r>
            <a:endParaRPr lang="en-US" altLang="en-US" dirty="0">
              <a:latin typeface="Times New Roman" panose="02020603050405020304" pitchFamily="18" charset="0"/>
              <a:cs typeface="Times New Roman" panose="02020603050405020304" pitchFamily="18" charset="0"/>
            </a:endParaRPr>
          </a:p>
          <a:p>
            <a:pPr lvl="1">
              <a:buFont typeface="Wingdings" panose="05000000000000000000" pitchFamily="2" charset="2"/>
              <a:buChar char="Ø"/>
            </a:pPr>
            <a:r>
              <a:rPr lang="en-US" altLang="en-US" dirty="0">
                <a:latin typeface="Times New Roman" panose="02020603050405020304" pitchFamily="18" charset="0"/>
                <a:cs typeface="Times New Roman" panose="02020603050405020304" pitchFamily="18" charset="0"/>
              </a:rPr>
              <a:t>A process can initially request any number of instances of a resource type---say, </a:t>
            </a:r>
            <a:r>
              <a:rPr lang="en-US" altLang="en-US" i="1" dirty="0">
                <a:latin typeface="Times New Roman" panose="02020603050405020304" pitchFamily="18" charset="0"/>
                <a:cs typeface="Times New Roman" panose="02020603050405020304" pitchFamily="18" charset="0"/>
              </a:rPr>
              <a:t>R</a:t>
            </a:r>
            <a:r>
              <a:rPr lang="en-US" altLang="en-US" i="1" baseline="-25000" dirty="0">
                <a:latin typeface="Times New Roman" panose="02020603050405020304" pitchFamily="18" charset="0"/>
                <a:cs typeface="Times New Roman" panose="02020603050405020304" pitchFamily="18" charset="0"/>
              </a:rPr>
              <a:t>i</a:t>
            </a:r>
            <a:r>
              <a:rPr lang="en-US" altLang="en-US" dirty="0">
                <a:latin typeface="Times New Roman" panose="02020603050405020304" pitchFamily="18" charset="0"/>
                <a:cs typeface="Times New Roman" panose="02020603050405020304" pitchFamily="18" charset="0"/>
              </a:rPr>
              <a:t>. After that, the process can request instances of resource type </a:t>
            </a:r>
            <a:r>
              <a:rPr lang="en-US" altLang="en-US" i="1" dirty="0">
                <a:latin typeface="Times New Roman" panose="02020603050405020304" pitchFamily="18" charset="0"/>
                <a:cs typeface="Times New Roman" panose="02020603050405020304" pitchFamily="18" charset="0"/>
              </a:rPr>
              <a:t>R</a:t>
            </a:r>
            <a:r>
              <a:rPr lang="en-US" altLang="en-US" i="1" baseline="-25000" dirty="0">
                <a:latin typeface="Times New Roman" panose="02020603050405020304" pitchFamily="18" charset="0"/>
                <a:cs typeface="Times New Roman" panose="02020603050405020304" pitchFamily="18" charset="0"/>
              </a:rPr>
              <a:t>j</a:t>
            </a:r>
            <a:r>
              <a:rPr lang="en-US" altLang="en-US" dirty="0">
                <a:latin typeface="Times New Roman" panose="02020603050405020304" pitchFamily="18" charset="0"/>
                <a:cs typeface="Times New Roman" panose="02020603050405020304" pitchFamily="18" charset="0"/>
              </a:rPr>
              <a:t> if and only if F(</a:t>
            </a:r>
            <a:r>
              <a:rPr lang="en-US" altLang="en-US" i="1" dirty="0">
                <a:latin typeface="Times New Roman" panose="02020603050405020304" pitchFamily="18" charset="0"/>
                <a:cs typeface="Times New Roman" panose="02020603050405020304" pitchFamily="18" charset="0"/>
              </a:rPr>
              <a:t>R</a:t>
            </a:r>
            <a:r>
              <a:rPr lang="en-US" altLang="en-US" i="1" baseline="-25000" dirty="0">
                <a:latin typeface="Times New Roman" panose="02020603050405020304" pitchFamily="18" charset="0"/>
                <a:cs typeface="Times New Roman" panose="02020603050405020304" pitchFamily="18" charset="0"/>
              </a:rPr>
              <a:t>j</a:t>
            </a:r>
            <a:r>
              <a:rPr lang="en-US" altLang="en-US" dirty="0">
                <a:latin typeface="Times New Roman" panose="02020603050405020304" pitchFamily="18" charset="0"/>
                <a:cs typeface="Times New Roman" panose="02020603050405020304" pitchFamily="18" charset="0"/>
              </a:rPr>
              <a:t>) &gt; F(</a:t>
            </a:r>
            <a:r>
              <a:rPr lang="en-US" altLang="en-US" i="1" dirty="0">
                <a:latin typeface="Times New Roman" panose="02020603050405020304" pitchFamily="18" charset="0"/>
                <a:cs typeface="Times New Roman" panose="02020603050405020304" pitchFamily="18" charset="0"/>
              </a:rPr>
              <a:t>R</a:t>
            </a:r>
            <a:r>
              <a:rPr lang="en-US" altLang="en-US" i="1" baseline="-25000" dirty="0">
                <a:latin typeface="Times New Roman" panose="02020603050405020304" pitchFamily="18" charset="0"/>
                <a:cs typeface="Times New Roman" panose="02020603050405020304" pitchFamily="18" charset="0"/>
              </a:rPr>
              <a:t>i</a:t>
            </a:r>
            <a:r>
              <a:rPr lang="en-US" altLang="en-US" dirty="0">
                <a:latin typeface="Times New Roman" panose="02020603050405020304" pitchFamily="18" charset="0"/>
                <a:cs typeface="Times New Roman" panose="02020603050405020304" pitchFamily="18" charset="0"/>
              </a:rPr>
              <a:t>)</a:t>
            </a:r>
            <a:endParaRPr lang="en-US" altLang="en-US" dirty="0">
              <a:latin typeface="Times New Roman" panose="02020603050405020304" pitchFamily="18" charset="0"/>
              <a:cs typeface="Times New Roman" panose="02020603050405020304" pitchFamily="18" charset="0"/>
            </a:endParaRPr>
          </a:p>
          <a:p>
            <a:pPr lvl="1">
              <a:buFont typeface="Wingdings" panose="05000000000000000000" pitchFamily="2" charset="2"/>
              <a:buChar char="Ø"/>
            </a:pPr>
            <a:r>
              <a:rPr lang="en-US" altLang="en-US" dirty="0">
                <a:latin typeface="Times New Roman" panose="02020603050405020304" pitchFamily="18" charset="0"/>
                <a:cs typeface="Times New Roman" panose="02020603050405020304" pitchFamily="18" charset="0"/>
              </a:rPr>
              <a:t>Alternatively, we can require that a process requesting an instance of resource type </a:t>
            </a:r>
            <a:r>
              <a:rPr lang="en-US" altLang="en-US" i="1" dirty="0">
                <a:solidFill>
                  <a:srgbClr val="000000"/>
                </a:solidFill>
                <a:latin typeface="Times New Roman" panose="02020603050405020304" pitchFamily="18" charset="0"/>
                <a:cs typeface="Times New Roman" panose="02020603050405020304" pitchFamily="18" charset="0"/>
              </a:rPr>
              <a:t>R</a:t>
            </a:r>
            <a:r>
              <a:rPr lang="en-US" altLang="en-US" i="1" baseline="-25000" dirty="0">
                <a:solidFill>
                  <a:srgbClr val="000000"/>
                </a:solidFill>
                <a:latin typeface="Times New Roman" panose="02020603050405020304" pitchFamily="18" charset="0"/>
                <a:cs typeface="Times New Roman" panose="02020603050405020304" pitchFamily="18" charset="0"/>
              </a:rPr>
              <a:t>j</a:t>
            </a:r>
            <a:r>
              <a:rPr lang="en-US" altLang="en-US" dirty="0">
                <a:latin typeface="Times New Roman" panose="02020603050405020304" pitchFamily="18" charset="0"/>
                <a:cs typeface="Times New Roman" panose="02020603050405020304" pitchFamily="18" charset="0"/>
              </a:rPr>
              <a:t> must have released any resources </a:t>
            </a:r>
            <a:r>
              <a:rPr lang="en-US" altLang="en-US" i="1" dirty="0">
                <a:solidFill>
                  <a:srgbClr val="000000"/>
                </a:solidFill>
                <a:latin typeface="Times New Roman" panose="02020603050405020304" pitchFamily="18" charset="0"/>
                <a:cs typeface="Times New Roman" panose="02020603050405020304" pitchFamily="18" charset="0"/>
              </a:rPr>
              <a:t>R</a:t>
            </a:r>
            <a:r>
              <a:rPr lang="en-US" altLang="en-US" i="1" baseline="-25000" dirty="0">
                <a:solidFill>
                  <a:srgbClr val="000000"/>
                </a:solidFill>
                <a:latin typeface="Times New Roman" panose="02020603050405020304" pitchFamily="18" charset="0"/>
                <a:cs typeface="Times New Roman" panose="02020603050405020304" pitchFamily="18" charset="0"/>
              </a:rPr>
              <a:t>i</a:t>
            </a:r>
            <a:r>
              <a:rPr lang="en-US" altLang="en-US" i="1" dirty="0">
                <a:solidFill>
                  <a:srgbClr val="000000"/>
                </a:solidFill>
                <a:latin typeface="Times New Roman" panose="02020603050405020304" pitchFamily="18" charset="0"/>
                <a:cs typeface="Times New Roman" panose="02020603050405020304" pitchFamily="18" charset="0"/>
              </a:rPr>
              <a:t> </a:t>
            </a:r>
            <a:r>
              <a:rPr lang="en-US" altLang="en-US" dirty="0">
                <a:solidFill>
                  <a:srgbClr val="000000"/>
                </a:solidFill>
                <a:latin typeface="Times New Roman" panose="02020603050405020304" pitchFamily="18" charset="0"/>
                <a:cs typeface="Times New Roman" panose="02020603050405020304" pitchFamily="18" charset="0"/>
              </a:rPr>
              <a:t>such that F(</a:t>
            </a:r>
            <a:r>
              <a:rPr lang="en-US" altLang="en-US" i="1" dirty="0">
                <a:solidFill>
                  <a:srgbClr val="000000"/>
                </a:solidFill>
                <a:latin typeface="Times New Roman" panose="02020603050405020304" pitchFamily="18" charset="0"/>
                <a:cs typeface="Times New Roman" panose="02020603050405020304" pitchFamily="18" charset="0"/>
              </a:rPr>
              <a:t>R</a:t>
            </a:r>
            <a:r>
              <a:rPr lang="en-US" altLang="en-US" i="1" baseline="-25000" dirty="0">
                <a:solidFill>
                  <a:srgbClr val="000000"/>
                </a:solidFill>
                <a:latin typeface="Times New Roman" panose="02020603050405020304" pitchFamily="18" charset="0"/>
                <a:cs typeface="Times New Roman" panose="02020603050405020304" pitchFamily="18" charset="0"/>
              </a:rPr>
              <a:t>i</a:t>
            </a:r>
            <a:r>
              <a:rPr lang="en-US" altLang="en-US" dirty="0">
                <a:solidFill>
                  <a:srgbClr val="000000"/>
                </a:solidFill>
                <a:latin typeface="Times New Roman" panose="02020603050405020304" pitchFamily="18" charset="0"/>
                <a:cs typeface="Times New Roman" panose="02020603050405020304" pitchFamily="18" charset="0"/>
              </a:rPr>
              <a:t>) &gt; F(</a:t>
            </a:r>
            <a:r>
              <a:rPr lang="en-US" altLang="en-US" i="1" dirty="0">
                <a:solidFill>
                  <a:srgbClr val="000000"/>
                </a:solidFill>
                <a:latin typeface="Times New Roman" panose="02020603050405020304" pitchFamily="18" charset="0"/>
                <a:cs typeface="Times New Roman" panose="02020603050405020304" pitchFamily="18" charset="0"/>
              </a:rPr>
              <a:t>R</a:t>
            </a:r>
            <a:r>
              <a:rPr lang="en-US" altLang="en-US" i="1" baseline="-25000" dirty="0">
                <a:solidFill>
                  <a:srgbClr val="000000"/>
                </a:solidFill>
                <a:latin typeface="Times New Roman" panose="02020603050405020304" pitchFamily="18" charset="0"/>
                <a:cs typeface="Times New Roman" panose="02020603050405020304" pitchFamily="18" charset="0"/>
              </a:rPr>
              <a:t>j</a:t>
            </a:r>
            <a:r>
              <a:rPr lang="en-US" altLang="en-US" dirty="0">
                <a:solidFill>
                  <a:srgbClr val="000000"/>
                </a:solidFill>
                <a:latin typeface="Times New Roman" panose="02020603050405020304" pitchFamily="18" charset="0"/>
                <a:cs typeface="Times New Roman" panose="02020603050405020304" pitchFamily="18" charset="0"/>
              </a:rPr>
              <a:t>)</a:t>
            </a:r>
            <a:endParaRPr lang="en-US" altLang="en-US" dirty="0">
              <a:solidFill>
                <a:srgbClr val="000000"/>
              </a:solidFill>
              <a:latin typeface="Times New Roman" panose="02020603050405020304" pitchFamily="18" charset="0"/>
              <a:cs typeface="Times New Roman" panose="02020603050405020304" pitchFamily="18" charset="0"/>
            </a:endParaRPr>
          </a:p>
          <a:p>
            <a:pPr lvl="1">
              <a:buFont typeface="Wingdings" panose="05000000000000000000" pitchFamily="2" charset="2"/>
              <a:buChar char="Ø"/>
            </a:pPr>
            <a:endParaRPr lang="en-US" altLang="en-US" dirty="0">
              <a:latin typeface="Times New Roman" panose="02020603050405020304" pitchFamily="18" charset="0"/>
              <a:cs typeface="Times New Roman" panose="02020603050405020304" pitchFamily="18" charset="0"/>
            </a:endParaRPr>
          </a:p>
          <a:p>
            <a:pPr lvl="1">
              <a:buFont typeface="Monotype Sorts" pitchFamily="-84" charset="2"/>
              <a:buChar char="l"/>
            </a:pPr>
            <a:endParaRPr lang="en-US" altLang="en-US" dirty="0">
              <a:latin typeface="Times New Roman" panose="02020603050405020304" pitchFamily="18" charset="0"/>
              <a:ea typeface="Times New Roman" panose="02020603050405020304" pitchFamily="18" charset="0"/>
            </a:endParaRPr>
          </a:p>
        </p:txBody>
      </p:sp>
      <p:sp>
        <p:nvSpPr>
          <p:cNvPr id="50180" name="TextBox 1"/>
          <p:cNvSpPr txBox="1"/>
          <p:nvPr/>
        </p:nvSpPr>
        <p:spPr>
          <a:xfrm>
            <a:off x="1460500" y="5457825"/>
            <a:ext cx="6413500" cy="646113"/>
          </a:xfrm>
          <a:prstGeom prst="rect">
            <a:avLst/>
          </a:prstGeom>
          <a:noFill/>
          <a:ln w="9525">
            <a:noFill/>
          </a:ln>
        </p:spPr>
        <p:txBody>
          <a:bodyPr>
            <a:spAutoFit/>
          </a:bodyPr>
          <a:lstStyle>
            <a:lvl1pPr marL="342900" indent="-342900" algn="l" rtl="0" eaLnBrk="0" fontAlgn="base" hangingPunct="0">
              <a:spcBef>
                <a:spcPct val="35000"/>
              </a:spcBef>
              <a:spcAft>
                <a:spcPct val="0"/>
              </a:spcAft>
              <a:buClr>
                <a:srgbClr val="993300"/>
              </a:buClr>
              <a:buSzPct val="90000"/>
              <a:buFont typeface="Monotype Sorts" pitchFamily="-84" charset="2"/>
              <a:buChar char="n"/>
              <a:defRPr kumimoji="1">
                <a:solidFill>
                  <a:schemeClr val="tx1"/>
                </a:solidFill>
                <a:latin typeface="+mn-lt"/>
                <a:ea typeface="MS PGothic" panose="020B0600070205080204" pitchFamily="34" charset="-128"/>
                <a:cs typeface="MS PGothic" panose="020B0600070205080204" pitchFamily="34" charset="-128"/>
              </a:defRPr>
            </a:lvl1pPr>
            <a:lvl2pPr marL="742950" indent="-285750" algn="l" rtl="0" eaLnBrk="0" fontAlgn="base" hangingPunct="0">
              <a:spcBef>
                <a:spcPct val="35000"/>
              </a:spcBef>
              <a:spcAft>
                <a:spcPct val="0"/>
              </a:spcAft>
              <a:buClr>
                <a:srgbClr val="CC6600"/>
              </a:buClr>
              <a:buSzPct val="80000"/>
              <a:buFont typeface="Monotype Sorts" pitchFamily="-84" charset="2"/>
              <a:buChar char="l"/>
              <a:defRPr kumimoji="1">
                <a:solidFill>
                  <a:schemeClr val="tx1"/>
                </a:solidFill>
                <a:latin typeface="+mn-lt"/>
                <a:ea typeface="MS PGothic" panose="020B0600070205080204" pitchFamily="34" charset="-128"/>
              </a:defRPr>
            </a:lvl2pPr>
            <a:lvl3pPr marL="1085850"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a:solidFill>
                  <a:schemeClr val="tx1"/>
                </a:solidFill>
                <a:latin typeface="+mn-lt"/>
                <a:ea typeface="MS PGothic" panose="020B0600070205080204" pitchFamily="34" charset="-128"/>
              </a:defRPr>
            </a:lvl3pPr>
            <a:lvl4pPr marL="1428750" indent="-228600" algn="l" rtl="0" eaLnBrk="0" fontAlgn="base" hangingPunct="0">
              <a:spcBef>
                <a:spcPct val="35000"/>
              </a:spcBef>
              <a:spcAft>
                <a:spcPct val="0"/>
              </a:spcAft>
              <a:buClr>
                <a:schemeClr val="hlink"/>
              </a:buClr>
              <a:buSzPct val="75000"/>
              <a:buChar char="–"/>
              <a:defRPr kumimoji="1">
                <a:solidFill>
                  <a:schemeClr val="tx1"/>
                </a:solidFill>
                <a:latin typeface="+mn-lt"/>
                <a:ea typeface="MS PGothic" panose="020B0600070205080204" pitchFamily="34" charset="-128"/>
              </a:defRPr>
            </a:lvl4pPr>
            <a:lvl5pPr marL="17716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anose="020B0600070205080204" pitchFamily="34" charset="-128"/>
              </a:defRPr>
            </a:lvl5pPr>
          </a:lstStyle>
          <a:p>
            <a:pPr marL="0" lvl="0" indent="0">
              <a:spcBef>
                <a:spcPct val="0"/>
              </a:spcBef>
              <a:buClrTx/>
              <a:buSzTx/>
              <a:buFontTx/>
              <a:buNone/>
            </a:pPr>
            <a:r>
              <a:rPr lang="en-US" altLang="zh-CN" dirty="0">
                <a:solidFill>
                  <a:srgbClr val="FF0000"/>
                </a:solidFill>
                <a:latin typeface="Verdana" panose="020B0604030504040204" pitchFamily="34" charset="0"/>
              </a:rPr>
              <a:t>If these two protocols are used, then the circular-wait condition cannot hold</a:t>
            </a:r>
            <a:endParaRPr lang="en-US" altLang="zh-CN" dirty="0">
              <a:solidFill>
                <a:srgbClr val="FF0000"/>
              </a:solidFill>
              <a:latin typeface="Verdana" panose="020B0604030504040204" pitchFamily="34" charset="0"/>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2226" name="Rectangle 1026"/>
          <p:cNvSpPr>
            <a:spLocks noGrp="1"/>
          </p:cNvSpPr>
          <p:nvPr>
            <p:ph type="title" idx="4294967295"/>
          </p:nvPr>
        </p:nvSpPr>
        <p:spPr>
          <a:xfrm>
            <a:off x="1003300" y="166688"/>
            <a:ext cx="7683500" cy="576262"/>
          </a:xfrm>
        </p:spPr>
        <p:txBody>
          <a:bodyPr vert="horz" wrap="square" lIns="91440" tIns="45720" rIns="91440" bIns="45720" anchor="b" anchorCtr="0"/>
          <a:p>
            <a:pPr eaLnBrk="1" hangingPunct="1"/>
            <a:r>
              <a:rPr lang="en-US" altLang="en-US" dirty="0"/>
              <a:t>Deadlock Example</a:t>
            </a:r>
            <a:endParaRPr lang="en-US" altLang="en-US" dirty="0"/>
          </a:p>
        </p:txBody>
      </p:sp>
      <p:pic>
        <p:nvPicPr>
          <p:cNvPr id="52227" name="Picture 2"/>
          <p:cNvPicPr>
            <a:picLocks noChangeAspect="1"/>
          </p:cNvPicPr>
          <p:nvPr/>
        </p:nvPicPr>
        <p:blipFill>
          <a:blip r:embed="rId1"/>
          <a:stretch>
            <a:fillRect/>
          </a:stretch>
        </p:blipFill>
        <p:spPr>
          <a:xfrm>
            <a:off x="771525" y="1074738"/>
            <a:ext cx="3800475" cy="5219700"/>
          </a:xfrm>
          <a:prstGeom prst="rect">
            <a:avLst/>
          </a:prstGeom>
          <a:noFill/>
          <a:ln w="9525">
            <a:noFill/>
          </a:ln>
        </p:spPr>
      </p:pic>
      <p:sp>
        <p:nvSpPr>
          <p:cNvPr id="52228" name="Rectangle 3"/>
          <p:cNvSpPr/>
          <p:nvPr/>
        </p:nvSpPr>
        <p:spPr>
          <a:xfrm>
            <a:off x="5137150" y="2687638"/>
            <a:ext cx="3724275" cy="2032000"/>
          </a:xfrm>
          <a:prstGeom prst="rect">
            <a:avLst/>
          </a:prstGeom>
          <a:noFill/>
          <a:ln w="9525">
            <a:noFill/>
          </a:ln>
        </p:spPr>
        <p:txBody>
          <a:bodyPr>
            <a:spAutoFit/>
          </a:bodyPr>
          <a:lstStyle>
            <a:lvl1pPr marL="342900" indent="-342900" algn="l" rtl="0" eaLnBrk="0" fontAlgn="base" hangingPunct="0">
              <a:spcBef>
                <a:spcPct val="35000"/>
              </a:spcBef>
              <a:spcAft>
                <a:spcPct val="0"/>
              </a:spcAft>
              <a:buClr>
                <a:srgbClr val="993300"/>
              </a:buClr>
              <a:buSzPct val="90000"/>
              <a:buFont typeface="Monotype Sorts" pitchFamily="-84" charset="2"/>
              <a:buChar char="n"/>
              <a:defRPr kumimoji="1">
                <a:solidFill>
                  <a:schemeClr val="tx1"/>
                </a:solidFill>
                <a:latin typeface="+mn-lt"/>
                <a:ea typeface="MS PGothic" panose="020B0600070205080204" pitchFamily="34" charset="-128"/>
                <a:cs typeface="MS PGothic" panose="020B0600070205080204" pitchFamily="34" charset="-128"/>
              </a:defRPr>
            </a:lvl1pPr>
            <a:lvl2pPr marL="742950" indent="-285750" algn="l" rtl="0" eaLnBrk="0" fontAlgn="base" hangingPunct="0">
              <a:spcBef>
                <a:spcPct val="35000"/>
              </a:spcBef>
              <a:spcAft>
                <a:spcPct val="0"/>
              </a:spcAft>
              <a:buClr>
                <a:srgbClr val="CC6600"/>
              </a:buClr>
              <a:buSzPct val="80000"/>
              <a:buFont typeface="Monotype Sorts" pitchFamily="-84" charset="2"/>
              <a:buChar char="l"/>
              <a:defRPr kumimoji="1">
                <a:solidFill>
                  <a:schemeClr val="tx1"/>
                </a:solidFill>
                <a:latin typeface="+mn-lt"/>
                <a:ea typeface="MS PGothic" panose="020B0600070205080204" pitchFamily="34" charset="-128"/>
              </a:defRPr>
            </a:lvl2pPr>
            <a:lvl3pPr marL="1085850"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a:solidFill>
                  <a:schemeClr val="tx1"/>
                </a:solidFill>
                <a:latin typeface="+mn-lt"/>
                <a:ea typeface="MS PGothic" panose="020B0600070205080204" pitchFamily="34" charset="-128"/>
              </a:defRPr>
            </a:lvl3pPr>
            <a:lvl4pPr marL="1428750" indent="-228600" algn="l" rtl="0" eaLnBrk="0" fontAlgn="base" hangingPunct="0">
              <a:spcBef>
                <a:spcPct val="35000"/>
              </a:spcBef>
              <a:spcAft>
                <a:spcPct val="0"/>
              </a:spcAft>
              <a:buClr>
                <a:schemeClr val="hlink"/>
              </a:buClr>
              <a:buSzPct val="75000"/>
              <a:buChar char="–"/>
              <a:defRPr kumimoji="1">
                <a:solidFill>
                  <a:schemeClr val="tx1"/>
                </a:solidFill>
                <a:latin typeface="+mn-lt"/>
                <a:ea typeface="MS PGothic" panose="020B0600070205080204" pitchFamily="34" charset="-128"/>
              </a:defRPr>
            </a:lvl4pPr>
            <a:lvl5pPr marL="17716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anose="020B0600070205080204" pitchFamily="34" charset="-128"/>
              </a:defRPr>
            </a:lvl5pPr>
          </a:lstStyle>
          <a:p>
            <a:pPr marL="0" lvl="0" indent="0">
              <a:spcBef>
                <a:spcPct val="0"/>
              </a:spcBef>
              <a:buClrTx/>
              <a:buSzTx/>
              <a:buFontTx/>
              <a:buNone/>
            </a:pPr>
            <a:r>
              <a:rPr lang="en-US" altLang="zh-CN" dirty="0">
                <a:solidFill>
                  <a:srgbClr val="FF0000"/>
                </a:solidFill>
                <a:latin typeface="Verdana" panose="020B0604030504040204" pitchFamily="34" charset="0"/>
              </a:rPr>
              <a:t>If the lock ordering was:</a:t>
            </a:r>
            <a:endParaRPr lang="en-US" altLang="zh-CN" dirty="0">
              <a:solidFill>
                <a:srgbClr val="FF0000"/>
              </a:solidFill>
              <a:latin typeface="Verdana" panose="020B0604030504040204" pitchFamily="34" charset="0"/>
            </a:endParaRPr>
          </a:p>
          <a:p>
            <a:pPr marL="0" lvl="0" indent="0">
              <a:spcBef>
                <a:spcPct val="0"/>
              </a:spcBef>
              <a:buClrTx/>
              <a:buSzTx/>
              <a:buFontTx/>
              <a:buNone/>
            </a:pPr>
            <a:endParaRPr lang="en-US" altLang="zh-CN" dirty="0">
              <a:solidFill>
                <a:srgbClr val="FF0000"/>
              </a:solidFill>
              <a:latin typeface="Verdana" panose="020B0604030504040204" pitchFamily="34" charset="0"/>
            </a:endParaRPr>
          </a:p>
          <a:p>
            <a:pPr marL="0" lvl="0" indent="0">
              <a:spcBef>
                <a:spcPct val="0"/>
              </a:spcBef>
              <a:buClrTx/>
              <a:buSzTx/>
              <a:buFontTx/>
              <a:buNone/>
            </a:pPr>
            <a:r>
              <a:rPr lang="en-US" altLang="zh-CN" dirty="0">
                <a:solidFill>
                  <a:srgbClr val="FF0000"/>
                </a:solidFill>
                <a:latin typeface="Verdana" panose="020B0604030504040204" pitchFamily="34" charset="0"/>
              </a:rPr>
              <a:t>F(first_mutex) = 1</a:t>
            </a:r>
            <a:endParaRPr lang="en-US" altLang="zh-CN" dirty="0">
              <a:solidFill>
                <a:srgbClr val="FF0000"/>
              </a:solidFill>
              <a:latin typeface="Verdana" panose="020B0604030504040204" pitchFamily="34" charset="0"/>
            </a:endParaRPr>
          </a:p>
          <a:p>
            <a:pPr marL="0" lvl="0" indent="0">
              <a:spcBef>
                <a:spcPct val="0"/>
              </a:spcBef>
              <a:buClrTx/>
              <a:buSzTx/>
              <a:buFontTx/>
              <a:buNone/>
            </a:pPr>
            <a:r>
              <a:rPr lang="en-US" altLang="zh-CN" dirty="0">
                <a:solidFill>
                  <a:srgbClr val="FF0000"/>
                </a:solidFill>
                <a:latin typeface="Verdana" panose="020B0604030504040204" pitchFamily="34" charset="0"/>
              </a:rPr>
              <a:t>F(second_mutex) = 5</a:t>
            </a:r>
            <a:endParaRPr lang="en-US" altLang="zh-CN" dirty="0">
              <a:solidFill>
                <a:srgbClr val="FF0000"/>
              </a:solidFill>
              <a:latin typeface="Verdana" panose="020B0604030504040204" pitchFamily="34" charset="0"/>
            </a:endParaRPr>
          </a:p>
          <a:p>
            <a:pPr marL="0" lvl="0" indent="0">
              <a:spcBef>
                <a:spcPct val="0"/>
              </a:spcBef>
              <a:buClrTx/>
              <a:buSzTx/>
              <a:buFontTx/>
              <a:buNone/>
            </a:pPr>
            <a:endParaRPr lang="en-US" altLang="zh-CN" dirty="0">
              <a:solidFill>
                <a:srgbClr val="FF0000"/>
              </a:solidFill>
              <a:latin typeface="Verdana" panose="020B0604030504040204" pitchFamily="34" charset="0"/>
            </a:endParaRPr>
          </a:p>
          <a:p>
            <a:pPr marL="0" lvl="0" indent="0">
              <a:spcBef>
                <a:spcPct val="0"/>
              </a:spcBef>
              <a:buClrTx/>
              <a:buSzTx/>
              <a:buFontTx/>
              <a:buNone/>
            </a:pPr>
            <a:r>
              <a:rPr lang="en-US" altLang="zh-CN" dirty="0">
                <a:solidFill>
                  <a:srgbClr val="FF0000"/>
                </a:solidFill>
                <a:latin typeface="Verdana" panose="020B0604030504040204" pitchFamily="34" charset="0"/>
              </a:rPr>
              <a:t>The thread_two could not request the locks out of order</a:t>
            </a:r>
            <a:endParaRPr lang="en-US" altLang="zh-CN" dirty="0">
              <a:solidFill>
                <a:srgbClr val="FF0000"/>
              </a:solidFill>
              <a:latin typeface="Verdana" panose="020B0604030504040204" pitchFamily="34" charset="0"/>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4274" name="Rectangle 2"/>
          <p:cNvSpPr>
            <a:spLocks noGrp="1"/>
          </p:cNvSpPr>
          <p:nvPr>
            <p:ph type="title" idx="4294967295"/>
          </p:nvPr>
        </p:nvSpPr>
        <p:spPr>
          <a:xfrm>
            <a:off x="923925" y="198438"/>
            <a:ext cx="7762875" cy="576262"/>
          </a:xfrm>
        </p:spPr>
        <p:txBody>
          <a:bodyPr vert="horz" wrap="square" lIns="91440" tIns="45720" rIns="91440" bIns="45720" anchor="b" anchorCtr="0"/>
          <a:p>
            <a:pPr eaLnBrk="1" hangingPunct="1"/>
            <a:r>
              <a:rPr lang="en-US" altLang="en-US" dirty="0"/>
              <a:t>Deadlock Avoidance</a:t>
            </a:r>
            <a:endParaRPr lang="en-US" altLang="en-US" dirty="0"/>
          </a:p>
        </p:txBody>
      </p:sp>
      <p:sp>
        <p:nvSpPr>
          <p:cNvPr id="56323" name="Rectangle 3"/>
          <p:cNvSpPr>
            <a:spLocks noGrp="1" noChangeArrowheads="1"/>
          </p:cNvSpPr>
          <p:nvPr>
            <p:ph type="body" idx="1"/>
          </p:nvPr>
        </p:nvSpPr>
        <p:spPr bwMode="auto">
          <a:xfrm>
            <a:off x="923924" y="2180273"/>
            <a:ext cx="7542213" cy="3783012"/>
          </a:xfrm>
          <a:effectLst/>
          <a:scene3d>
            <a:camera prst="orthographicFront"/>
            <a:lightRig rig="balanced" dir="t"/>
          </a:scene3d>
          <a:sp3d prstMaterial="plastic"/>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35000"/>
              </a:spcBef>
              <a:spcAft>
                <a:spcPct val="0"/>
              </a:spcAft>
              <a:buClr>
                <a:srgbClr val="993300"/>
              </a:buClr>
              <a:buSzPct val="90000"/>
              <a:buFont typeface="Wingdings" panose="05000000000000000000" pitchFamily="2" charset="2"/>
              <a:buChar char="q"/>
              <a:defRPr/>
            </a:pPr>
            <a:r>
              <a:rPr kumimoji="1" lang="en-US" altLang="en-US" sz="1800" b="0" i="0" u="none" strike="noStrike" kern="0" cap="none" spc="0" normalizeH="0" baseline="0" noProof="0" dirty="0">
                <a:ln>
                  <a:noFill/>
                </a:ln>
                <a:solidFill>
                  <a:schemeClr val="tx1"/>
                </a:solidFill>
                <a:effectLst/>
                <a:uLnTx/>
                <a:uFillTx/>
                <a:latin typeface="+mn-lt"/>
                <a:ea typeface="MS PGothic" panose="020B0600070205080204" pitchFamily="34" charset="-128"/>
                <a:cs typeface="MS PGothic" panose="020B0600070205080204" pitchFamily="34" charset="-128"/>
              </a:rPr>
              <a:t>Simplest and most useful model requires that each process declare the </a:t>
            </a:r>
            <a:r>
              <a:rPr kumimoji="1" lang="en-US" altLang="en-US" sz="1800" b="1" i="1" u="none" strike="noStrike" kern="0" cap="none" spc="0" normalizeH="0" baseline="0" noProof="0" dirty="0">
                <a:ln>
                  <a:noFill/>
                </a:ln>
                <a:solidFill>
                  <a:srgbClr val="FF0000"/>
                </a:solidFill>
                <a:effectLst/>
                <a:uLnTx/>
                <a:uFillTx/>
                <a:latin typeface="+mn-lt"/>
                <a:ea typeface="MS PGothic" panose="020B0600070205080204" pitchFamily="34" charset="-128"/>
                <a:cs typeface="MS PGothic" panose="020B0600070205080204" pitchFamily="34" charset="-128"/>
              </a:rPr>
              <a:t>maximum number</a:t>
            </a:r>
            <a:r>
              <a:rPr kumimoji="1" lang="en-US" altLang="en-US" sz="1800" b="1" i="0" u="none" strike="noStrike" kern="0" cap="none" spc="0" normalizeH="0" baseline="0" noProof="0" dirty="0">
                <a:ln>
                  <a:noFill/>
                </a:ln>
                <a:solidFill>
                  <a:srgbClr val="FF0000"/>
                </a:solidFill>
                <a:effectLst/>
                <a:uLnTx/>
                <a:uFillTx/>
                <a:latin typeface="+mn-lt"/>
                <a:ea typeface="MS PGothic" panose="020B0600070205080204" pitchFamily="34" charset="-128"/>
                <a:cs typeface="MS PGothic" panose="020B0600070205080204" pitchFamily="34" charset="-128"/>
              </a:rPr>
              <a:t> </a:t>
            </a:r>
            <a:r>
              <a:rPr kumimoji="1" lang="en-US" altLang="en-US" sz="1800" b="0" i="0" u="none" strike="noStrike" kern="0" cap="none" spc="0" normalizeH="0" baseline="0" noProof="0" dirty="0">
                <a:ln>
                  <a:noFill/>
                </a:ln>
                <a:solidFill>
                  <a:schemeClr val="tx1"/>
                </a:solidFill>
                <a:effectLst/>
                <a:uLnTx/>
                <a:uFillTx/>
                <a:latin typeface="+mn-lt"/>
                <a:ea typeface="MS PGothic" panose="020B0600070205080204" pitchFamily="34" charset="-128"/>
                <a:cs typeface="MS PGothic" panose="020B0600070205080204" pitchFamily="34" charset="-128"/>
              </a:rPr>
              <a:t>of resources of each type that </a:t>
            </a:r>
            <a:r>
              <a:rPr kumimoji="1" lang="en-US" altLang="en-US" sz="1800" b="0" i="0" u="none" strike="noStrike" kern="0" cap="none" spc="0" normalizeH="0" baseline="0" noProof="0" dirty="0">
                <a:ln>
                  <a:noFill/>
                </a:ln>
                <a:solidFill>
                  <a:srgbClr val="FF0000"/>
                </a:solidFill>
                <a:effectLst/>
                <a:uLnTx/>
                <a:uFillTx/>
                <a:latin typeface="+mn-lt"/>
                <a:ea typeface="MS PGothic" panose="020B0600070205080204" pitchFamily="34" charset="-128"/>
                <a:cs typeface="MS PGothic" panose="020B0600070205080204" pitchFamily="34" charset="-128"/>
              </a:rPr>
              <a:t>it </a:t>
            </a:r>
            <a:r>
              <a:rPr kumimoji="1" lang="en-US" altLang="en-US" sz="1800" b="1" i="0" u="none" strike="noStrike" kern="0" cap="none" spc="0" normalizeH="0" baseline="0" noProof="0" dirty="0">
                <a:ln>
                  <a:noFill/>
                </a:ln>
                <a:solidFill>
                  <a:srgbClr val="FF0000"/>
                </a:solidFill>
                <a:effectLst/>
                <a:uLnTx/>
                <a:uFillTx/>
                <a:latin typeface="+mn-lt"/>
                <a:ea typeface="MS PGothic" panose="020B0600070205080204" pitchFamily="34" charset="-128"/>
                <a:cs typeface="MS PGothic" panose="020B0600070205080204" pitchFamily="34" charset="-128"/>
              </a:rPr>
              <a:t>may</a:t>
            </a:r>
            <a:r>
              <a:rPr kumimoji="1" lang="en-US" altLang="en-US" sz="1800" b="0" i="0" u="none" strike="noStrike" kern="0" cap="none" spc="0" normalizeH="0" baseline="0" noProof="0" dirty="0">
                <a:ln>
                  <a:noFill/>
                </a:ln>
                <a:solidFill>
                  <a:srgbClr val="FF0000"/>
                </a:solidFill>
                <a:effectLst/>
                <a:uLnTx/>
                <a:uFillTx/>
                <a:latin typeface="+mn-lt"/>
                <a:ea typeface="MS PGothic" panose="020B0600070205080204" pitchFamily="34" charset="-128"/>
                <a:cs typeface="MS PGothic" panose="020B0600070205080204" pitchFamily="34" charset="-128"/>
              </a:rPr>
              <a:t> need</a:t>
            </a:r>
            <a:endParaRPr kumimoji="1" lang="en-US" altLang="en-US" sz="1800" b="0" i="0" u="none" strike="noStrike" kern="0" cap="none" spc="0" normalizeH="0" baseline="0" noProof="0" dirty="0">
              <a:ln>
                <a:noFill/>
              </a:ln>
              <a:solidFill>
                <a:srgbClr val="FF0000"/>
              </a:solidFill>
              <a:effectLst/>
              <a:uLnTx/>
              <a:uFillTx/>
              <a:latin typeface="+mn-lt"/>
              <a:ea typeface="MS PGothic" panose="020B0600070205080204" pitchFamily="34" charset="-128"/>
              <a:cs typeface="MS PGothic" panose="020B0600070205080204" pitchFamily="34" charset="-128"/>
            </a:endParaRPr>
          </a:p>
          <a:p>
            <a:pPr marL="342900" marR="0" lvl="0" indent="-342900" algn="l" defTabSz="914400" rtl="0" eaLnBrk="0" fontAlgn="base" latinLnBrk="0" hangingPunct="0">
              <a:lnSpc>
                <a:spcPct val="100000"/>
              </a:lnSpc>
              <a:spcBef>
                <a:spcPct val="35000"/>
              </a:spcBef>
              <a:spcAft>
                <a:spcPct val="0"/>
              </a:spcAft>
              <a:buClr>
                <a:srgbClr val="993300"/>
              </a:buClr>
              <a:buSzPct val="90000"/>
              <a:buFont typeface="Wingdings" panose="05000000000000000000" pitchFamily="2" charset="2"/>
              <a:buChar char="q"/>
              <a:defRPr/>
            </a:pPr>
            <a:endParaRPr kumimoji="1" lang="en-US" altLang="en-US" sz="1800" b="0" i="0" u="none" strike="noStrike" kern="0" cap="none" spc="0" normalizeH="0" baseline="0" noProof="0" dirty="0">
              <a:ln>
                <a:noFill/>
              </a:ln>
              <a:solidFill>
                <a:schemeClr val="tx1"/>
              </a:solidFill>
              <a:effectLst/>
              <a:uLnTx/>
              <a:uFillTx/>
              <a:latin typeface="+mn-lt"/>
              <a:ea typeface="MS PGothic" panose="020B0600070205080204" pitchFamily="34" charset="-128"/>
              <a:cs typeface="MS PGothic" panose="020B0600070205080204" pitchFamily="34" charset="-128"/>
            </a:endParaRPr>
          </a:p>
          <a:p>
            <a:pPr marL="342900" marR="0" lvl="0" indent="-342900" algn="l" defTabSz="914400" rtl="0" eaLnBrk="0" fontAlgn="base" latinLnBrk="0" hangingPunct="0">
              <a:lnSpc>
                <a:spcPct val="100000"/>
              </a:lnSpc>
              <a:spcBef>
                <a:spcPct val="35000"/>
              </a:spcBef>
              <a:spcAft>
                <a:spcPct val="0"/>
              </a:spcAft>
              <a:buClr>
                <a:srgbClr val="993300"/>
              </a:buClr>
              <a:buSzPct val="90000"/>
              <a:buFont typeface="Wingdings" panose="05000000000000000000" pitchFamily="2" charset="2"/>
              <a:buChar char="q"/>
              <a:defRPr/>
            </a:pPr>
            <a:r>
              <a:rPr kumimoji="1" lang="en-US" altLang="en-US" sz="1800" b="0" i="0" u="none" strike="noStrike" kern="0" cap="none" spc="0" normalizeH="0" baseline="0" noProof="0" dirty="0">
                <a:ln>
                  <a:noFill/>
                </a:ln>
                <a:solidFill>
                  <a:schemeClr val="tx1"/>
                </a:solidFill>
                <a:effectLst/>
                <a:uLnTx/>
                <a:uFillTx/>
                <a:latin typeface="+mn-lt"/>
                <a:ea typeface="MS PGothic" panose="020B0600070205080204" pitchFamily="34" charset="-128"/>
                <a:cs typeface="MS PGothic" panose="020B0600070205080204" pitchFamily="34" charset="-128"/>
              </a:rPr>
              <a:t>The deadlock-avoidance algorithm </a:t>
            </a:r>
            <a:r>
              <a:rPr kumimoji="1" lang="en-US" altLang="en-US" sz="1800" b="0" i="0" u="none" strike="noStrike" kern="0" cap="none" spc="0" normalizeH="0" baseline="0" noProof="0" dirty="0">
                <a:ln>
                  <a:noFill/>
                </a:ln>
                <a:solidFill>
                  <a:srgbClr val="FF0000"/>
                </a:solidFill>
                <a:effectLst/>
                <a:uLnTx/>
                <a:uFillTx/>
                <a:latin typeface="+mn-lt"/>
                <a:ea typeface="MS PGothic" panose="020B0600070205080204" pitchFamily="34" charset="-128"/>
                <a:cs typeface="MS PGothic" panose="020B0600070205080204" pitchFamily="34" charset="-128"/>
              </a:rPr>
              <a:t>dynamically examines the resource-allocation state</a:t>
            </a:r>
            <a:r>
              <a:rPr kumimoji="1" lang="en-US" altLang="en-US" sz="1800" b="0" i="0" u="none" strike="noStrike" kern="0" cap="none" spc="0" normalizeH="0" baseline="0" noProof="0" dirty="0">
                <a:ln>
                  <a:noFill/>
                </a:ln>
                <a:solidFill>
                  <a:schemeClr val="tx1"/>
                </a:solidFill>
                <a:effectLst/>
                <a:uLnTx/>
                <a:uFillTx/>
                <a:latin typeface="+mn-lt"/>
                <a:ea typeface="MS PGothic" panose="020B0600070205080204" pitchFamily="34" charset="-128"/>
                <a:cs typeface="MS PGothic" panose="020B0600070205080204" pitchFamily="34" charset="-128"/>
              </a:rPr>
              <a:t> to ensure that there can </a:t>
            </a:r>
            <a:r>
              <a:rPr kumimoji="1" lang="en-US" altLang="en-US" sz="1800" b="0" i="0" u="none" strike="noStrike" kern="0" cap="none" spc="0" normalizeH="0" baseline="0" noProof="0" dirty="0">
                <a:ln>
                  <a:noFill/>
                </a:ln>
                <a:solidFill>
                  <a:srgbClr val="FF0000"/>
                </a:solidFill>
                <a:effectLst/>
                <a:highlight>
                  <a:srgbClr val="FFFF00"/>
                </a:highlight>
                <a:uLnTx/>
                <a:uFillTx/>
                <a:latin typeface="+mn-lt"/>
                <a:ea typeface="MS PGothic" panose="020B0600070205080204" pitchFamily="34" charset="-128"/>
                <a:cs typeface="MS PGothic" panose="020B0600070205080204" pitchFamily="34" charset="-128"/>
              </a:rPr>
              <a:t>never be a circular-wait condition</a:t>
            </a:r>
            <a:endParaRPr kumimoji="1" lang="en-US" altLang="en-US" sz="1800" b="0" i="0" u="none" strike="noStrike" kern="0" cap="none" spc="0" normalizeH="0" baseline="0" noProof="0" dirty="0">
              <a:ln>
                <a:noFill/>
              </a:ln>
              <a:solidFill>
                <a:srgbClr val="FF0000"/>
              </a:solidFill>
              <a:effectLst/>
              <a:highlight>
                <a:srgbClr val="FFFF00"/>
              </a:highlight>
              <a:uLnTx/>
              <a:uFillTx/>
              <a:latin typeface="+mn-lt"/>
              <a:ea typeface="MS PGothic" panose="020B0600070205080204" pitchFamily="34" charset="-128"/>
              <a:cs typeface="MS PGothic" panose="020B0600070205080204" pitchFamily="34" charset="-128"/>
            </a:endParaRPr>
          </a:p>
          <a:p>
            <a:pPr marL="342900" marR="0" lvl="0" indent="-342900" algn="l" defTabSz="914400" rtl="0" eaLnBrk="0" fontAlgn="base" latinLnBrk="0" hangingPunct="0">
              <a:lnSpc>
                <a:spcPct val="100000"/>
              </a:lnSpc>
              <a:spcBef>
                <a:spcPct val="35000"/>
              </a:spcBef>
              <a:spcAft>
                <a:spcPct val="0"/>
              </a:spcAft>
              <a:buClr>
                <a:srgbClr val="993300"/>
              </a:buClr>
              <a:buSzPct val="90000"/>
              <a:buFont typeface="Wingdings" panose="05000000000000000000" pitchFamily="2" charset="2"/>
              <a:buChar char="q"/>
              <a:defRPr/>
            </a:pPr>
            <a:endParaRPr kumimoji="1" lang="en-US" altLang="en-US" sz="1800" b="0" i="0" u="none" strike="noStrike" kern="0" cap="none" spc="0" normalizeH="0" baseline="0" noProof="0" dirty="0">
              <a:ln>
                <a:noFill/>
              </a:ln>
              <a:solidFill>
                <a:schemeClr val="tx1"/>
              </a:solidFill>
              <a:effectLst/>
              <a:uLnTx/>
              <a:uFillTx/>
              <a:latin typeface="+mn-lt"/>
              <a:ea typeface="MS PGothic" panose="020B0600070205080204" pitchFamily="34" charset="-128"/>
              <a:cs typeface="MS PGothic" panose="020B0600070205080204" pitchFamily="34" charset="-128"/>
            </a:endParaRPr>
          </a:p>
          <a:p>
            <a:pPr marL="342900" marR="0" lvl="0" indent="-342900" algn="l" defTabSz="914400" rtl="0" eaLnBrk="0" fontAlgn="base" latinLnBrk="0" hangingPunct="0">
              <a:lnSpc>
                <a:spcPct val="100000"/>
              </a:lnSpc>
              <a:spcBef>
                <a:spcPct val="35000"/>
              </a:spcBef>
              <a:spcAft>
                <a:spcPct val="0"/>
              </a:spcAft>
              <a:buClr>
                <a:srgbClr val="993300"/>
              </a:buClr>
              <a:buSzPct val="90000"/>
              <a:buFont typeface="Wingdings" panose="05000000000000000000" pitchFamily="2" charset="2"/>
              <a:buChar char="q"/>
              <a:defRPr/>
            </a:pPr>
            <a:r>
              <a:rPr kumimoji="1" lang="en-US" altLang="en-US" sz="1800" b="0" i="0" u="none" strike="noStrike" kern="0" cap="none" spc="0" normalizeH="0" baseline="0" noProof="0" dirty="0">
                <a:ln>
                  <a:noFill/>
                </a:ln>
                <a:solidFill>
                  <a:schemeClr val="tx1"/>
                </a:solidFill>
                <a:effectLst/>
                <a:uLnTx/>
                <a:uFillTx/>
                <a:latin typeface="+mn-lt"/>
                <a:ea typeface="MS PGothic" panose="020B0600070205080204" pitchFamily="34" charset="-128"/>
                <a:cs typeface="MS PGothic" panose="020B0600070205080204" pitchFamily="34" charset="-128"/>
              </a:rPr>
              <a:t>Resource-allocation </a:t>
            </a:r>
            <a:r>
              <a:rPr kumimoji="1" lang="en-US" altLang="en-US" sz="1800" b="0" i="1" u="none" strike="noStrike" kern="0" cap="none" spc="0" normalizeH="0" baseline="0" noProof="0" dirty="0">
                <a:ln>
                  <a:noFill/>
                </a:ln>
                <a:solidFill>
                  <a:schemeClr val="tx1"/>
                </a:solidFill>
                <a:effectLst/>
                <a:uLnTx/>
                <a:uFillTx/>
                <a:latin typeface="+mn-lt"/>
                <a:ea typeface="MS PGothic" panose="020B0600070205080204" pitchFamily="34" charset="-128"/>
                <a:cs typeface="MS PGothic" panose="020B0600070205080204" pitchFamily="34" charset="-128"/>
              </a:rPr>
              <a:t>state</a:t>
            </a:r>
            <a:r>
              <a:rPr kumimoji="1" lang="en-US" altLang="en-US" sz="1800" b="0" i="0" u="none" strike="noStrike" kern="0" cap="none" spc="0" normalizeH="0" baseline="0" noProof="0" dirty="0">
                <a:ln>
                  <a:noFill/>
                </a:ln>
                <a:solidFill>
                  <a:schemeClr val="tx1"/>
                </a:solidFill>
                <a:effectLst/>
                <a:uLnTx/>
                <a:uFillTx/>
                <a:latin typeface="+mn-lt"/>
                <a:ea typeface="MS PGothic" panose="020B0600070205080204" pitchFamily="34" charset="-128"/>
                <a:cs typeface="MS PGothic" panose="020B0600070205080204" pitchFamily="34" charset="-128"/>
              </a:rPr>
              <a:t> is defined by the number of </a:t>
            </a:r>
            <a:r>
              <a:rPr kumimoji="1" lang="en-US" altLang="en-US" sz="1800" b="1" i="0" u="none" strike="noStrike" kern="0" cap="none" spc="0" normalizeH="0" baseline="0" noProof="0" dirty="0">
                <a:ln>
                  <a:noFill/>
                </a:ln>
                <a:solidFill>
                  <a:srgbClr val="FF0000"/>
                </a:solidFill>
                <a:effectLst/>
                <a:uLnTx/>
                <a:uFillTx/>
                <a:latin typeface="+mn-lt"/>
                <a:ea typeface="MS PGothic" panose="020B0600070205080204" pitchFamily="34" charset="-128"/>
                <a:cs typeface="MS PGothic" panose="020B0600070205080204" pitchFamily="34" charset="-128"/>
              </a:rPr>
              <a:t>available</a:t>
            </a:r>
            <a:r>
              <a:rPr kumimoji="1" lang="en-US" altLang="en-US" sz="1800" b="0" i="0" u="none" strike="noStrike" kern="0" cap="none" spc="0" normalizeH="0" baseline="0" noProof="0" dirty="0">
                <a:ln>
                  <a:noFill/>
                </a:ln>
                <a:solidFill>
                  <a:schemeClr val="tx1"/>
                </a:solidFill>
                <a:effectLst/>
                <a:uLnTx/>
                <a:uFillTx/>
                <a:latin typeface="+mn-lt"/>
                <a:ea typeface="MS PGothic" panose="020B0600070205080204" pitchFamily="34" charset="-128"/>
                <a:cs typeface="MS PGothic" panose="020B0600070205080204" pitchFamily="34" charset="-128"/>
              </a:rPr>
              <a:t> and </a:t>
            </a:r>
            <a:r>
              <a:rPr kumimoji="1" lang="en-US" altLang="en-US" sz="1800" b="1" i="0" u="none" strike="noStrike" kern="0" cap="none" spc="0" normalizeH="0" baseline="0" noProof="0" dirty="0">
                <a:ln>
                  <a:noFill/>
                </a:ln>
                <a:solidFill>
                  <a:srgbClr val="FF0000"/>
                </a:solidFill>
                <a:effectLst/>
                <a:uLnTx/>
                <a:uFillTx/>
                <a:latin typeface="+mn-lt"/>
                <a:ea typeface="MS PGothic" panose="020B0600070205080204" pitchFamily="34" charset="-128"/>
                <a:cs typeface="MS PGothic" panose="020B0600070205080204" pitchFamily="34" charset="-128"/>
              </a:rPr>
              <a:t>allocated </a:t>
            </a:r>
            <a:r>
              <a:rPr kumimoji="1" lang="en-US" altLang="en-US" sz="1800" b="0" i="0" u="none" strike="noStrike" kern="0" cap="none" spc="0" normalizeH="0" baseline="0" noProof="0" dirty="0">
                <a:ln>
                  <a:noFill/>
                </a:ln>
                <a:solidFill>
                  <a:schemeClr val="tx1"/>
                </a:solidFill>
                <a:effectLst/>
                <a:uLnTx/>
                <a:uFillTx/>
                <a:latin typeface="+mn-lt"/>
                <a:ea typeface="MS PGothic" panose="020B0600070205080204" pitchFamily="34" charset="-128"/>
                <a:cs typeface="MS PGothic" panose="020B0600070205080204" pitchFamily="34" charset="-128"/>
              </a:rPr>
              <a:t>resources, and the </a:t>
            </a:r>
            <a:r>
              <a:rPr kumimoji="1" lang="en-US" altLang="en-US" sz="1800" b="1" i="0" u="none" strike="noStrike" kern="0" cap="none" spc="0" normalizeH="0" baseline="0" noProof="0" dirty="0">
                <a:ln>
                  <a:noFill/>
                </a:ln>
                <a:solidFill>
                  <a:srgbClr val="FF0000"/>
                </a:solidFill>
                <a:effectLst/>
                <a:uLnTx/>
                <a:uFillTx/>
                <a:latin typeface="+mn-lt"/>
                <a:ea typeface="MS PGothic" panose="020B0600070205080204" pitchFamily="34" charset="-128"/>
                <a:cs typeface="MS PGothic" panose="020B0600070205080204" pitchFamily="34" charset="-128"/>
              </a:rPr>
              <a:t>maximum demands </a:t>
            </a:r>
            <a:r>
              <a:rPr kumimoji="1" lang="en-US" altLang="en-US" sz="1800" b="0" i="0" u="none" strike="noStrike" kern="0" cap="none" spc="0" normalizeH="0" baseline="0" noProof="0" dirty="0">
                <a:ln>
                  <a:noFill/>
                </a:ln>
                <a:solidFill>
                  <a:schemeClr val="tx1"/>
                </a:solidFill>
                <a:effectLst/>
                <a:uLnTx/>
                <a:uFillTx/>
                <a:latin typeface="+mn-lt"/>
                <a:ea typeface="MS PGothic" panose="020B0600070205080204" pitchFamily="34" charset="-128"/>
                <a:cs typeface="MS PGothic" panose="020B0600070205080204" pitchFamily="34" charset="-128"/>
              </a:rPr>
              <a:t>of the processes</a:t>
            </a:r>
            <a:endParaRPr kumimoji="1" lang="en-US" altLang="en-US" sz="1800" b="0" i="0" u="none" strike="noStrike" kern="0" cap="none" spc="0" normalizeH="0" baseline="0" noProof="0" dirty="0">
              <a:ln>
                <a:noFill/>
              </a:ln>
              <a:solidFill>
                <a:schemeClr val="tx1"/>
              </a:solidFill>
              <a:effectLst/>
              <a:uLnTx/>
              <a:uFillTx/>
              <a:latin typeface="+mn-lt"/>
              <a:ea typeface="MS PGothic" panose="020B0600070205080204" pitchFamily="34" charset="-128"/>
              <a:cs typeface="MS PGothic" panose="020B0600070205080204" pitchFamily="34" charset="-128"/>
            </a:endParaRPr>
          </a:p>
        </p:txBody>
      </p:sp>
      <p:sp>
        <p:nvSpPr>
          <p:cNvPr id="56324" name="Text Box 4"/>
          <p:cNvSpPr txBox="1">
            <a:spLocks noChangeArrowheads="1"/>
          </p:cNvSpPr>
          <p:nvPr/>
        </p:nvSpPr>
        <p:spPr bwMode="auto">
          <a:xfrm>
            <a:off x="696913" y="1098550"/>
            <a:ext cx="7769225" cy="641350"/>
          </a:xfrm>
          <a:prstGeom prst="rect">
            <a:avLst/>
          </a:prstGeom>
          <a:noFill/>
          <a:ln>
            <a:noFill/>
          </a:ln>
        </p:spPr>
        <p:txBody>
          <a:bodyPr anchor="ctr">
            <a:spAutoFit/>
          </a:bodyPr>
          <a:lstStyle>
            <a:lvl1pPr>
              <a:spcBef>
                <a:spcPct val="35000"/>
              </a:spcBef>
              <a:buClr>
                <a:srgbClr val="993300"/>
              </a:buClr>
              <a:buSzPct val="90000"/>
              <a:buFont typeface="Monotype Sorts" pitchFamily="-84" charset="2"/>
              <a:buChar char="n"/>
              <a:defRPr kumimoji="1">
                <a:solidFill>
                  <a:schemeClr val="tx1"/>
                </a:solidFill>
                <a:latin typeface="Helvetica" charset="0"/>
                <a:ea typeface="MS PGothic" panose="020B0600070205080204" pitchFamily="34" charset="-128"/>
              </a:defRPr>
            </a:lvl1pPr>
            <a:lvl2pPr marL="742950" indent="-285750">
              <a:spcBef>
                <a:spcPct val="35000"/>
              </a:spcBef>
              <a:buClr>
                <a:srgbClr val="CC6600"/>
              </a:buClr>
              <a:buSzPct val="80000"/>
              <a:buFont typeface="Monotype Sorts" pitchFamily="-84" charset="2"/>
              <a:buChar char="l"/>
              <a:defRPr kumimoji="1">
                <a:solidFill>
                  <a:schemeClr val="tx1"/>
                </a:solidFill>
                <a:latin typeface="Helvetica" charset="0"/>
                <a:ea typeface="MS PGothic" panose="020B0600070205080204" pitchFamily="34" charset="-128"/>
              </a:defRPr>
            </a:lvl2pPr>
            <a:lvl3pPr marL="1143000" indent="-228600">
              <a:spcBef>
                <a:spcPct val="35000"/>
              </a:spcBef>
              <a:buClr>
                <a:srgbClr val="009900"/>
              </a:buClr>
              <a:buSzPct val="75000"/>
              <a:buFont typeface="Webdings" panose="05030102010509060703" pitchFamily="18" charset="2"/>
              <a:buChar char="4"/>
              <a:defRPr kumimoji="1">
                <a:solidFill>
                  <a:schemeClr val="tx1"/>
                </a:solidFill>
                <a:latin typeface="Helvetica" charset="0"/>
                <a:ea typeface="MS PGothic"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charset="0"/>
                <a:ea typeface="MS PGothic" panose="020B0600070205080204" pitchFamily="34" charset="-128"/>
              </a:defRPr>
            </a:lvl4pPr>
            <a:lvl5pPr marL="2057400" indent="-228600">
              <a:spcBef>
                <a:spcPct val="35000"/>
              </a:spcBef>
              <a:buClr>
                <a:srgbClr val="FF0066"/>
              </a:buClr>
              <a:buSzPct val="75000"/>
              <a:buChar char="»"/>
              <a:defRPr kumimoji="1">
                <a:solidFill>
                  <a:schemeClr val="tx1"/>
                </a:solidFill>
                <a:latin typeface="Helvetica"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charset="0"/>
                <a:ea typeface="MS PGothic" panose="020B0600070205080204" pitchFamily="34" charset="-128"/>
              </a:defRPr>
            </a:lvl9pPr>
          </a:lstStyle>
          <a:p>
            <a:pPr marL="0" marR="0" lvl="0" indent="0" algn="l" defTabSz="914400" rtl="0" eaLnBrk="0" fontAlgn="base" latinLnBrk="0" hangingPunct="0">
              <a:lnSpc>
                <a:spcPct val="100000"/>
              </a:lnSpc>
              <a:spcBef>
                <a:spcPct val="50000"/>
              </a:spcBef>
              <a:spcAft>
                <a:spcPct val="0"/>
              </a:spcAft>
              <a:buClrTx/>
              <a:buSzTx/>
              <a:buFontTx/>
              <a:buNone/>
              <a:defRPr/>
            </a:pPr>
            <a:r>
              <a:rPr kumimoji="0" lang="en-US" altLang="en-US" sz="1800" b="0" i="0" u="none" strike="noStrike" kern="1200" cap="none" spc="0" normalizeH="0" baseline="0" noProof="0" dirty="0">
                <a:ln>
                  <a:noFill/>
                </a:ln>
                <a:solidFill>
                  <a:schemeClr val="tx1"/>
                </a:solidFill>
                <a:effectLst/>
                <a:uLnTx/>
                <a:uFillTx/>
                <a:latin typeface="Helvetica" charset="0"/>
                <a:ea typeface="MS PGothic" panose="020B0600070205080204" pitchFamily="34" charset="-128"/>
                <a:cs typeface="+mn-cs"/>
              </a:rPr>
              <a:t>Requires that the system has some </a:t>
            </a:r>
            <a:r>
              <a:rPr kumimoji="0" lang="en-US" altLang="en-US" sz="1800" b="1" i="0" u="none" strike="noStrike" kern="1200" cap="none" spc="0" normalizeH="0" baseline="0" noProof="0" dirty="0">
                <a:ln>
                  <a:noFill/>
                </a:ln>
                <a:solidFill>
                  <a:srgbClr val="FF0000"/>
                </a:solidFill>
                <a:effectLst/>
                <a:uLnTx/>
                <a:uFillTx/>
                <a:latin typeface="Helvetica" charset="0"/>
                <a:ea typeface="MS PGothic" panose="020B0600070205080204" pitchFamily="34" charset="-128"/>
                <a:cs typeface="+mn-cs"/>
              </a:rPr>
              <a:t>additional information</a:t>
            </a:r>
            <a:r>
              <a:rPr kumimoji="0" lang="en-US" altLang="en-US" sz="1800" b="0" i="0" u="none" strike="noStrike" kern="1200" cap="none" spc="0" normalizeH="0" baseline="0" noProof="0" dirty="0">
                <a:ln>
                  <a:noFill/>
                </a:ln>
                <a:solidFill>
                  <a:schemeClr val="tx1"/>
                </a:solidFill>
                <a:effectLst/>
                <a:uLnTx/>
                <a:uFillTx/>
                <a:latin typeface="Helvetica" charset="0"/>
                <a:ea typeface="MS PGothic" panose="020B0600070205080204" pitchFamily="34" charset="-128"/>
                <a:cs typeface="+mn-cs"/>
              </a:rPr>
              <a:t> available, about </a:t>
            </a:r>
            <a:r>
              <a:rPr kumimoji="0" lang="en-US" altLang="en-US" sz="1800" b="0" i="0" u="none" strike="noStrike" kern="1200" cap="none" spc="0" normalizeH="0" baseline="0" noProof="0" dirty="0">
                <a:ln>
                  <a:noFill/>
                </a:ln>
                <a:solidFill>
                  <a:schemeClr val="tx1"/>
                </a:solidFill>
                <a:effectLst/>
                <a:highlight>
                  <a:srgbClr val="FFFF00"/>
                </a:highlight>
                <a:uLnTx/>
                <a:uFillTx/>
                <a:latin typeface="Helvetica" charset="0"/>
                <a:ea typeface="MS PGothic" panose="020B0600070205080204" pitchFamily="34" charset="-128"/>
                <a:cs typeface="+mn-cs"/>
              </a:rPr>
              <a:t>how resources are to be request</a:t>
            </a:r>
            <a:endParaRPr kumimoji="0" lang="en-US" altLang="en-US" sz="1800" b="0" i="0" u="none" strike="noStrike" kern="1200" cap="none" spc="0" normalizeH="0" baseline="0" noProof="0" dirty="0">
              <a:ln>
                <a:noFill/>
              </a:ln>
              <a:solidFill>
                <a:schemeClr val="tx1"/>
              </a:solidFill>
              <a:effectLst/>
              <a:highlight>
                <a:srgbClr val="FFFF00"/>
              </a:highlight>
              <a:uLnTx/>
              <a:uFillTx/>
              <a:latin typeface="Helvetica" charset="0"/>
              <a:ea typeface="MS PGothic" panose="020B0600070205080204" pitchFamily="34" charset="-128"/>
              <a:cs typeface="+mn-cs"/>
            </a:endParaRPr>
          </a:p>
        </p:txBody>
      </p:sp>
      <p:sp>
        <p:nvSpPr>
          <p:cNvPr id="54277" name="TextBox 1"/>
          <p:cNvSpPr txBox="1"/>
          <p:nvPr/>
        </p:nvSpPr>
        <p:spPr>
          <a:xfrm>
            <a:off x="3379788" y="5778500"/>
            <a:ext cx="4197350" cy="369888"/>
          </a:xfrm>
          <a:prstGeom prst="rect">
            <a:avLst/>
          </a:prstGeom>
          <a:noFill/>
          <a:ln w="9525">
            <a:noFill/>
          </a:ln>
        </p:spPr>
        <p:txBody>
          <a:bodyPr>
            <a:spAutoFit/>
          </a:bodyPr>
          <a:lstStyle>
            <a:lvl1pPr marL="342900" indent="-342900" algn="l" rtl="0" eaLnBrk="0" fontAlgn="base" hangingPunct="0">
              <a:spcBef>
                <a:spcPct val="35000"/>
              </a:spcBef>
              <a:spcAft>
                <a:spcPct val="0"/>
              </a:spcAft>
              <a:buClr>
                <a:srgbClr val="993300"/>
              </a:buClr>
              <a:buSzPct val="90000"/>
              <a:buFont typeface="Monotype Sorts" pitchFamily="-84" charset="2"/>
              <a:buChar char="n"/>
              <a:defRPr kumimoji="1">
                <a:solidFill>
                  <a:schemeClr val="tx1"/>
                </a:solidFill>
                <a:latin typeface="+mn-lt"/>
                <a:ea typeface="MS PGothic" panose="020B0600070205080204" pitchFamily="34" charset="-128"/>
                <a:cs typeface="MS PGothic" panose="020B0600070205080204" pitchFamily="34" charset="-128"/>
              </a:defRPr>
            </a:lvl1pPr>
            <a:lvl2pPr marL="742950" indent="-285750" algn="l" rtl="0" eaLnBrk="0" fontAlgn="base" hangingPunct="0">
              <a:spcBef>
                <a:spcPct val="35000"/>
              </a:spcBef>
              <a:spcAft>
                <a:spcPct val="0"/>
              </a:spcAft>
              <a:buClr>
                <a:srgbClr val="CC6600"/>
              </a:buClr>
              <a:buSzPct val="80000"/>
              <a:buFont typeface="Monotype Sorts" pitchFamily="-84" charset="2"/>
              <a:buChar char="l"/>
              <a:defRPr kumimoji="1">
                <a:solidFill>
                  <a:schemeClr val="tx1"/>
                </a:solidFill>
                <a:latin typeface="+mn-lt"/>
                <a:ea typeface="MS PGothic" panose="020B0600070205080204" pitchFamily="34" charset="-128"/>
              </a:defRPr>
            </a:lvl2pPr>
            <a:lvl3pPr marL="1085850"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a:solidFill>
                  <a:schemeClr val="tx1"/>
                </a:solidFill>
                <a:latin typeface="+mn-lt"/>
                <a:ea typeface="MS PGothic" panose="020B0600070205080204" pitchFamily="34" charset="-128"/>
              </a:defRPr>
            </a:lvl3pPr>
            <a:lvl4pPr marL="1428750" indent="-228600" algn="l" rtl="0" eaLnBrk="0" fontAlgn="base" hangingPunct="0">
              <a:spcBef>
                <a:spcPct val="35000"/>
              </a:spcBef>
              <a:spcAft>
                <a:spcPct val="0"/>
              </a:spcAft>
              <a:buClr>
                <a:schemeClr val="hlink"/>
              </a:buClr>
              <a:buSzPct val="75000"/>
              <a:buChar char="–"/>
              <a:defRPr kumimoji="1">
                <a:solidFill>
                  <a:schemeClr val="tx1"/>
                </a:solidFill>
                <a:latin typeface="+mn-lt"/>
                <a:ea typeface="MS PGothic" panose="020B0600070205080204" pitchFamily="34" charset="-128"/>
              </a:defRPr>
            </a:lvl4pPr>
            <a:lvl5pPr marL="17716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anose="020B0600070205080204" pitchFamily="34" charset="-128"/>
              </a:defRPr>
            </a:lvl5pPr>
          </a:lstStyle>
          <a:p>
            <a:pPr marL="0" lvl="0" indent="0">
              <a:spcBef>
                <a:spcPct val="0"/>
              </a:spcBef>
              <a:buClrTx/>
              <a:buSzTx/>
              <a:buFontTx/>
              <a:buNone/>
            </a:pPr>
            <a:r>
              <a:rPr lang="en-US" altLang="zh-CN" b="1" dirty="0">
                <a:solidFill>
                  <a:srgbClr val="FF0000"/>
                </a:solidFill>
                <a:latin typeface="Verdana" panose="020B0604030504040204" pitchFamily="34" charset="0"/>
              </a:rPr>
              <a:t>Need priori information</a:t>
            </a:r>
            <a:endParaRPr lang="en-US" altLang="zh-CN" b="1" dirty="0">
              <a:solidFill>
                <a:srgbClr val="FF0000"/>
              </a:solidFill>
              <a:latin typeface="Verdana" panose="020B0604030504040204" pitchFamily="34" charset="0"/>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6322" name="Rectangle 2"/>
          <p:cNvSpPr>
            <a:spLocks noGrp="1"/>
          </p:cNvSpPr>
          <p:nvPr>
            <p:ph type="title" idx="4294967295"/>
          </p:nvPr>
        </p:nvSpPr>
        <p:spPr>
          <a:xfrm>
            <a:off x="923925" y="198438"/>
            <a:ext cx="7762875" cy="576262"/>
          </a:xfrm>
        </p:spPr>
        <p:txBody>
          <a:bodyPr vert="horz" wrap="square" lIns="91440" tIns="45720" rIns="91440" bIns="45720" anchor="b" anchorCtr="0"/>
          <a:p>
            <a:pPr eaLnBrk="1" hangingPunct="1"/>
            <a:r>
              <a:rPr lang="en-US" altLang="en-US" dirty="0"/>
              <a:t>Deadlock Avoidance</a:t>
            </a:r>
            <a:endParaRPr lang="en-US" altLang="en-US" dirty="0"/>
          </a:p>
        </p:txBody>
      </p:sp>
      <p:pic>
        <p:nvPicPr>
          <p:cNvPr id="56323" name="图片 3" descr="黑色的游戏机&#10;&#10;中度可信度描述已自动生成"/>
          <p:cNvPicPr>
            <a:picLocks noChangeAspect="1"/>
          </p:cNvPicPr>
          <p:nvPr/>
        </p:nvPicPr>
        <p:blipFill>
          <a:blip r:embed="rId1"/>
          <a:srcRect l="14000" t="23978" r="15714" b="20679"/>
          <a:stretch>
            <a:fillRect/>
          </a:stretch>
        </p:blipFill>
        <p:spPr>
          <a:xfrm>
            <a:off x="1633538" y="1373188"/>
            <a:ext cx="2533650" cy="1122362"/>
          </a:xfrm>
          <a:prstGeom prst="rect">
            <a:avLst/>
          </a:prstGeom>
          <a:noFill/>
          <a:ln w="9525">
            <a:noFill/>
          </a:ln>
        </p:spPr>
      </p:pic>
      <p:pic>
        <p:nvPicPr>
          <p:cNvPr id="56324" name="图片 5" descr="打印机的电子设备&#10;&#10;中度可信度描述已自动生成"/>
          <p:cNvPicPr>
            <a:picLocks noChangeAspect="1"/>
          </p:cNvPicPr>
          <p:nvPr/>
        </p:nvPicPr>
        <p:blipFill>
          <a:blip r:embed="rId2"/>
          <a:srcRect l="15627" t="32188" r="15001" b="24986"/>
          <a:stretch>
            <a:fillRect/>
          </a:stretch>
        </p:blipFill>
        <p:spPr>
          <a:xfrm>
            <a:off x="4976813" y="1150938"/>
            <a:ext cx="2533650" cy="1565275"/>
          </a:xfrm>
          <a:prstGeom prst="rect">
            <a:avLst/>
          </a:prstGeom>
          <a:noFill/>
          <a:ln w="9525">
            <a:noFill/>
          </a:ln>
        </p:spPr>
      </p:pic>
      <p:sp>
        <p:nvSpPr>
          <p:cNvPr id="56325" name="文本框 11"/>
          <p:cNvSpPr txBox="1"/>
          <p:nvPr/>
        </p:nvSpPr>
        <p:spPr>
          <a:xfrm>
            <a:off x="1095375" y="3092450"/>
            <a:ext cx="7419975" cy="1631950"/>
          </a:xfrm>
          <a:prstGeom prst="rect">
            <a:avLst/>
          </a:prstGeom>
          <a:noFill/>
          <a:ln w="9525">
            <a:noFill/>
          </a:ln>
        </p:spPr>
        <p:txBody>
          <a:bodyPr>
            <a:spAutoFit/>
          </a:bodyPr>
          <a:lstStyle>
            <a:lvl1pPr marL="342900" indent="-342900" algn="l" rtl="0" eaLnBrk="0" fontAlgn="base" hangingPunct="0">
              <a:spcBef>
                <a:spcPct val="35000"/>
              </a:spcBef>
              <a:spcAft>
                <a:spcPct val="0"/>
              </a:spcAft>
              <a:buClr>
                <a:srgbClr val="993300"/>
              </a:buClr>
              <a:buSzPct val="90000"/>
              <a:buFont typeface="Monotype Sorts" pitchFamily="-84" charset="2"/>
              <a:buChar char="n"/>
              <a:defRPr kumimoji="1">
                <a:solidFill>
                  <a:schemeClr val="tx1"/>
                </a:solidFill>
                <a:latin typeface="+mn-lt"/>
                <a:ea typeface="MS PGothic" panose="020B0600070205080204" pitchFamily="34" charset="-128"/>
                <a:cs typeface="MS PGothic" panose="020B0600070205080204" pitchFamily="34" charset="-128"/>
              </a:defRPr>
            </a:lvl1pPr>
            <a:lvl2pPr marL="742950" indent="-285750" algn="l" rtl="0" eaLnBrk="0" fontAlgn="base" hangingPunct="0">
              <a:spcBef>
                <a:spcPct val="35000"/>
              </a:spcBef>
              <a:spcAft>
                <a:spcPct val="0"/>
              </a:spcAft>
              <a:buClr>
                <a:srgbClr val="CC6600"/>
              </a:buClr>
              <a:buSzPct val="80000"/>
              <a:buFont typeface="Monotype Sorts" pitchFamily="-84" charset="2"/>
              <a:buChar char="l"/>
              <a:defRPr kumimoji="1">
                <a:solidFill>
                  <a:schemeClr val="tx1"/>
                </a:solidFill>
                <a:latin typeface="+mn-lt"/>
                <a:ea typeface="MS PGothic" panose="020B0600070205080204" pitchFamily="34" charset="-128"/>
              </a:defRPr>
            </a:lvl2pPr>
            <a:lvl3pPr marL="1085850"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a:solidFill>
                  <a:schemeClr val="tx1"/>
                </a:solidFill>
                <a:latin typeface="+mn-lt"/>
                <a:ea typeface="MS PGothic" panose="020B0600070205080204" pitchFamily="34" charset="-128"/>
              </a:defRPr>
            </a:lvl3pPr>
            <a:lvl4pPr marL="1428750" indent="-228600" algn="l" rtl="0" eaLnBrk="0" fontAlgn="base" hangingPunct="0">
              <a:spcBef>
                <a:spcPct val="35000"/>
              </a:spcBef>
              <a:spcAft>
                <a:spcPct val="0"/>
              </a:spcAft>
              <a:buClr>
                <a:schemeClr val="hlink"/>
              </a:buClr>
              <a:buSzPct val="75000"/>
              <a:buChar char="–"/>
              <a:defRPr kumimoji="1">
                <a:solidFill>
                  <a:schemeClr val="tx1"/>
                </a:solidFill>
                <a:latin typeface="+mn-lt"/>
                <a:ea typeface="MS PGothic" panose="020B0600070205080204" pitchFamily="34" charset="-128"/>
              </a:defRPr>
            </a:lvl4pPr>
            <a:lvl5pPr marL="17716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anose="020B0600070205080204" pitchFamily="34" charset="-128"/>
              </a:defRPr>
            </a:lvl5pPr>
          </a:lstStyle>
          <a:p>
            <a:pPr marL="0" lvl="0" indent="0">
              <a:spcBef>
                <a:spcPct val="0"/>
              </a:spcBef>
              <a:buClrTx/>
              <a:buSzTx/>
              <a:buFontTx/>
              <a:buNone/>
            </a:pPr>
            <a:r>
              <a:rPr lang="en-US" altLang="zh-CN" sz="2000" dirty="0">
                <a:latin typeface="Verdana" panose="020B0604030504040204" pitchFamily="34" charset="0"/>
              </a:rPr>
              <a:t>Process P will request first the tape drive and then the printer before releasing both resources?</a:t>
            </a:r>
            <a:endParaRPr lang="en-US" altLang="zh-CN" sz="2000" dirty="0">
              <a:latin typeface="Verdana" panose="020B0604030504040204" pitchFamily="34" charset="0"/>
            </a:endParaRPr>
          </a:p>
          <a:p>
            <a:pPr marL="0" lvl="0" indent="0">
              <a:spcBef>
                <a:spcPct val="0"/>
              </a:spcBef>
              <a:buClrTx/>
              <a:buSzTx/>
              <a:buFontTx/>
              <a:buNone/>
            </a:pPr>
            <a:endParaRPr lang="en-US" altLang="zh-CN" sz="2000" dirty="0">
              <a:latin typeface="Verdana" panose="020B0604030504040204" pitchFamily="34" charset="0"/>
            </a:endParaRPr>
          </a:p>
          <a:p>
            <a:pPr marL="0" lvl="0" indent="0">
              <a:spcBef>
                <a:spcPct val="0"/>
              </a:spcBef>
              <a:buClrTx/>
              <a:buSzTx/>
              <a:buFontTx/>
              <a:buNone/>
            </a:pPr>
            <a:r>
              <a:rPr lang="en-US" altLang="zh-CN" sz="2000" dirty="0">
                <a:latin typeface="Verdana" panose="020B0604030504040204" pitchFamily="34" charset="0"/>
              </a:rPr>
              <a:t>Whereas process Q will request first the printer and then the tape drive?</a:t>
            </a:r>
            <a:endParaRPr lang="zh-CN" altLang="en-US" sz="2000" dirty="0">
              <a:latin typeface="Verdana" panose="020B0604030504040204" pitchFamily="34" charset="0"/>
            </a:endParaRPr>
          </a:p>
        </p:txBody>
      </p:sp>
      <p:sp>
        <p:nvSpPr>
          <p:cNvPr id="56326" name="文本框 13"/>
          <p:cNvSpPr txBox="1"/>
          <p:nvPr/>
        </p:nvSpPr>
        <p:spPr>
          <a:xfrm>
            <a:off x="1095375" y="5033963"/>
            <a:ext cx="7591425" cy="1323975"/>
          </a:xfrm>
          <a:prstGeom prst="rect">
            <a:avLst/>
          </a:prstGeom>
          <a:noFill/>
          <a:ln w="9525">
            <a:noFill/>
          </a:ln>
        </p:spPr>
        <p:txBody>
          <a:bodyPr>
            <a:spAutoFit/>
          </a:bodyPr>
          <a:lstStyle>
            <a:lvl1pPr marL="342900" indent="-342900" algn="l" rtl="0" eaLnBrk="0" fontAlgn="base" hangingPunct="0">
              <a:spcBef>
                <a:spcPct val="35000"/>
              </a:spcBef>
              <a:spcAft>
                <a:spcPct val="0"/>
              </a:spcAft>
              <a:buClr>
                <a:srgbClr val="993300"/>
              </a:buClr>
              <a:buSzPct val="90000"/>
              <a:buFont typeface="Monotype Sorts" pitchFamily="-84" charset="2"/>
              <a:buChar char="n"/>
              <a:defRPr kumimoji="1">
                <a:solidFill>
                  <a:schemeClr val="tx1"/>
                </a:solidFill>
                <a:latin typeface="+mn-lt"/>
                <a:ea typeface="MS PGothic" panose="020B0600070205080204" pitchFamily="34" charset="-128"/>
                <a:cs typeface="MS PGothic" panose="020B0600070205080204" pitchFamily="34" charset="-128"/>
              </a:defRPr>
            </a:lvl1pPr>
            <a:lvl2pPr marL="742950" indent="-285750" algn="l" rtl="0" eaLnBrk="0" fontAlgn="base" hangingPunct="0">
              <a:spcBef>
                <a:spcPct val="35000"/>
              </a:spcBef>
              <a:spcAft>
                <a:spcPct val="0"/>
              </a:spcAft>
              <a:buClr>
                <a:srgbClr val="CC6600"/>
              </a:buClr>
              <a:buSzPct val="80000"/>
              <a:buFont typeface="Monotype Sorts" pitchFamily="-84" charset="2"/>
              <a:buChar char="l"/>
              <a:defRPr kumimoji="1">
                <a:solidFill>
                  <a:schemeClr val="tx1"/>
                </a:solidFill>
                <a:latin typeface="+mn-lt"/>
                <a:ea typeface="MS PGothic" panose="020B0600070205080204" pitchFamily="34" charset="-128"/>
              </a:defRPr>
            </a:lvl2pPr>
            <a:lvl3pPr marL="1085850"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a:solidFill>
                  <a:schemeClr val="tx1"/>
                </a:solidFill>
                <a:latin typeface="+mn-lt"/>
                <a:ea typeface="MS PGothic" panose="020B0600070205080204" pitchFamily="34" charset="-128"/>
              </a:defRPr>
            </a:lvl3pPr>
            <a:lvl4pPr marL="1428750" indent="-228600" algn="l" rtl="0" eaLnBrk="0" fontAlgn="base" hangingPunct="0">
              <a:spcBef>
                <a:spcPct val="35000"/>
              </a:spcBef>
              <a:spcAft>
                <a:spcPct val="0"/>
              </a:spcAft>
              <a:buClr>
                <a:schemeClr val="hlink"/>
              </a:buClr>
              <a:buSzPct val="75000"/>
              <a:buChar char="–"/>
              <a:defRPr kumimoji="1">
                <a:solidFill>
                  <a:schemeClr val="tx1"/>
                </a:solidFill>
                <a:latin typeface="+mn-lt"/>
                <a:ea typeface="MS PGothic" panose="020B0600070205080204" pitchFamily="34" charset="-128"/>
              </a:defRPr>
            </a:lvl4pPr>
            <a:lvl5pPr marL="17716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anose="020B0600070205080204" pitchFamily="34" charset="-128"/>
              </a:defRPr>
            </a:lvl5pPr>
          </a:lstStyle>
          <a:p>
            <a:pPr marL="0" lvl="0" indent="0">
              <a:spcBef>
                <a:spcPct val="0"/>
              </a:spcBef>
              <a:buClrTx/>
              <a:buSzTx/>
              <a:buFontTx/>
              <a:buNone/>
            </a:pPr>
            <a:r>
              <a:rPr lang="en-US" altLang="zh-CN" sz="2000" dirty="0">
                <a:latin typeface="Verdana" panose="020B0604030504040204" pitchFamily="34" charset="0"/>
              </a:rPr>
              <a:t>With this knowledge of the </a:t>
            </a:r>
            <a:r>
              <a:rPr lang="en-US" altLang="zh-CN" sz="2000" dirty="0">
                <a:solidFill>
                  <a:srgbClr val="FF0000"/>
                </a:solidFill>
                <a:latin typeface="Verdana" panose="020B0604030504040204" pitchFamily="34" charset="0"/>
              </a:rPr>
              <a:t>complete sequence of requests and releases for each process</a:t>
            </a:r>
            <a:r>
              <a:rPr lang="en-US" altLang="zh-CN" sz="2000" dirty="0">
                <a:latin typeface="Verdana" panose="020B0604030504040204" pitchFamily="34" charset="0"/>
              </a:rPr>
              <a:t>, the system can decide for each request </a:t>
            </a:r>
            <a:r>
              <a:rPr lang="en-US" altLang="zh-CN" sz="2000" dirty="0">
                <a:solidFill>
                  <a:srgbClr val="FF0000"/>
                </a:solidFill>
                <a:latin typeface="Verdana" panose="020B0604030504040204" pitchFamily="34" charset="0"/>
              </a:rPr>
              <a:t>whether or not the process should wait</a:t>
            </a:r>
            <a:r>
              <a:rPr lang="en-US" altLang="zh-CN" sz="2000" dirty="0">
                <a:latin typeface="Verdana" panose="020B0604030504040204" pitchFamily="34" charset="0"/>
              </a:rPr>
              <a:t> in order to avoid a possible future deadlock.</a:t>
            </a:r>
            <a:endParaRPr lang="en-US" altLang="zh-CN" sz="2000" dirty="0">
              <a:latin typeface="Verdana" panose="020B0604030504040204" pitchFamily="34" charset="0"/>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8370" name="Rectangle 2"/>
          <p:cNvSpPr>
            <a:spLocks noGrp="1"/>
          </p:cNvSpPr>
          <p:nvPr>
            <p:ph type="title" idx="4294967295"/>
          </p:nvPr>
        </p:nvSpPr>
        <p:spPr>
          <a:xfrm>
            <a:off x="923925" y="198438"/>
            <a:ext cx="7762875" cy="576262"/>
          </a:xfrm>
        </p:spPr>
        <p:txBody>
          <a:bodyPr vert="horz" wrap="square" lIns="91440" tIns="45720" rIns="91440" bIns="45720" anchor="b" anchorCtr="0"/>
          <a:p>
            <a:pPr eaLnBrk="1" hangingPunct="1"/>
            <a:r>
              <a:rPr lang="en-US" altLang="en-US" dirty="0"/>
              <a:t>Deadlock Avoidance</a:t>
            </a:r>
            <a:endParaRPr lang="en-US" altLang="en-US" dirty="0"/>
          </a:p>
        </p:txBody>
      </p:sp>
      <p:sp>
        <p:nvSpPr>
          <p:cNvPr id="58371" name="Text Box 4"/>
          <p:cNvSpPr txBox="1"/>
          <p:nvPr/>
        </p:nvSpPr>
        <p:spPr>
          <a:xfrm>
            <a:off x="696913" y="1235075"/>
            <a:ext cx="7769225" cy="368300"/>
          </a:xfrm>
          <a:prstGeom prst="rect">
            <a:avLst/>
          </a:prstGeom>
          <a:noFill/>
          <a:ln w="9525">
            <a:noFill/>
          </a:ln>
        </p:spPr>
        <p:txBody>
          <a:bodyPr anchor="ctr" anchorCtr="0">
            <a:spAutoFit/>
          </a:bodyPr>
          <a:lstStyle>
            <a:lvl1pPr marL="342900" indent="-342900" algn="l" rtl="0" eaLnBrk="0" fontAlgn="base" hangingPunct="0">
              <a:spcBef>
                <a:spcPct val="35000"/>
              </a:spcBef>
              <a:spcAft>
                <a:spcPct val="0"/>
              </a:spcAft>
              <a:buClr>
                <a:srgbClr val="993300"/>
              </a:buClr>
              <a:buSzPct val="90000"/>
              <a:buFont typeface="Monotype Sorts" pitchFamily="-84" charset="2"/>
              <a:buChar char="n"/>
              <a:defRPr kumimoji="1">
                <a:solidFill>
                  <a:schemeClr val="tx1"/>
                </a:solidFill>
                <a:latin typeface="+mn-lt"/>
                <a:ea typeface="MS PGothic" panose="020B0600070205080204" pitchFamily="34" charset="-128"/>
                <a:cs typeface="MS PGothic" panose="020B0600070205080204" pitchFamily="34" charset="-128"/>
              </a:defRPr>
            </a:lvl1pPr>
            <a:lvl2pPr marL="742950" indent="-285750" algn="l" rtl="0" eaLnBrk="0" fontAlgn="base" hangingPunct="0">
              <a:spcBef>
                <a:spcPct val="35000"/>
              </a:spcBef>
              <a:spcAft>
                <a:spcPct val="0"/>
              </a:spcAft>
              <a:buClr>
                <a:srgbClr val="CC6600"/>
              </a:buClr>
              <a:buSzPct val="80000"/>
              <a:buFont typeface="Monotype Sorts" pitchFamily="-84" charset="2"/>
              <a:buChar char="l"/>
              <a:defRPr kumimoji="1">
                <a:solidFill>
                  <a:schemeClr val="tx1"/>
                </a:solidFill>
                <a:latin typeface="+mn-lt"/>
                <a:ea typeface="MS PGothic" panose="020B0600070205080204" pitchFamily="34" charset="-128"/>
              </a:defRPr>
            </a:lvl2pPr>
            <a:lvl3pPr marL="1085850"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a:solidFill>
                  <a:schemeClr val="tx1"/>
                </a:solidFill>
                <a:latin typeface="+mn-lt"/>
                <a:ea typeface="MS PGothic" panose="020B0600070205080204" pitchFamily="34" charset="-128"/>
              </a:defRPr>
            </a:lvl3pPr>
            <a:lvl4pPr marL="1428750" indent="-228600" algn="l" rtl="0" eaLnBrk="0" fontAlgn="base" hangingPunct="0">
              <a:spcBef>
                <a:spcPct val="35000"/>
              </a:spcBef>
              <a:spcAft>
                <a:spcPct val="0"/>
              </a:spcAft>
              <a:buClr>
                <a:schemeClr val="hlink"/>
              </a:buClr>
              <a:buSzPct val="75000"/>
              <a:buChar char="–"/>
              <a:defRPr kumimoji="1">
                <a:solidFill>
                  <a:schemeClr val="tx1"/>
                </a:solidFill>
                <a:latin typeface="+mn-lt"/>
                <a:ea typeface="MS PGothic" panose="020B0600070205080204" pitchFamily="34" charset="-128"/>
              </a:defRPr>
            </a:lvl4pPr>
            <a:lvl5pPr marL="17716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anose="020B0600070205080204" pitchFamily="34" charset="-128"/>
              </a:defRPr>
            </a:lvl5pPr>
          </a:lstStyle>
          <a:p>
            <a:pPr marL="0" lvl="0" indent="0">
              <a:spcBef>
                <a:spcPct val="50000"/>
              </a:spcBef>
              <a:buClrTx/>
              <a:buSzTx/>
              <a:buFontTx/>
              <a:buNone/>
            </a:pPr>
            <a:r>
              <a:rPr lang="en-US" altLang="en-US" dirty="0"/>
              <a:t>Just avoiding problem when it is about to happens</a:t>
            </a:r>
            <a:endParaRPr lang="en-US" altLang="en-US" dirty="0"/>
          </a:p>
        </p:txBody>
      </p:sp>
      <p:pic>
        <p:nvPicPr>
          <p:cNvPr id="58372" name="Picture 2"/>
          <p:cNvPicPr>
            <a:picLocks noChangeAspect="1"/>
          </p:cNvPicPr>
          <p:nvPr/>
        </p:nvPicPr>
        <p:blipFill>
          <a:blip r:embed="rId1"/>
          <a:stretch>
            <a:fillRect/>
          </a:stretch>
        </p:blipFill>
        <p:spPr>
          <a:xfrm>
            <a:off x="1606550" y="2063750"/>
            <a:ext cx="3903663" cy="1552575"/>
          </a:xfrm>
          <a:prstGeom prst="rect">
            <a:avLst/>
          </a:prstGeom>
          <a:noFill/>
          <a:ln w="9525">
            <a:noFill/>
          </a:ln>
        </p:spPr>
      </p:pic>
      <p:pic>
        <p:nvPicPr>
          <p:cNvPr id="58373" name="Picture 3"/>
          <p:cNvPicPr>
            <a:picLocks noChangeAspect="1"/>
          </p:cNvPicPr>
          <p:nvPr/>
        </p:nvPicPr>
        <p:blipFill>
          <a:blip r:embed="rId2"/>
          <a:stretch>
            <a:fillRect/>
          </a:stretch>
        </p:blipFill>
        <p:spPr>
          <a:xfrm>
            <a:off x="239713" y="4241800"/>
            <a:ext cx="5743575" cy="1552575"/>
          </a:xfrm>
          <a:prstGeom prst="rect">
            <a:avLst/>
          </a:prstGeom>
          <a:noFill/>
          <a:ln w="9525">
            <a:noFill/>
          </a:ln>
        </p:spPr>
      </p:pic>
      <p:pic>
        <p:nvPicPr>
          <p:cNvPr id="58374" name="Picture 4"/>
          <p:cNvPicPr>
            <a:picLocks noChangeAspect="1"/>
          </p:cNvPicPr>
          <p:nvPr/>
        </p:nvPicPr>
        <p:blipFill>
          <a:blip r:embed="rId3"/>
          <a:stretch>
            <a:fillRect/>
          </a:stretch>
        </p:blipFill>
        <p:spPr>
          <a:xfrm>
            <a:off x="5586413" y="2063750"/>
            <a:ext cx="3317875" cy="2457450"/>
          </a:xfrm>
          <a:prstGeom prst="rect">
            <a:avLst/>
          </a:prstGeom>
          <a:noFill/>
          <a:ln w="9525">
            <a:noFill/>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Rectangle 2"/>
          <p:cNvSpPr>
            <a:spLocks noGrp="1" noChangeArrowheads="1"/>
          </p:cNvSpPr>
          <p:nvPr>
            <p:ph type="title"/>
          </p:nvPr>
        </p:nvSpPr>
        <p:spPr>
          <a:xfrm>
            <a:off x="457200" y="229835"/>
            <a:ext cx="8229600" cy="576263"/>
          </a:xfrm>
        </p:spPr>
        <p:txBody>
          <a:bodyPr/>
          <a:lstStyle/>
          <a:p>
            <a:pPr eaLnBrk="1" hangingPunct="1"/>
            <a:r>
              <a:rPr lang="en-US" altLang="en-US" dirty="0"/>
              <a:t>Safe State</a:t>
            </a:r>
            <a:endParaRPr lang="en-US" altLang="en-US" dirty="0"/>
          </a:p>
        </p:txBody>
      </p:sp>
      <p:sp>
        <p:nvSpPr>
          <p:cNvPr id="31746" name="Rectangle 3"/>
          <p:cNvSpPr>
            <a:spLocks noGrp="1" noChangeArrowheads="1"/>
          </p:cNvSpPr>
          <p:nvPr>
            <p:ph type="body" idx="1"/>
          </p:nvPr>
        </p:nvSpPr>
        <p:spPr>
          <a:xfrm>
            <a:off x="919163" y="1165225"/>
            <a:ext cx="7310438" cy="4914562"/>
          </a:xfrm>
        </p:spPr>
        <p:txBody>
          <a:bodyPr/>
          <a:lstStyle/>
          <a:p>
            <a:r>
              <a:rPr lang="en-US" altLang="en-US" sz="2000" dirty="0">
                <a:latin typeface="Calibri" panose="020F0502020204030204" charset="0"/>
                <a:cs typeface="Calibri" panose="020F0502020204030204" charset="0"/>
              </a:rPr>
              <a:t>When a thread requests an available resource, system must decide if immediate allocation leaves the system in a safe state</a:t>
            </a:r>
            <a:endParaRPr lang="en-US" altLang="en-US" sz="2000" dirty="0">
              <a:latin typeface="Calibri" panose="020F0502020204030204" charset="0"/>
              <a:cs typeface="Calibri" panose="020F0502020204030204" charset="0"/>
            </a:endParaRPr>
          </a:p>
          <a:p>
            <a:r>
              <a:rPr lang="en-US" altLang="en-US" sz="2000" dirty="0">
                <a:latin typeface="Calibri" panose="020F0502020204030204" charset="0"/>
                <a:cs typeface="Calibri" panose="020F0502020204030204" charset="0"/>
              </a:rPr>
              <a:t>System is in </a:t>
            </a:r>
            <a:r>
              <a:rPr lang="en-US" altLang="en-US" sz="2000" b="1" dirty="0">
                <a:solidFill>
                  <a:srgbClr val="006699"/>
                </a:solidFill>
                <a:latin typeface="Calibri" panose="020F0502020204030204" charset="0"/>
                <a:cs typeface="Calibri" panose="020F0502020204030204" charset="0"/>
              </a:rPr>
              <a:t>safe state </a:t>
            </a:r>
            <a:r>
              <a:rPr lang="en-US" altLang="en-US" sz="2000" dirty="0">
                <a:latin typeface="Calibri" panose="020F0502020204030204" charset="0"/>
                <a:cs typeface="Calibri" panose="020F0502020204030204" charset="0"/>
              </a:rPr>
              <a:t>if there exists a sequence &lt;</a:t>
            </a:r>
            <a:r>
              <a:rPr lang="en-US" altLang="en-US" sz="2000" i="1" dirty="0">
                <a:latin typeface="Calibri" panose="020F0502020204030204" charset="0"/>
                <a:cs typeface="Calibri" panose="020F0502020204030204" charset="0"/>
              </a:rPr>
              <a:t>T</a:t>
            </a:r>
            <a:r>
              <a:rPr lang="en-US" altLang="en-US" sz="2000" i="1" baseline="-25000" dirty="0">
                <a:latin typeface="Calibri" panose="020F0502020204030204" charset="0"/>
                <a:cs typeface="Calibri" panose="020F0502020204030204" charset="0"/>
              </a:rPr>
              <a:t>1</a:t>
            </a:r>
            <a:r>
              <a:rPr lang="en-US" altLang="en-US" sz="2000" i="1" dirty="0">
                <a:latin typeface="Calibri" panose="020F0502020204030204" charset="0"/>
                <a:cs typeface="Calibri" panose="020F0502020204030204" charset="0"/>
              </a:rPr>
              <a:t>, T</a:t>
            </a:r>
            <a:r>
              <a:rPr lang="en-US" altLang="en-US" sz="2000" i="1" baseline="-25000" dirty="0">
                <a:latin typeface="Calibri" panose="020F0502020204030204" charset="0"/>
                <a:cs typeface="Calibri" panose="020F0502020204030204" charset="0"/>
              </a:rPr>
              <a:t>2</a:t>
            </a:r>
            <a:r>
              <a:rPr lang="en-US" altLang="en-US" sz="2000" i="1" dirty="0">
                <a:latin typeface="Calibri" panose="020F0502020204030204" charset="0"/>
                <a:cs typeface="Calibri" panose="020F0502020204030204" charset="0"/>
              </a:rPr>
              <a:t>, …, T</a:t>
            </a:r>
            <a:r>
              <a:rPr lang="en-US" altLang="en-US" sz="2000" i="1" baseline="-25000" dirty="0">
                <a:latin typeface="Calibri" panose="020F0502020204030204" charset="0"/>
                <a:cs typeface="Calibri" panose="020F0502020204030204" charset="0"/>
              </a:rPr>
              <a:t>n</a:t>
            </a:r>
            <a:r>
              <a:rPr lang="en-US" altLang="en-US" sz="2000" dirty="0">
                <a:latin typeface="Calibri" panose="020F0502020204030204" charset="0"/>
                <a:cs typeface="Calibri" panose="020F0502020204030204" charset="0"/>
              </a:rPr>
              <a:t>&gt; of ALL the threads  in the systems such that  for each </a:t>
            </a:r>
            <a:r>
              <a:rPr lang="en-US" altLang="en-US" sz="2000" dirty="0" err="1">
                <a:latin typeface="Calibri" panose="020F0502020204030204" charset="0"/>
                <a:cs typeface="Calibri" panose="020F0502020204030204" charset="0"/>
              </a:rPr>
              <a:t>T</a:t>
            </a:r>
            <a:r>
              <a:rPr lang="en-US" altLang="en-US" sz="2000" baseline="-25000" dirty="0" err="1">
                <a:latin typeface="Calibri" panose="020F0502020204030204" charset="0"/>
                <a:cs typeface="Calibri" panose="020F0502020204030204" charset="0"/>
              </a:rPr>
              <a:t>i</a:t>
            </a:r>
            <a:r>
              <a:rPr lang="en-US" altLang="en-US" sz="2000" dirty="0">
                <a:latin typeface="Calibri" panose="020F0502020204030204" charset="0"/>
                <a:cs typeface="Calibri" panose="020F0502020204030204" charset="0"/>
              </a:rPr>
              <a:t>, the resources that </a:t>
            </a:r>
            <a:r>
              <a:rPr lang="en-US" altLang="en-US" sz="2000" dirty="0" err="1">
                <a:latin typeface="Calibri" panose="020F0502020204030204" charset="0"/>
                <a:cs typeface="Calibri" panose="020F0502020204030204" charset="0"/>
              </a:rPr>
              <a:t>T</a:t>
            </a:r>
            <a:r>
              <a:rPr lang="en-US" altLang="en-US" sz="2000" baseline="-25000" dirty="0" err="1">
                <a:latin typeface="Calibri" panose="020F0502020204030204" charset="0"/>
                <a:cs typeface="Calibri" panose="020F0502020204030204" charset="0"/>
              </a:rPr>
              <a:t>i</a:t>
            </a:r>
            <a:r>
              <a:rPr lang="en-US" altLang="en-US" sz="2000" baseline="-25000" dirty="0">
                <a:latin typeface="Calibri" panose="020F0502020204030204" charset="0"/>
                <a:cs typeface="Calibri" panose="020F0502020204030204" charset="0"/>
              </a:rPr>
              <a:t> </a:t>
            </a:r>
            <a:r>
              <a:rPr lang="en-US" altLang="en-US" sz="2000" dirty="0">
                <a:latin typeface="Calibri" panose="020F0502020204030204" charset="0"/>
                <a:cs typeface="Calibri" panose="020F0502020204030204" charset="0"/>
              </a:rPr>
              <a:t>can still request can be satisfied by currently available resources + resources held by all the </a:t>
            </a:r>
            <a:r>
              <a:rPr lang="en-US" altLang="en-US" sz="2000" i="1" dirty="0" err="1">
                <a:latin typeface="Calibri" panose="020F0502020204030204" charset="0"/>
                <a:cs typeface="Calibri" panose="020F0502020204030204" charset="0"/>
              </a:rPr>
              <a:t>T</a:t>
            </a:r>
            <a:r>
              <a:rPr lang="en-US" altLang="en-US" sz="2000" i="1" baseline="-25000" dirty="0" err="1">
                <a:latin typeface="Calibri" panose="020F0502020204030204" charset="0"/>
                <a:cs typeface="Calibri" panose="020F0502020204030204" charset="0"/>
              </a:rPr>
              <a:t>j</a:t>
            </a:r>
            <a:r>
              <a:rPr lang="en-US" altLang="en-US" sz="2000" dirty="0">
                <a:latin typeface="Calibri" panose="020F0502020204030204" charset="0"/>
                <a:cs typeface="Calibri" panose="020F0502020204030204" charset="0"/>
              </a:rPr>
              <a:t>, with</a:t>
            </a:r>
            <a:r>
              <a:rPr lang="en-US" altLang="en-US" sz="2000" i="1" dirty="0">
                <a:latin typeface="Calibri" panose="020F0502020204030204" charset="0"/>
                <a:cs typeface="Calibri" panose="020F0502020204030204" charset="0"/>
              </a:rPr>
              <a:t> j </a:t>
            </a:r>
            <a:r>
              <a:rPr lang="en-US" altLang="en-US" sz="2000" dirty="0">
                <a:latin typeface="Calibri" panose="020F0502020204030204" charset="0"/>
                <a:cs typeface="Calibri" panose="020F0502020204030204" charset="0"/>
              </a:rPr>
              <a:t>&lt; </a:t>
            </a:r>
            <a:r>
              <a:rPr lang="en-US" altLang="en-US" sz="2000" i="1" dirty="0">
                <a:latin typeface="Calibri" panose="020F0502020204030204" charset="0"/>
                <a:cs typeface="Calibri" panose="020F0502020204030204" charset="0"/>
              </a:rPr>
              <a:t>I</a:t>
            </a:r>
            <a:endParaRPr lang="en-US" altLang="en-US" sz="2000" dirty="0">
              <a:latin typeface="Calibri" panose="020F0502020204030204" charset="0"/>
              <a:cs typeface="Calibri" panose="020F0502020204030204" charset="0"/>
            </a:endParaRPr>
          </a:p>
          <a:p>
            <a:r>
              <a:rPr lang="en-US" altLang="en-US" sz="2000" dirty="0">
                <a:latin typeface="Calibri" panose="020F0502020204030204" charset="0"/>
                <a:cs typeface="Calibri" panose="020F0502020204030204" charset="0"/>
              </a:rPr>
              <a:t>That is:</a:t>
            </a:r>
            <a:endParaRPr lang="en-US" altLang="en-US" sz="2000" dirty="0">
              <a:latin typeface="Calibri" panose="020F0502020204030204" charset="0"/>
              <a:cs typeface="Calibri" panose="020F0502020204030204" charset="0"/>
            </a:endParaRPr>
          </a:p>
          <a:p>
            <a:pPr lvl="1"/>
            <a:r>
              <a:rPr lang="en-US" altLang="en-US" sz="2000" dirty="0">
                <a:solidFill>
                  <a:srgbClr val="0070C0"/>
                </a:solidFill>
                <a:latin typeface="Calibri" panose="020F0502020204030204" charset="0"/>
                <a:cs typeface="Calibri" panose="020F0502020204030204" charset="0"/>
              </a:rPr>
              <a:t>If </a:t>
            </a:r>
            <a:r>
              <a:rPr lang="en-US" altLang="en-US" sz="2000" dirty="0" err="1">
                <a:solidFill>
                  <a:srgbClr val="0070C0"/>
                </a:solidFill>
                <a:latin typeface="Calibri" panose="020F0502020204030204" charset="0"/>
                <a:cs typeface="Calibri" panose="020F0502020204030204" charset="0"/>
              </a:rPr>
              <a:t>T</a:t>
            </a:r>
            <a:r>
              <a:rPr lang="en-US" altLang="en-US" sz="2000" baseline="-25000" dirty="0" err="1">
                <a:solidFill>
                  <a:srgbClr val="0070C0"/>
                </a:solidFill>
                <a:latin typeface="Calibri" panose="020F0502020204030204" charset="0"/>
                <a:cs typeface="Calibri" panose="020F0502020204030204" charset="0"/>
              </a:rPr>
              <a:t>i</a:t>
            </a:r>
            <a:r>
              <a:rPr lang="en-US" altLang="en-US" sz="2000" dirty="0">
                <a:solidFill>
                  <a:srgbClr val="0070C0"/>
                </a:solidFill>
                <a:latin typeface="Calibri" panose="020F0502020204030204" charset="0"/>
                <a:cs typeface="Calibri" panose="020F0502020204030204" charset="0"/>
              </a:rPr>
              <a:t> resource needs are not immediately available, then </a:t>
            </a:r>
            <a:r>
              <a:rPr lang="en-US" altLang="en-US" sz="2000" i="1" dirty="0" err="1">
                <a:solidFill>
                  <a:srgbClr val="0070C0"/>
                </a:solidFill>
                <a:latin typeface="Calibri" panose="020F0502020204030204" charset="0"/>
                <a:cs typeface="Calibri" panose="020F0502020204030204" charset="0"/>
              </a:rPr>
              <a:t>T</a:t>
            </a:r>
            <a:r>
              <a:rPr lang="en-US" altLang="en-US" sz="2000" i="1" baseline="-25000" dirty="0" err="1">
                <a:solidFill>
                  <a:srgbClr val="0070C0"/>
                </a:solidFill>
                <a:latin typeface="Calibri" panose="020F0502020204030204" charset="0"/>
                <a:cs typeface="Calibri" panose="020F0502020204030204" charset="0"/>
              </a:rPr>
              <a:t>i</a:t>
            </a:r>
            <a:r>
              <a:rPr lang="en-US" altLang="en-US" sz="2000" dirty="0">
                <a:solidFill>
                  <a:srgbClr val="0070C0"/>
                </a:solidFill>
                <a:latin typeface="Calibri" panose="020F0502020204030204" charset="0"/>
                <a:cs typeface="Calibri" panose="020F0502020204030204" charset="0"/>
              </a:rPr>
              <a:t> can wait until all </a:t>
            </a:r>
            <a:r>
              <a:rPr lang="en-US" altLang="en-US" sz="2000" i="1" dirty="0" err="1">
                <a:solidFill>
                  <a:srgbClr val="0070C0"/>
                </a:solidFill>
                <a:latin typeface="Calibri" panose="020F0502020204030204" charset="0"/>
                <a:cs typeface="Calibri" panose="020F0502020204030204" charset="0"/>
              </a:rPr>
              <a:t>T</a:t>
            </a:r>
            <a:r>
              <a:rPr lang="en-US" altLang="en-US" sz="2000" i="1" baseline="-25000" dirty="0" err="1">
                <a:solidFill>
                  <a:srgbClr val="0070C0"/>
                </a:solidFill>
                <a:latin typeface="Calibri" panose="020F0502020204030204" charset="0"/>
                <a:cs typeface="Calibri" panose="020F0502020204030204" charset="0"/>
              </a:rPr>
              <a:t>j</a:t>
            </a:r>
            <a:r>
              <a:rPr lang="en-US" altLang="en-US" sz="2000" i="1" dirty="0">
                <a:solidFill>
                  <a:srgbClr val="0070C0"/>
                </a:solidFill>
                <a:latin typeface="Calibri" panose="020F0502020204030204" charset="0"/>
                <a:cs typeface="Calibri" panose="020F0502020204030204" charset="0"/>
              </a:rPr>
              <a:t> </a:t>
            </a:r>
            <a:r>
              <a:rPr lang="en-US" altLang="en-US" sz="2000" dirty="0">
                <a:solidFill>
                  <a:srgbClr val="0070C0"/>
                </a:solidFill>
                <a:latin typeface="Calibri" panose="020F0502020204030204" charset="0"/>
                <a:cs typeface="Calibri" panose="020F0502020204030204" charset="0"/>
              </a:rPr>
              <a:t>have finished</a:t>
            </a:r>
            <a:endParaRPr lang="en-US" altLang="en-US" sz="2000" dirty="0">
              <a:solidFill>
                <a:srgbClr val="0070C0"/>
              </a:solidFill>
              <a:latin typeface="Calibri" panose="020F0502020204030204" charset="0"/>
              <a:cs typeface="Calibri" panose="020F0502020204030204" charset="0"/>
            </a:endParaRPr>
          </a:p>
          <a:p>
            <a:pPr lvl="1"/>
            <a:r>
              <a:rPr lang="en-US" altLang="en-US" sz="2000" dirty="0">
                <a:solidFill>
                  <a:srgbClr val="0070C0"/>
                </a:solidFill>
                <a:latin typeface="Calibri" panose="020F0502020204030204" charset="0"/>
                <a:cs typeface="Calibri" panose="020F0502020204030204" charset="0"/>
              </a:rPr>
              <a:t>When </a:t>
            </a:r>
            <a:r>
              <a:rPr lang="en-US" altLang="en-US" sz="2000" i="1" dirty="0" err="1">
                <a:solidFill>
                  <a:srgbClr val="0070C0"/>
                </a:solidFill>
                <a:latin typeface="Calibri" panose="020F0502020204030204" charset="0"/>
                <a:cs typeface="Calibri" panose="020F0502020204030204" charset="0"/>
              </a:rPr>
              <a:t>T</a:t>
            </a:r>
            <a:r>
              <a:rPr lang="en-US" altLang="en-US" sz="2000" i="1" baseline="-25000" dirty="0" err="1">
                <a:solidFill>
                  <a:srgbClr val="0070C0"/>
                </a:solidFill>
                <a:latin typeface="Calibri" panose="020F0502020204030204" charset="0"/>
                <a:cs typeface="Calibri" panose="020F0502020204030204" charset="0"/>
              </a:rPr>
              <a:t>j</a:t>
            </a:r>
            <a:r>
              <a:rPr lang="en-US" altLang="en-US" sz="2000" dirty="0">
                <a:solidFill>
                  <a:srgbClr val="0070C0"/>
                </a:solidFill>
                <a:latin typeface="Calibri" panose="020F0502020204030204" charset="0"/>
                <a:cs typeface="Calibri" panose="020F0502020204030204" charset="0"/>
              </a:rPr>
              <a:t> is finished, </a:t>
            </a:r>
            <a:r>
              <a:rPr lang="en-US" altLang="en-US" sz="2000" i="1" dirty="0" err="1">
                <a:solidFill>
                  <a:srgbClr val="0070C0"/>
                </a:solidFill>
                <a:latin typeface="Calibri" panose="020F0502020204030204" charset="0"/>
                <a:cs typeface="Calibri" panose="020F0502020204030204" charset="0"/>
              </a:rPr>
              <a:t>T</a:t>
            </a:r>
            <a:r>
              <a:rPr lang="en-US" altLang="en-US" sz="2000" i="1" baseline="-25000" dirty="0" err="1">
                <a:solidFill>
                  <a:srgbClr val="0070C0"/>
                </a:solidFill>
                <a:latin typeface="Calibri" panose="020F0502020204030204" charset="0"/>
                <a:cs typeface="Calibri" panose="020F0502020204030204" charset="0"/>
              </a:rPr>
              <a:t>i</a:t>
            </a:r>
            <a:r>
              <a:rPr lang="en-US" altLang="en-US" sz="2000" dirty="0">
                <a:solidFill>
                  <a:srgbClr val="0070C0"/>
                </a:solidFill>
                <a:latin typeface="Calibri" panose="020F0502020204030204" charset="0"/>
                <a:cs typeface="Calibri" panose="020F0502020204030204" charset="0"/>
              </a:rPr>
              <a:t> can obtain needed resources, execute, return allocated resources, and terminate</a:t>
            </a:r>
            <a:endParaRPr lang="en-US" altLang="en-US" sz="2000" dirty="0">
              <a:solidFill>
                <a:srgbClr val="0070C0"/>
              </a:solidFill>
              <a:latin typeface="Calibri" panose="020F0502020204030204" charset="0"/>
              <a:cs typeface="Calibri" panose="020F0502020204030204" charset="0"/>
            </a:endParaRPr>
          </a:p>
          <a:p>
            <a:pPr lvl="1"/>
            <a:r>
              <a:rPr lang="en-US" altLang="en-US" sz="2000" dirty="0">
                <a:solidFill>
                  <a:srgbClr val="0070C0"/>
                </a:solidFill>
                <a:latin typeface="Calibri" panose="020F0502020204030204" charset="0"/>
                <a:cs typeface="Calibri" panose="020F0502020204030204" charset="0"/>
              </a:rPr>
              <a:t>When </a:t>
            </a:r>
            <a:r>
              <a:rPr lang="en-US" altLang="en-US" sz="2000" i="1" dirty="0" err="1">
                <a:solidFill>
                  <a:srgbClr val="0070C0"/>
                </a:solidFill>
                <a:latin typeface="Calibri" panose="020F0502020204030204" charset="0"/>
                <a:cs typeface="Calibri" panose="020F0502020204030204" charset="0"/>
              </a:rPr>
              <a:t>T</a:t>
            </a:r>
            <a:r>
              <a:rPr lang="en-US" altLang="en-US" sz="2000" i="1" baseline="-25000" dirty="0" err="1">
                <a:solidFill>
                  <a:srgbClr val="0070C0"/>
                </a:solidFill>
                <a:latin typeface="Calibri" panose="020F0502020204030204" charset="0"/>
                <a:cs typeface="Calibri" panose="020F0502020204030204" charset="0"/>
              </a:rPr>
              <a:t>i</a:t>
            </a:r>
            <a:r>
              <a:rPr lang="en-US" altLang="en-US" sz="2000" dirty="0">
                <a:solidFill>
                  <a:srgbClr val="0070C0"/>
                </a:solidFill>
                <a:latin typeface="Calibri" panose="020F0502020204030204" charset="0"/>
                <a:cs typeface="Calibri" panose="020F0502020204030204" charset="0"/>
              </a:rPr>
              <a:t> terminates, </a:t>
            </a:r>
            <a:r>
              <a:rPr lang="en-US" altLang="en-US" sz="2000" i="1" dirty="0" err="1">
                <a:solidFill>
                  <a:srgbClr val="0070C0"/>
                </a:solidFill>
                <a:latin typeface="Calibri" panose="020F0502020204030204" charset="0"/>
                <a:cs typeface="Calibri" panose="020F0502020204030204" charset="0"/>
              </a:rPr>
              <a:t>T</a:t>
            </a:r>
            <a:r>
              <a:rPr lang="en-US" altLang="en-US" sz="2000" i="1" baseline="-25000" dirty="0" err="1">
                <a:solidFill>
                  <a:srgbClr val="0070C0"/>
                </a:solidFill>
                <a:latin typeface="Calibri" panose="020F0502020204030204" charset="0"/>
                <a:cs typeface="Calibri" panose="020F0502020204030204" charset="0"/>
              </a:rPr>
              <a:t>i</a:t>
            </a:r>
            <a:r>
              <a:rPr lang="en-US" altLang="en-US" sz="2000" i="1" baseline="-25000" dirty="0">
                <a:solidFill>
                  <a:srgbClr val="0070C0"/>
                </a:solidFill>
                <a:latin typeface="Calibri" panose="020F0502020204030204" charset="0"/>
                <a:cs typeface="Calibri" panose="020F0502020204030204" charset="0"/>
              </a:rPr>
              <a:t> </a:t>
            </a:r>
            <a:r>
              <a:rPr lang="en-US" altLang="en-US" sz="2000" baseline="-25000" dirty="0">
                <a:solidFill>
                  <a:srgbClr val="0070C0"/>
                </a:solidFill>
                <a:latin typeface="Calibri" panose="020F0502020204030204" charset="0"/>
                <a:cs typeface="Calibri" panose="020F0502020204030204" charset="0"/>
              </a:rPr>
              <a:t>+1</a:t>
            </a:r>
            <a:r>
              <a:rPr lang="en-US" altLang="en-US" sz="2000" dirty="0">
                <a:solidFill>
                  <a:srgbClr val="0070C0"/>
                </a:solidFill>
                <a:latin typeface="Calibri" panose="020F0502020204030204" charset="0"/>
                <a:cs typeface="Calibri" panose="020F0502020204030204" charset="0"/>
              </a:rPr>
              <a:t> can obtain its needed resources, and so on </a:t>
            </a:r>
            <a:endParaRPr lang="en-US" altLang="en-US" sz="2000" dirty="0">
              <a:solidFill>
                <a:srgbClr val="0070C0"/>
              </a:solidFill>
              <a:latin typeface="Calibri" panose="020F0502020204030204" charset="0"/>
              <a:cs typeface="Calibri" panose="020F0502020204030204" charset="0"/>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Rectangle 2"/>
          <p:cNvSpPr>
            <a:spLocks noGrp="1" noChangeArrowheads="1"/>
          </p:cNvSpPr>
          <p:nvPr>
            <p:ph type="title"/>
          </p:nvPr>
        </p:nvSpPr>
        <p:spPr>
          <a:xfrm>
            <a:off x="457200" y="236379"/>
            <a:ext cx="8229600" cy="576263"/>
          </a:xfrm>
        </p:spPr>
        <p:txBody>
          <a:bodyPr/>
          <a:lstStyle/>
          <a:p>
            <a:pPr eaLnBrk="1" hangingPunct="1"/>
            <a:r>
              <a:rPr lang="en-US" altLang="en-US" dirty="0"/>
              <a:t>Basic Facts</a:t>
            </a:r>
            <a:endParaRPr lang="en-US" altLang="en-US" dirty="0"/>
          </a:p>
        </p:txBody>
      </p:sp>
      <p:sp>
        <p:nvSpPr>
          <p:cNvPr id="33794" name="Rectangle 3"/>
          <p:cNvSpPr>
            <a:spLocks noGrp="1" noChangeArrowheads="1"/>
          </p:cNvSpPr>
          <p:nvPr>
            <p:ph type="body" idx="1"/>
          </p:nvPr>
        </p:nvSpPr>
        <p:spPr>
          <a:xfrm>
            <a:off x="922337" y="1190625"/>
            <a:ext cx="7652495" cy="4414838"/>
          </a:xfrm>
        </p:spPr>
        <p:txBody>
          <a:bodyPr/>
          <a:lstStyle/>
          <a:p>
            <a:r>
              <a:rPr lang="en-US" altLang="en-US" sz="2400" dirty="0">
                <a:latin typeface="Calibri" panose="020F0502020204030204" charset="0"/>
                <a:cs typeface="Calibri" panose="020F0502020204030204" charset="0"/>
              </a:rPr>
              <a:t>If a system is in safe state </a:t>
            </a:r>
            <a:r>
              <a:rPr lang="en-US" altLang="en-US" sz="2400" dirty="0">
                <a:latin typeface="Calibri" panose="020F0502020204030204" charset="0"/>
                <a:cs typeface="Calibri" panose="020F0502020204030204" charset="0"/>
                <a:sym typeface="Symbol" panose="05050102010706020507" pitchFamily="18" charset="2"/>
              </a:rPr>
              <a:t> no deadlocks</a:t>
            </a:r>
            <a:br>
              <a:rPr lang="en-US" altLang="en-US" sz="2400" dirty="0">
                <a:latin typeface="Calibri" panose="020F0502020204030204" charset="0"/>
                <a:cs typeface="Calibri" panose="020F0502020204030204" charset="0"/>
                <a:sym typeface="Symbol" panose="05050102010706020507" pitchFamily="18" charset="2"/>
              </a:rPr>
            </a:br>
            <a:endParaRPr lang="en-US" altLang="en-US" sz="2400" dirty="0">
              <a:latin typeface="Calibri" panose="020F0502020204030204" charset="0"/>
              <a:cs typeface="Calibri" panose="020F0502020204030204" charset="0"/>
              <a:sym typeface="Symbol" panose="05050102010706020507" pitchFamily="18" charset="2"/>
            </a:endParaRPr>
          </a:p>
          <a:p>
            <a:r>
              <a:rPr lang="en-US" altLang="en-US" sz="2400" dirty="0">
                <a:latin typeface="Calibri" panose="020F0502020204030204" charset="0"/>
                <a:cs typeface="Calibri" panose="020F0502020204030204" charset="0"/>
                <a:sym typeface="Symbol" panose="05050102010706020507" pitchFamily="18" charset="2"/>
              </a:rPr>
              <a:t>If a system is in unsafe state  possibility of deadlock</a:t>
            </a:r>
            <a:br>
              <a:rPr lang="en-US" altLang="en-US" sz="2400" dirty="0">
                <a:latin typeface="Calibri" panose="020F0502020204030204" charset="0"/>
                <a:cs typeface="Calibri" panose="020F0502020204030204" charset="0"/>
                <a:sym typeface="Symbol" panose="05050102010706020507" pitchFamily="18" charset="2"/>
              </a:rPr>
            </a:br>
            <a:endParaRPr lang="en-US" altLang="en-US" sz="2400" dirty="0">
              <a:latin typeface="Calibri" panose="020F0502020204030204" charset="0"/>
              <a:cs typeface="Calibri" panose="020F0502020204030204" charset="0"/>
              <a:sym typeface="Symbol" panose="05050102010706020507" pitchFamily="18" charset="2"/>
            </a:endParaRPr>
          </a:p>
          <a:p>
            <a:r>
              <a:rPr lang="en-US" altLang="en-US" sz="2400" dirty="0">
                <a:latin typeface="Calibri" panose="020F0502020204030204" charset="0"/>
                <a:cs typeface="Calibri" panose="020F0502020204030204" charset="0"/>
                <a:sym typeface="Symbol" panose="05050102010706020507" pitchFamily="18" charset="2"/>
              </a:rPr>
              <a:t>Avoidance  ensure that a system will never enter an unsafe state.</a:t>
            </a:r>
            <a:endParaRPr lang="en-US" altLang="en-US" sz="2400" dirty="0">
              <a:latin typeface="Calibri" panose="020F0502020204030204" charset="0"/>
              <a:cs typeface="Calibri" panose="020F0502020204030204" charset="0"/>
              <a:sym typeface="Symbol" panose="05050102010706020507" pitchFamily="18" charset="2"/>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Rectangle 2"/>
          <p:cNvSpPr>
            <a:spLocks noGrp="1" noChangeArrowheads="1"/>
          </p:cNvSpPr>
          <p:nvPr>
            <p:ph type="title"/>
          </p:nvPr>
        </p:nvSpPr>
        <p:spPr>
          <a:xfrm>
            <a:off x="846138" y="225461"/>
            <a:ext cx="7840662" cy="576262"/>
          </a:xfrm>
        </p:spPr>
        <p:txBody>
          <a:bodyPr/>
          <a:lstStyle/>
          <a:p>
            <a:pPr eaLnBrk="1" hangingPunct="1"/>
            <a:r>
              <a:rPr lang="en-US" altLang="en-US" dirty="0"/>
              <a:t>Safe, Unsafe, Deadlock State </a:t>
            </a:r>
            <a:endParaRPr lang="en-US" altLang="en-US" dirty="0"/>
          </a:p>
        </p:txBody>
      </p:sp>
      <p:pic>
        <p:nvPicPr>
          <p:cNvPr id="35842" name="Picture 1"/>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2454910" y="1462405"/>
            <a:ext cx="4641215" cy="4641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Rectangle 2"/>
          <p:cNvSpPr>
            <a:spLocks noGrp="1" noChangeArrowheads="1"/>
          </p:cNvSpPr>
          <p:nvPr>
            <p:ph type="title"/>
          </p:nvPr>
        </p:nvSpPr>
        <p:spPr>
          <a:xfrm>
            <a:off x="1041400" y="241336"/>
            <a:ext cx="7645400" cy="576262"/>
          </a:xfrm>
        </p:spPr>
        <p:txBody>
          <a:bodyPr/>
          <a:lstStyle/>
          <a:p>
            <a:pPr eaLnBrk="1" hangingPunct="1"/>
            <a:r>
              <a:rPr lang="en-US" altLang="en-US" dirty="0"/>
              <a:t>Avoidance Algorithms</a:t>
            </a:r>
            <a:endParaRPr lang="en-US" altLang="en-US" dirty="0"/>
          </a:p>
        </p:txBody>
      </p:sp>
      <p:sp>
        <p:nvSpPr>
          <p:cNvPr id="37890" name="Rectangle 3"/>
          <p:cNvSpPr>
            <a:spLocks noGrp="1" noChangeArrowheads="1"/>
          </p:cNvSpPr>
          <p:nvPr>
            <p:ph type="body" idx="1"/>
          </p:nvPr>
        </p:nvSpPr>
        <p:spPr>
          <a:xfrm>
            <a:off x="906463" y="1171575"/>
            <a:ext cx="6659562" cy="4483100"/>
          </a:xfrm>
        </p:spPr>
        <p:txBody>
          <a:bodyPr/>
          <a:lstStyle/>
          <a:p>
            <a:r>
              <a:rPr lang="en-US" altLang="en-US" sz="2400" dirty="0">
                <a:latin typeface="Calibri" panose="020F0502020204030204" charset="0"/>
                <a:cs typeface="Calibri" panose="020F0502020204030204" charset="0"/>
              </a:rPr>
              <a:t>Single instance of a resource type</a:t>
            </a:r>
            <a:endParaRPr lang="en-US" altLang="en-US" sz="2400" dirty="0">
              <a:latin typeface="Calibri" panose="020F0502020204030204" charset="0"/>
              <a:cs typeface="Calibri" panose="020F0502020204030204" charset="0"/>
            </a:endParaRPr>
          </a:p>
          <a:p>
            <a:pPr lvl="1"/>
            <a:r>
              <a:rPr lang="en-US" altLang="en-US" sz="2400" dirty="0">
                <a:latin typeface="Calibri" panose="020F0502020204030204" charset="0"/>
                <a:cs typeface="Calibri" panose="020F0502020204030204" charset="0"/>
              </a:rPr>
              <a:t>Use a resource-allocation graph</a:t>
            </a:r>
            <a:endParaRPr lang="en-US" altLang="en-US" sz="2400" dirty="0">
              <a:latin typeface="Calibri" panose="020F0502020204030204" charset="0"/>
              <a:cs typeface="Calibri" panose="020F0502020204030204" charset="0"/>
            </a:endParaRPr>
          </a:p>
          <a:p>
            <a:pPr lvl="1">
              <a:buFont typeface="Monotype Sorts" pitchFamily="-84" charset="2"/>
              <a:buNone/>
            </a:pPr>
            <a:endParaRPr lang="en-US" altLang="en-US" sz="2400" dirty="0">
              <a:latin typeface="Calibri" panose="020F0502020204030204" charset="0"/>
              <a:cs typeface="Calibri" panose="020F0502020204030204" charset="0"/>
            </a:endParaRPr>
          </a:p>
          <a:p>
            <a:r>
              <a:rPr lang="en-US" altLang="en-US" sz="2400" dirty="0">
                <a:latin typeface="Calibri" panose="020F0502020204030204" charset="0"/>
                <a:cs typeface="Calibri" panose="020F0502020204030204" charset="0"/>
              </a:rPr>
              <a:t>Multiple instances of a resource type</a:t>
            </a:r>
            <a:endParaRPr lang="en-US" altLang="en-US" sz="2400" dirty="0">
              <a:latin typeface="Calibri" panose="020F0502020204030204" charset="0"/>
              <a:cs typeface="Calibri" panose="020F0502020204030204" charset="0"/>
            </a:endParaRPr>
          </a:p>
          <a:p>
            <a:pPr lvl="1"/>
            <a:r>
              <a:rPr lang="en-US" altLang="en-US" sz="2400" dirty="0">
                <a:latin typeface="Calibri" panose="020F0502020204030204" charset="0"/>
                <a:cs typeface="Calibri" panose="020F0502020204030204" charset="0"/>
              </a:rPr>
              <a:t> Use the Banker‘s</a:t>
            </a:r>
            <a:r>
              <a:rPr lang="en-US" altLang="ja-JP" sz="2400" dirty="0">
                <a:latin typeface="Calibri" panose="020F0502020204030204" charset="0"/>
                <a:cs typeface="Calibri" panose="020F0502020204030204" charset="0"/>
              </a:rPr>
              <a:t> Algorithm</a:t>
            </a:r>
            <a:endParaRPr lang="en-US" altLang="en-US" sz="2400" dirty="0">
              <a:latin typeface="Calibri" panose="020F0502020204030204" charset="0"/>
              <a:cs typeface="Calibri" panose="020F0502020204030204" charset="0"/>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Rectangle 2"/>
          <p:cNvSpPr>
            <a:spLocks noGrp="1" noChangeArrowheads="1"/>
          </p:cNvSpPr>
          <p:nvPr>
            <p:ph type="title"/>
          </p:nvPr>
        </p:nvSpPr>
        <p:spPr>
          <a:xfrm>
            <a:off x="983989" y="235762"/>
            <a:ext cx="7831138" cy="576262"/>
          </a:xfrm>
        </p:spPr>
        <p:txBody>
          <a:bodyPr/>
          <a:lstStyle/>
          <a:p>
            <a:pPr eaLnBrk="1" hangingPunct="1"/>
            <a:r>
              <a:rPr lang="en-US" altLang="en-US" dirty="0"/>
              <a:t>Resource-Allocation Graph Scheme</a:t>
            </a:r>
            <a:endParaRPr lang="en-US" altLang="en-US" dirty="0"/>
          </a:p>
        </p:txBody>
      </p:sp>
      <p:sp>
        <p:nvSpPr>
          <p:cNvPr id="39938" name="Rectangle 3"/>
          <p:cNvSpPr>
            <a:spLocks noGrp="1" noChangeArrowheads="1"/>
          </p:cNvSpPr>
          <p:nvPr>
            <p:ph type="body" idx="1"/>
          </p:nvPr>
        </p:nvSpPr>
        <p:spPr>
          <a:xfrm>
            <a:off x="858837" y="1155700"/>
            <a:ext cx="7457849" cy="4483100"/>
          </a:xfrm>
        </p:spPr>
        <p:txBody>
          <a:bodyPr/>
          <a:lstStyle/>
          <a:p>
            <a:r>
              <a:rPr lang="en-US" altLang="en-US" sz="2000" b="1" dirty="0">
                <a:solidFill>
                  <a:srgbClr val="006699"/>
                </a:solidFill>
                <a:latin typeface="Calibri" panose="020F0502020204030204" charset="0"/>
                <a:cs typeface="Calibri" panose="020F0502020204030204" charset="0"/>
              </a:rPr>
              <a:t>Claim edge </a:t>
            </a:r>
            <a:r>
              <a:rPr lang="en-US" altLang="en-US" sz="2000" i="1" dirty="0" err="1">
                <a:latin typeface="Calibri" panose="020F0502020204030204" charset="0"/>
                <a:cs typeface="Calibri" panose="020F0502020204030204" charset="0"/>
              </a:rPr>
              <a:t>T</a:t>
            </a:r>
            <a:r>
              <a:rPr lang="en-US" altLang="en-US" sz="2000" i="1" baseline="-25000" dirty="0" err="1">
                <a:latin typeface="Calibri" panose="020F0502020204030204" charset="0"/>
                <a:cs typeface="Calibri" panose="020F0502020204030204" charset="0"/>
              </a:rPr>
              <a:t>i</a:t>
            </a:r>
            <a:r>
              <a:rPr lang="en-US" altLang="en-US" sz="2000" dirty="0">
                <a:latin typeface="Calibri" panose="020F0502020204030204" charset="0"/>
                <a:cs typeface="Calibri" panose="020F0502020204030204" charset="0"/>
              </a:rPr>
              <a:t> </a:t>
            </a:r>
            <a:r>
              <a:rPr lang="en-US" altLang="en-US" sz="2000" dirty="0">
                <a:latin typeface="Calibri" panose="020F0502020204030204" charset="0"/>
                <a:cs typeface="Calibri" panose="020F0502020204030204" charset="0"/>
                <a:sym typeface="Symbol" panose="05050102010706020507" pitchFamily="18" charset="2"/>
              </a:rPr>
              <a:t> </a:t>
            </a:r>
            <a:r>
              <a:rPr lang="en-US" altLang="en-US" sz="2000" i="1" dirty="0" err="1">
                <a:latin typeface="Calibri" panose="020F0502020204030204" charset="0"/>
                <a:cs typeface="Calibri" panose="020F0502020204030204" charset="0"/>
                <a:sym typeface="Symbol" panose="05050102010706020507" pitchFamily="18" charset="2"/>
              </a:rPr>
              <a:t>R</a:t>
            </a:r>
            <a:r>
              <a:rPr lang="en-US" altLang="en-US" sz="2000" i="1" baseline="-25000" dirty="0" err="1">
                <a:latin typeface="Calibri" panose="020F0502020204030204" charset="0"/>
                <a:cs typeface="Calibri" panose="020F0502020204030204" charset="0"/>
                <a:sym typeface="Symbol" panose="05050102010706020507" pitchFamily="18" charset="2"/>
              </a:rPr>
              <a:t>j</a:t>
            </a:r>
            <a:r>
              <a:rPr lang="en-US" altLang="en-US" sz="2000" dirty="0">
                <a:latin typeface="Calibri" panose="020F0502020204030204" charset="0"/>
                <a:cs typeface="Calibri" panose="020F0502020204030204" charset="0"/>
                <a:sym typeface="Symbol" panose="05050102010706020507" pitchFamily="18" charset="2"/>
              </a:rPr>
              <a:t> indicated that process </a:t>
            </a:r>
            <a:r>
              <a:rPr lang="en-US" altLang="en-US" sz="2000" i="1" dirty="0" err="1">
                <a:latin typeface="Calibri" panose="020F0502020204030204" charset="0"/>
                <a:cs typeface="Calibri" panose="020F0502020204030204" charset="0"/>
                <a:sym typeface="Symbol" panose="05050102010706020507" pitchFamily="18" charset="2"/>
              </a:rPr>
              <a:t>T</a:t>
            </a:r>
            <a:r>
              <a:rPr lang="en-US" altLang="en-US" sz="2000" i="1" baseline="-25000" dirty="0" err="1">
                <a:latin typeface="Calibri" panose="020F0502020204030204" charset="0"/>
                <a:cs typeface="Calibri" panose="020F0502020204030204" charset="0"/>
                <a:sym typeface="Symbol" panose="05050102010706020507" pitchFamily="18" charset="2"/>
              </a:rPr>
              <a:t>j</a:t>
            </a:r>
            <a:r>
              <a:rPr lang="en-US" altLang="en-US" sz="2000" dirty="0">
                <a:latin typeface="Calibri" panose="020F0502020204030204" charset="0"/>
                <a:cs typeface="Calibri" panose="020F0502020204030204" charset="0"/>
                <a:sym typeface="Symbol" panose="05050102010706020507" pitchFamily="18" charset="2"/>
              </a:rPr>
              <a:t> may request resource </a:t>
            </a:r>
            <a:r>
              <a:rPr lang="en-US" altLang="en-US" sz="2000" i="1" dirty="0" err="1">
                <a:latin typeface="Calibri" panose="020F0502020204030204" charset="0"/>
                <a:cs typeface="Calibri" panose="020F0502020204030204" charset="0"/>
                <a:sym typeface="Symbol" panose="05050102010706020507" pitchFamily="18" charset="2"/>
              </a:rPr>
              <a:t>R</a:t>
            </a:r>
            <a:r>
              <a:rPr lang="en-US" altLang="en-US" sz="2000" i="1" baseline="-25000" dirty="0" err="1">
                <a:latin typeface="Calibri" panose="020F0502020204030204" charset="0"/>
                <a:cs typeface="Calibri" panose="020F0502020204030204" charset="0"/>
                <a:sym typeface="Symbol" panose="05050102010706020507" pitchFamily="18" charset="2"/>
              </a:rPr>
              <a:t>j</a:t>
            </a:r>
            <a:r>
              <a:rPr lang="en-US" altLang="en-US" sz="2000" dirty="0">
                <a:latin typeface="Calibri" panose="020F0502020204030204" charset="0"/>
                <a:cs typeface="Calibri" panose="020F0502020204030204" charset="0"/>
                <a:sym typeface="Symbol" panose="05050102010706020507" pitchFamily="18" charset="2"/>
              </a:rPr>
              <a:t>; represented by a dashed line</a:t>
            </a:r>
            <a:endParaRPr lang="en-US" altLang="en-US" sz="2000" dirty="0">
              <a:latin typeface="Calibri" panose="020F0502020204030204" charset="0"/>
              <a:cs typeface="Calibri" panose="020F0502020204030204" charset="0"/>
              <a:sym typeface="Symbol" panose="05050102010706020507" pitchFamily="18" charset="2"/>
            </a:endParaRPr>
          </a:p>
          <a:p>
            <a:r>
              <a:rPr lang="en-US" altLang="en-US" sz="2000" dirty="0">
                <a:latin typeface="Calibri" panose="020F0502020204030204" charset="0"/>
                <a:cs typeface="Calibri" panose="020F0502020204030204" charset="0"/>
                <a:sym typeface="Symbol" panose="05050102010706020507" pitchFamily="18" charset="2"/>
              </a:rPr>
              <a:t>Claim edge converts to request edge when a </a:t>
            </a:r>
            <a:r>
              <a:rPr lang="en-US" altLang="en-US" sz="2000" dirty="0">
                <a:latin typeface="Calibri" panose="020F0502020204030204" charset="0"/>
                <a:cs typeface="Calibri" panose="020F0502020204030204" charset="0"/>
              </a:rPr>
              <a:t>thread</a:t>
            </a:r>
            <a:r>
              <a:rPr lang="en-US" altLang="en-US" sz="2000" dirty="0">
                <a:latin typeface="Calibri" panose="020F0502020204030204" charset="0"/>
                <a:cs typeface="Calibri" panose="020F0502020204030204" charset="0"/>
                <a:sym typeface="Symbol" panose="05050102010706020507" pitchFamily="18" charset="2"/>
              </a:rPr>
              <a:t> requests a resource</a:t>
            </a:r>
            <a:endParaRPr lang="en-US" altLang="en-US" sz="2000" dirty="0">
              <a:latin typeface="Calibri" panose="020F0502020204030204" charset="0"/>
              <a:cs typeface="Calibri" panose="020F0502020204030204" charset="0"/>
              <a:sym typeface="Symbol" panose="05050102010706020507" pitchFamily="18" charset="2"/>
            </a:endParaRPr>
          </a:p>
          <a:p>
            <a:r>
              <a:rPr lang="en-US" altLang="en-US" sz="2000" dirty="0">
                <a:latin typeface="Calibri" panose="020F0502020204030204" charset="0"/>
                <a:cs typeface="Calibri" panose="020F0502020204030204" charset="0"/>
                <a:sym typeface="Symbol" panose="05050102010706020507" pitchFamily="18" charset="2"/>
              </a:rPr>
              <a:t>Request edge converted to an assignment edge when the  resource is allocated to the </a:t>
            </a:r>
            <a:r>
              <a:rPr lang="en-US" altLang="en-US" sz="2000" dirty="0">
                <a:latin typeface="Calibri" panose="020F0502020204030204" charset="0"/>
                <a:cs typeface="Calibri" panose="020F0502020204030204" charset="0"/>
              </a:rPr>
              <a:t>thread</a:t>
            </a:r>
            <a:endParaRPr lang="en-US" altLang="en-US" sz="2000" dirty="0">
              <a:latin typeface="Calibri" panose="020F0502020204030204" charset="0"/>
              <a:cs typeface="Calibri" panose="020F0502020204030204" charset="0"/>
              <a:sym typeface="Symbol" panose="05050102010706020507" pitchFamily="18" charset="2"/>
            </a:endParaRPr>
          </a:p>
          <a:p>
            <a:r>
              <a:rPr lang="en-US" altLang="en-US" sz="2000" dirty="0">
                <a:latin typeface="Calibri" panose="020F0502020204030204" charset="0"/>
                <a:cs typeface="Calibri" panose="020F0502020204030204" charset="0"/>
                <a:sym typeface="Symbol" panose="05050102010706020507" pitchFamily="18" charset="2"/>
              </a:rPr>
              <a:t>When a resource is released by a</a:t>
            </a:r>
            <a:r>
              <a:rPr lang="en-US" altLang="en-US" sz="2000" dirty="0">
                <a:latin typeface="Calibri" panose="020F0502020204030204" charset="0"/>
                <a:cs typeface="Calibri" panose="020F0502020204030204" charset="0"/>
              </a:rPr>
              <a:t> thread</a:t>
            </a:r>
            <a:r>
              <a:rPr lang="en-US" altLang="en-US" sz="2000" dirty="0">
                <a:latin typeface="Calibri" panose="020F0502020204030204" charset="0"/>
                <a:cs typeface="Calibri" panose="020F0502020204030204" charset="0"/>
                <a:sym typeface="Symbol" panose="05050102010706020507" pitchFamily="18" charset="2"/>
              </a:rPr>
              <a:t>, assignment edge reconverts to a claim edge</a:t>
            </a:r>
            <a:endParaRPr lang="en-US" altLang="en-US" sz="2000" dirty="0">
              <a:latin typeface="Calibri" panose="020F0502020204030204" charset="0"/>
              <a:cs typeface="Calibri" panose="020F0502020204030204" charset="0"/>
              <a:sym typeface="Symbol" panose="05050102010706020507" pitchFamily="18" charset="2"/>
            </a:endParaRPr>
          </a:p>
          <a:p>
            <a:r>
              <a:rPr lang="en-US" altLang="en-US" sz="2000" dirty="0">
                <a:latin typeface="Calibri" panose="020F0502020204030204" charset="0"/>
                <a:cs typeface="Calibri" panose="020F0502020204030204" charset="0"/>
                <a:sym typeface="Symbol" panose="05050102010706020507" pitchFamily="18" charset="2"/>
              </a:rPr>
              <a:t>Resources must be claimed </a:t>
            </a:r>
            <a:r>
              <a:rPr lang="en-US" altLang="en-US" sz="2000" i="1" dirty="0">
                <a:latin typeface="Calibri" panose="020F0502020204030204" charset="0"/>
                <a:cs typeface="Calibri" panose="020F0502020204030204" charset="0"/>
                <a:sym typeface="Symbol" panose="05050102010706020507" pitchFamily="18" charset="2"/>
              </a:rPr>
              <a:t>a priori</a:t>
            </a:r>
            <a:r>
              <a:rPr lang="en-US" altLang="en-US" sz="2000" dirty="0">
                <a:latin typeface="Calibri" panose="020F0502020204030204" charset="0"/>
                <a:cs typeface="Calibri" panose="020F0502020204030204" charset="0"/>
                <a:sym typeface="Symbol" panose="05050102010706020507" pitchFamily="18" charset="2"/>
              </a:rPr>
              <a:t> in the system</a:t>
            </a:r>
            <a:endParaRPr lang="en-US" altLang="en-US" sz="2000" dirty="0">
              <a:latin typeface="Calibri" panose="020F0502020204030204" charset="0"/>
              <a:cs typeface="Calibri" panose="020F0502020204030204" charset="0"/>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Rectangle 2"/>
          <p:cNvSpPr>
            <a:spLocks noGrp="1" noChangeArrowheads="1"/>
          </p:cNvSpPr>
          <p:nvPr>
            <p:ph type="title"/>
          </p:nvPr>
        </p:nvSpPr>
        <p:spPr>
          <a:xfrm>
            <a:off x="564079" y="355636"/>
            <a:ext cx="8224837" cy="457200"/>
          </a:xfrm>
        </p:spPr>
        <p:txBody>
          <a:bodyPr/>
          <a:lstStyle/>
          <a:p>
            <a:pPr eaLnBrk="1" hangingPunct="1"/>
            <a:r>
              <a:rPr lang="en-US" altLang="en-US" dirty="0"/>
              <a:t>Resource-Allocation Graph</a:t>
            </a:r>
            <a:endParaRPr lang="en-US" altLang="en-US" dirty="0"/>
          </a:p>
        </p:txBody>
      </p:sp>
      <p:pic>
        <p:nvPicPr>
          <p:cNvPr id="41986" name="Picture 1"/>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2528077" y="1423696"/>
            <a:ext cx="3662363" cy="3692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Rectangle 2"/>
          <p:cNvSpPr>
            <a:spLocks noGrp="1" noChangeArrowheads="1"/>
          </p:cNvSpPr>
          <p:nvPr>
            <p:ph type="title"/>
          </p:nvPr>
        </p:nvSpPr>
        <p:spPr>
          <a:xfrm>
            <a:off x="907952" y="353656"/>
            <a:ext cx="8243887" cy="457200"/>
          </a:xfrm>
        </p:spPr>
        <p:txBody>
          <a:bodyPr/>
          <a:lstStyle/>
          <a:p>
            <a:pPr eaLnBrk="1" hangingPunct="1"/>
            <a:r>
              <a:rPr lang="en-US" altLang="en-US" sz="2800" dirty="0"/>
              <a:t>Unsafe State In Resource-Allocation Graph</a:t>
            </a:r>
            <a:endParaRPr lang="en-US" altLang="en-US" sz="2800" dirty="0"/>
          </a:p>
        </p:txBody>
      </p:sp>
      <p:pic>
        <p:nvPicPr>
          <p:cNvPr id="44034" name="Picture 1"/>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2809875" y="1438275"/>
            <a:ext cx="3902075" cy="3933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Rectangle 2"/>
          <p:cNvSpPr>
            <a:spLocks noGrp="1" noChangeArrowheads="1"/>
          </p:cNvSpPr>
          <p:nvPr>
            <p:ph type="title"/>
          </p:nvPr>
        </p:nvSpPr>
        <p:spPr>
          <a:xfrm>
            <a:off x="1032747" y="234792"/>
            <a:ext cx="7656512" cy="576262"/>
          </a:xfrm>
        </p:spPr>
        <p:txBody>
          <a:bodyPr/>
          <a:lstStyle/>
          <a:p>
            <a:pPr eaLnBrk="1" hangingPunct="1"/>
            <a:r>
              <a:rPr lang="en-US" altLang="en-US" dirty="0"/>
              <a:t>Resource-Allocation Graph Algorithm</a:t>
            </a:r>
            <a:endParaRPr lang="en-US" altLang="en-US" dirty="0"/>
          </a:p>
        </p:txBody>
      </p:sp>
      <p:sp>
        <p:nvSpPr>
          <p:cNvPr id="46082" name="Rectangle 3"/>
          <p:cNvSpPr>
            <a:spLocks noGrp="1" noChangeArrowheads="1"/>
          </p:cNvSpPr>
          <p:nvPr>
            <p:ph type="body" idx="1"/>
          </p:nvPr>
        </p:nvSpPr>
        <p:spPr>
          <a:xfrm>
            <a:off x="825015" y="1187450"/>
            <a:ext cx="7656512" cy="4303713"/>
          </a:xfrm>
        </p:spPr>
        <p:txBody>
          <a:bodyPr/>
          <a:lstStyle/>
          <a:p>
            <a:r>
              <a:rPr lang="en-US" altLang="en-US" dirty="0">
                <a:latin typeface="Calibri" panose="020F0502020204030204" charset="0"/>
                <a:cs typeface="Calibri" panose="020F0502020204030204" charset="0"/>
              </a:rPr>
              <a:t>Suppose that thread</a:t>
            </a:r>
            <a:r>
              <a:rPr lang="en-US" altLang="en-US" i="1" dirty="0">
                <a:latin typeface="Calibri" panose="020F0502020204030204" charset="0"/>
                <a:cs typeface="Calibri" panose="020F0502020204030204" charset="0"/>
              </a:rPr>
              <a:t> </a:t>
            </a:r>
            <a:r>
              <a:rPr lang="en-US" altLang="en-US" i="1" dirty="0" err="1">
                <a:latin typeface="Calibri" panose="020F0502020204030204" charset="0"/>
                <a:cs typeface="Calibri" panose="020F0502020204030204" charset="0"/>
              </a:rPr>
              <a:t>T</a:t>
            </a:r>
            <a:r>
              <a:rPr lang="en-US" altLang="en-US" i="1" baseline="-25000" dirty="0" err="1">
                <a:latin typeface="Calibri" panose="020F0502020204030204" charset="0"/>
                <a:cs typeface="Calibri" panose="020F0502020204030204" charset="0"/>
              </a:rPr>
              <a:t>i</a:t>
            </a:r>
            <a:r>
              <a:rPr lang="en-US" altLang="en-US" dirty="0">
                <a:latin typeface="Calibri" panose="020F0502020204030204" charset="0"/>
                <a:cs typeface="Calibri" panose="020F0502020204030204" charset="0"/>
              </a:rPr>
              <a:t> requests a resource </a:t>
            </a:r>
            <a:r>
              <a:rPr lang="en-US" altLang="en-US" i="1" dirty="0" err="1">
                <a:latin typeface="Calibri" panose="020F0502020204030204" charset="0"/>
                <a:cs typeface="Calibri" panose="020F0502020204030204" charset="0"/>
                <a:sym typeface="Symbol" panose="05050102010706020507" pitchFamily="18" charset="2"/>
              </a:rPr>
              <a:t>R</a:t>
            </a:r>
            <a:r>
              <a:rPr lang="en-US" altLang="en-US" i="1" baseline="-25000" dirty="0" err="1">
                <a:latin typeface="Calibri" panose="020F0502020204030204" charset="0"/>
                <a:cs typeface="Calibri" panose="020F0502020204030204" charset="0"/>
                <a:sym typeface="Symbol" panose="05050102010706020507" pitchFamily="18" charset="2"/>
              </a:rPr>
              <a:t>j</a:t>
            </a:r>
            <a:endParaRPr lang="en-US" altLang="en-US" i="1" baseline="-25000" dirty="0">
              <a:latin typeface="Calibri" panose="020F0502020204030204" charset="0"/>
              <a:cs typeface="Calibri" panose="020F0502020204030204" charset="0"/>
              <a:sym typeface="Symbol" panose="05050102010706020507" pitchFamily="18" charset="2"/>
            </a:endParaRPr>
          </a:p>
          <a:p>
            <a:r>
              <a:rPr lang="en-US" altLang="en-US" dirty="0">
                <a:latin typeface="Calibri" panose="020F0502020204030204" charset="0"/>
                <a:cs typeface="Calibri" panose="020F0502020204030204" charset="0"/>
                <a:sym typeface="Symbol" panose="05050102010706020507" pitchFamily="18" charset="2"/>
              </a:rPr>
              <a:t>The request can be granted only if converting the request edge to an assignment edge does not result in the formation of a cycle in the resource allocation graph</a:t>
            </a:r>
            <a:endParaRPr lang="en-US" altLang="en-US" dirty="0">
              <a:latin typeface="Calibri" panose="020F0502020204030204" charset="0"/>
              <a:cs typeface="Calibri" panose="020F0502020204030204" charset="0"/>
              <a:sym typeface="Symbol" panose="05050102010706020507" pitchFamily="18" charset="2"/>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2466" name="Rectangle 2"/>
          <p:cNvSpPr>
            <a:spLocks noGrp="1"/>
          </p:cNvSpPr>
          <p:nvPr>
            <p:ph type="title" idx="4294967295"/>
          </p:nvPr>
        </p:nvSpPr>
        <p:spPr>
          <a:xfrm>
            <a:off x="923925" y="198438"/>
            <a:ext cx="7762875" cy="576262"/>
          </a:xfrm>
        </p:spPr>
        <p:txBody>
          <a:bodyPr vert="horz" wrap="square" lIns="91440" tIns="45720" rIns="91440" bIns="45720" anchor="b" anchorCtr="0"/>
          <a:p>
            <a:pPr eaLnBrk="1" hangingPunct="1"/>
            <a:r>
              <a:rPr lang="en-US" altLang="en-US" dirty="0"/>
              <a:t>Banker’s Algorithm</a:t>
            </a:r>
            <a:endParaRPr lang="en-US" altLang="en-US" dirty="0"/>
          </a:p>
        </p:txBody>
      </p:sp>
      <p:sp>
        <p:nvSpPr>
          <p:cNvPr id="56323" name="Rectangle 3"/>
          <p:cNvSpPr>
            <a:spLocks noGrp="1" noChangeArrowheads="1"/>
          </p:cNvSpPr>
          <p:nvPr>
            <p:ph type="body" idx="1"/>
          </p:nvPr>
        </p:nvSpPr>
        <p:spPr bwMode="auto">
          <a:xfrm>
            <a:off x="574519" y="1146926"/>
            <a:ext cx="7542213" cy="3783012"/>
          </a:xfrm>
          <a:effectLst/>
          <a:scene3d>
            <a:camera prst="orthographicFront"/>
            <a:lightRig rig="balanced" dir="t"/>
          </a:scene3d>
          <a:sp3d prstMaterial="plastic"/>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35000"/>
              </a:spcBef>
              <a:spcAft>
                <a:spcPct val="0"/>
              </a:spcAft>
              <a:buClr>
                <a:srgbClr val="993300"/>
              </a:buClr>
              <a:buSzPct val="90000"/>
              <a:buFont typeface="Wingdings" panose="05000000000000000000" pitchFamily="2" charset="2"/>
              <a:buChar char="q"/>
              <a:defRPr/>
            </a:pPr>
            <a:r>
              <a:rPr kumimoji="1" lang="en-US" altLang="en-US" sz="1800" b="0" i="0" u="none" strike="noStrike" kern="0" cap="none" spc="0" normalizeH="0" baseline="0" noProof="0" dirty="0">
                <a:ln>
                  <a:noFill/>
                </a:ln>
                <a:solidFill>
                  <a:schemeClr val="tx1"/>
                </a:solidFill>
                <a:effectLst/>
                <a:uLnTx/>
                <a:uFillTx/>
                <a:latin typeface="+mn-lt"/>
                <a:ea typeface="MS PGothic" panose="020B0600070205080204" pitchFamily="34" charset="-128"/>
                <a:cs typeface="MS PGothic" panose="020B0600070205080204" pitchFamily="34" charset="-128"/>
              </a:rPr>
              <a:t>A resource allocation and deadlock avoidance algorithm</a:t>
            </a:r>
            <a:endParaRPr kumimoji="1" lang="en-US" altLang="en-US" sz="1800" b="0" i="0" u="none" strike="noStrike" kern="0" cap="none" spc="0" normalizeH="0" baseline="0" noProof="0" dirty="0">
              <a:ln>
                <a:noFill/>
              </a:ln>
              <a:solidFill>
                <a:schemeClr val="tx1"/>
              </a:solidFill>
              <a:effectLst/>
              <a:uLnTx/>
              <a:uFillTx/>
              <a:latin typeface="+mn-lt"/>
              <a:ea typeface="MS PGothic" panose="020B0600070205080204" pitchFamily="34" charset="-128"/>
              <a:cs typeface="MS PGothic" panose="020B0600070205080204" pitchFamily="34" charset="-128"/>
            </a:endParaRPr>
          </a:p>
          <a:p>
            <a:pPr marL="742950" marR="0" lvl="1" indent="-285750" algn="l" defTabSz="914400" rtl="0" eaLnBrk="0" fontAlgn="base" latinLnBrk="0" hangingPunct="0">
              <a:lnSpc>
                <a:spcPct val="100000"/>
              </a:lnSpc>
              <a:spcBef>
                <a:spcPct val="35000"/>
              </a:spcBef>
              <a:spcAft>
                <a:spcPct val="0"/>
              </a:spcAft>
              <a:buClr>
                <a:srgbClr val="CC6600"/>
              </a:buClr>
              <a:buSzPct val="80000"/>
              <a:buFont typeface="Wingdings" panose="05000000000000000000" pitchFamily="2" charset="2"/>
              <a:buChar char="q"/>
              <a:defRPr/>
            </a:pPr>
            <a:endParaRPr kumimoji="1" lang="en-US" altLang="en-US" sz="1800" b="0" i="0" u="none" strike="noStrike" kern="0" cap="none" spc="0" normalizeH="0" baseline="0" noProof="0" dirty="0">
              <a:ln>
                <a:noFill/>
              </a:ln>
              <a:solidFill>
                <a:schemeClr val="tx1"/>
              </a:solidFill>
              <a:effectLst/>
              <a:uLnTx/>
              <a:uFillTx/>
              <a:latin typeface="+mn-lt"/>
              <a:ea typeface="MS PGothic" panose="020B0600070205080204" pitchFamily="34" charset="-128"/>
            </a:endParaRPr>
          </a:p>
          <a:p>
            <a:pPr marL="742950" marR="0" lvl="1" indent="-285750" algn="l" defTabSz="914400" rtl="0" eaLnBrk="0" fontAlgn="base" latinLnBrk="0" hangingPunct="0">
              <a:lnSpc>
                <a:spcPct val="100000"/>
              </a:lnSpc>
              <a:spcBef>
                <a:spcPct val="35000"/>
              </a:spcBef>
              <a:spcAft>
                <a:spcPct val="0"/>
              </a:spcAft>
              <a:buClr>
                <a:srgbClr val="CC6600"/>
              </a:buClr>
              <a:buSzPct val="80000"/>
              <a:buFont typeface="Wingdings" panose="05000000000000000000" pitchFamily="2" charset="2"/>
              <a:buChar char="q"/>
              <a:defRPr/>
            </a:pPr>
            <a:r>
              <a:rPr kumimoji="1" lang="en-US" altLang="en-US" sz="1800" b="0" i="0" u="none" strike="noStrike" kern="0" cap="none" spc="0" normalizeH="0" baseline="0" noProof="0" dirty="0">
                <a:ln>
                  <a:noFill/>
                </a:ln>
                <a:solidFill>
                  <a:schemeClr val="tx1"/>
                </a:solidFill>
                <a:effectLst/>
                <a:uLnTx/>
                <a:uFillTx/>
                <a:latin typeface="+mn-lt"/>
                <a:ea typeface="MS PGothic" panose="020B0600070205080204" pitchFamily="34" charset="-128"/>
              </a:rPr>
              <a:t>Tests for safety by </a:t>
            </a:r>
            <a:r>
              <a:rPr kumimoji="1" lang="en-US" altLang="en-US" sz="1800" b="0" i="0" u="none" strike="noStrike" kern="0" cap="none" spc="0" normalizeH="0" baseline="0" noProof="0" dirty="0">
                <a:ln>
                  <a:noFill/>
                </a:ln>
                <a:solidFill>
                  <a:srgbClr val="FF0000"/>
                </a:solidFill>
                <a:effectLst/>
                <a:uLnTx/>
                <a:uFillTx/>
                <a:latin typeface="+mn-lt"/>
                <a:ea typeface="MS PGothic" panose="020B0600070205080204" pitchFamily="34" charset="-128"/>
              </a:rPr>
              <a:t>simulating the allocation </a:t>
            </a:r>
            <a:r>
              <a:rPr kumimoji="1" lang="en-US" altLang="en-US" sz="1800" b="0" i="0" u="none" strike="noStrike" kern="0" cap="none" spc="0" normalizeH="0" baseline="0" noProof="0" dirty="0">
                <a:ln>
                  <a:noFill/>
                </a:ln>
                <a:solidFill>
                  <a:schemeClr val="tx1"/>
                </a:solidFill>
                <a:effectLst/>
                <a:uLnTx/>
                <a:uFillTx/>
                <a:latin typeface="+mn-lt"/>
                <a:ea typeface="MS PGothic" panose="020B0600070205080204" pitchFamily="34" charset="-128"/>
              </a:rPr>
              <a:t>for predetermined </a:t>
            </a:r>
            <a:r>
              <a:rPr kumimoji="1" lang="en-US" altLang="en-US" sz="1800" b="0" i="0" u="none" strike="noStrike" kern="0" cap="none" spc="0" normalizeH="0" baseline="0" noProof="0" dirty="0">
                <a:ln>
                  <a:noFill/>
                </a:ln>
                <a:solidFill>
                  <a:srgbClr val="FF0000"/>
                </a:solidFill>
                <a:effectLst/>
                <a:uLnTx/>
                <a:uFillTx/>
                <a:latin typeface="+mn-lt"/>
                <a:ea typeface="MS PGothic" panose="020B0600070205080204" pitchFamily="34" charset="-128"/>
              </a:rPr>
              <a:t>maximum possible</a:t>
            </a:r>
            <a:r>
              <a:rPr kumimoji="1" lang="en-US" altLang="en-US" sz="1800" b="0" i="0" u="none" strike="noStrike" kern="0" cap="none" spc="0" normalizeH="0" baseline="0" noProof="0" dirty="0">
                <a:ln>
                  <a:noFill/>
                </a:ln>
                <a:solidFill>
                  <a:schemeClr val="tx1"/>
                </a:solidFill>
                <a:effectLst/>
                <a:uLnTx/>
                <a:uFillTx/>
                <a:latin typeface="+mn-lt"/>
                <a:ea typeface="MS PGothic" panose="020B0600070205080204" pitchFamily="34" charset="-128"/>
              </a:rPr>
              <a:t> amounts of all resources</a:t>
            </a:r>
            <a:endParaRPr kumimoji="1" lang="en-US" altLang="en-US" sz="1800" b="0" i="0" u="none" strike="noStrike" kern="0" cap="none" spc="0" normalizeH="0" baseline="0" noProof="0" dirty="0">
              <a:ln>
                <a:noFill/>
              </a:ln>
              <a:solidFill>
                <a:schemeClr val="tx1"/>
              </a:solidFill>
              <a:effectLst/>
              <a:uLnTx/>
              <a:uFillTx/>
              <a:latin typeface="+mn-lt"/>
              <a:ea typeface="MS PGothic" panose="020B0600070205080204" pitchFamily="34" charset="-128"/>
            </a:endParaRPr>
          </a:p>
          <a:p>
            <a:pPr marL="742950" marR="0" lvl="1" indent="-285750" algn="l" defTabSz="914400" rtl="0" eaLnBrk="0" fontAlgn="base" latinLnBrk="0" hangingPunct="0">
              <a:lnSpc>
                <a:spcPct val="100000"/>
              </a:lnSpc>
              <a:spcBef>
                <a:spcPct val="35000"/>
              </a:spcBef>
              <a:spcAft>
                <a:spcPct val="0"/>
              </a:spcAft>
              <a:buClr>
                <a:srgbClr val="CC6600"/>
              </a:buClr>
              <a:buSzPct val="80000"/>
              <a:buFont typeface="Wingdings" panose="05000000000000000000" pitchFamily="2" charset="2"/>
              <a:buChar char="q"/>
              <a:defRPr/>
            </a:pPr>
            <a:endParaRPr kumimoji="1" lang="en-US" altLang="en-US" sz="1800" b="0" i="0" u="none" strike="noStrike" kern="0" cap="none" spc="0" normalizeH="0" baseline="0" noProof="0" dirty="0">
              <a:ln>
                <a:noFill/>
              </a:ln>
              <a:solidFill>
                <a:schemeClr val="tx1"/>
              </a:solidFill>
              <a:effectLst/>
              <a:uLnTx/>
              <a:uFillTx/>
              <a:latin typeface="+mn-lt"/>
              <a:ea typeface="MS PGothic" panose="020B0600070205080204" pitchFamily="34" charset="-128"/>
            </a:endParaRPr>
          </a:p>
          <a:p>
            <a:pPr marL="742950" marR="0" lvl="1" indent="-285750" algn="l" defTabSz="914400" rtl="0" eaLnBrk="0" fontAlgn="base" latinLnBrk="0" hangingPunct="0">
              <a:lnSpc>
                <a:spcPct val="100000"/>
              </a:lnSpc>
              <a:spcBef>
                <a:spcPct val="35000"/>
              </a:spcBef>
              <a:spcAft>
                <a:spcPct val="0"/>
              </a:spcAft>
              <a:buClr>
                <a:srgbClr val="CC6600"/>
              </a:buClr>
              <a:buSzPct val="80000"/>
              <a:buFont typeface="Wingdings" panose="05000000000000000000" pitchFamily="2" charset="2"/>
              <a:buChar char="q"/>
              <a:defRPr/>
            </a:pPr>
            <a:endParaRPr kumimoji="1" lang="en-US" altLang="en-US" sz="1800" b="0" i="0" u="none" strike="noStrike" kern="0" cap="none" spc="0" normalizeH="0" baseline="0" noProof="0" dirty="0">
              <a:ln>
                <a:noFill/>
              </a:ln>
              <a:solidFill>
                <a:schemeClr val="tx1"/>
              </a:solidFill>
              <a:effectLst/>
              <a:uLnTx/>
              <a:uFillTx/>
              <a:latin typeface="+mn-lt"/>
              <a:ea typeface="MS PGothic" panose="020B0600070205080204" pitchFamily="34" charset="-128"/>
            </a:endParaRPr>
          </a:p>
          <a:p>
            <a:pPr marL="742950" marR="0" lvl="1" indent="-285750" algn="l" defTabSz="914400" rtl="0" eaLnBrk="0" fontAlgn="base" latinLnBrk="0" hangingPunct="0">
              <a:lnSpc>
                <a:spcPct val="100000"/>
              </a:lnSpc>
              <a:spcBef>
                <a:spcPct val="35000"/>
              </a:spcBef>
              <a:spcAft>
                <a:spcPct val="0"/>
              </a:spcAft>
              <a:buClr>
                <a:srgbClr val="CC6600"/>
              </a:buClr>
              <a:buSzPct val="80000"/>
              <a:buFont typeface="Wingdings" panose="05000000000000000000" pitchFamily="2" charset="2"/>
              <a:buChar char="q"/>
              <a:defRPr/>
            </a:pPr>
            <a:r>
              <a:rPr kumimoji="1" lang="en-US" altLang="en-US" sz="1800" b="0" i="0" u="none" strike="noStrike" kern="0" cap="none" spc="0" normalizeH="0" baseline="0" noProof="0" dirty="0">
                <a:ln>
                  <a:noFill/>
                </a:ln>
                <a:solidFill>
                  <a:schemeClr val="tx1"/>
                </a:solidFill>
                <a:effectLst/>
                <a:uLnTx/>
                <a:uFillTx/>
                <a:latin typeface="+mn-lt"/>
                <a:ea typeface="MS PGothic" panose="020B0600070205080204" pitchFamily="34" charset="-128"/>
              </a:rPr>
              <a:t>Then </a:t>
            </a:r>
            <a:r>
              <a:rPr kumimoji="1" lang="en-US" altLang="en-US" sz="1800" b="0" i="0" u="none" strike="noStrike" kern="0" cap="none" spc="0" normalizeH="0" baseline="0" noProof="0" dirty="0">
                <a:ln>
                  <a:noFill/>
                </a:ln>
                <a:solidFill>
                  <a:srgbClr val="FF0000"/>
                </a:solidFill>
                <a:effectLst/>
                <a:uLnTx/>
                <a:uFillTx/>
                <a:latin typeface="+mn-lt"/>
                <a:ea typeface="MS PGothic" panose="020B0600070205080204" pitchFamily="34" charset="-128"/>
              </a:rPr>
              <a:t>makes a check </a:t>
            </a:r>
            <a:r>
              <a:rPr kumimoji="1" lang="en-US" altLang="en-US" sz="1800" b="0" i="0" u="none" strike="noStrike" kern="0" cap="none" spc="0" normalizeH="0" baseline="0" noProof="0" dirty="0">
                <a:ln>
                  <a:noFill/>
                </a:ln>
                <a:solidFill>
                  <a:schemeClr val="tx1"/>
                </a:solidFill>
                <a:effectLst/>
                <a:uLnTx/>
                <a:uFillTx/>
                <a:latin typeface="+mn-lt"/>
                <a:ea typeface="MS PGothic" panose="020B0600070205080204" pitchFamily="34" charset="-128"/>
              </a:rPr>
              <a:t>to test for </a:t>
            </a:r>
            <a:r>
              <a:rPr kumimoji="1" lang="en-US" altLang="en-US" sz="1800" b="0" i="0" u="none" strike="noStrike" kern="0" cap="none" spc="0" normalizeH="0" baseline="0" noProof="0" dirty="0">
                <a:ln>
                  <a:noFill/>
                </a:ln>
                <a:solidFill>
                  <a:schemeClr val="tx1"/>
                </a:solidFill>
                <a:effectLst/>
                <a:highlight>
                  <a:srgbClr val="FFFF00"/>
                </a:highlight>
                <a:uLnTx/>
                <a:uFillTx/>
                <a:latin typeface="+mn-lt"/>
                <a:ea typeface="MS PGothic" panose="020B0600070205080204" pitchFamily="34" charset="-128"/>
              </a:rPr>
              <a:t>possible activities</a:t>
            </a:r>
            <a:r>
              <a:rPr kumimoji="1" lang="en-US" altLang="en-US" sz="1800" b="0" i="0" u="none" strike="noStrike" kern="0" cap="none" spc="0" normalizeH="0" baseline="0" noProof="0" dirty="0">
                <a:ln>
                  <a:noFill/>
                </a:ln>
                <a:solidFill>
                  <a:schemeClr val="tx1"/>
                </a:solidFill>
                <a:effectLst/>
                <a:uLnTx/>
                <a:uFillTx/>
                <a:latin typeface="+mn-lt"/>
                <a:ea typeface="MS PGothic" panose="020B0600070205080204" pitchFamily="34" charset="-128"/>
              </a:rPr>
              <a:t>, before deciding whether allocation should be allowed to continue.</a:t>
            </a:r>
            <a:endParaRPr kumimoji="1" lang="en-US" altLang="en-US" sz="1800" b="0" i="0" u="none" strike="noStrike" kern="0" cap="none" spc="0" normalizeH="0" baseline="0" noProof="0" dirty="0">
              <a:ln>
                <a:noFill/>
              </a:ln>
              <a:solidFill>
                <a:schemeClr val="tx1"/>
              </a:solidFill>
              <a:effectLst/>
              <a:uLnTx/>
              <a:uFillTx/>
              <a:latin typeface="+mn-lt"/>
              <a:ea typeface="MS PGothic" panose="020B0600070205080204" pitchFamily="34" charset="-128"/>
            </a:endParaRPr>
          </a:p>
          <a:p>
            <a:pPr marL="742950" marR="0" lvl="1" indent="-285750" algn="l" defTabSz="914400" rtl="0" eaLnBrk="0" fontAlgn="base" latinLnBrk="0" hangingPunct="0">
              <a:lnSpc>
                <a:spcPct val="100000"/>
              </a:lnSpc>
              <a:spcBef>
                <a:spcPct val="35000"/>
              </a:spcBef>
              <a:spcAft>
                <a:spcPct val="0"/>
              </a:spcAft>
              <a:buClr>
                <a:srgbClr val="CC6600"/>
              </a:buClr>
              <a:buSzPct val="80000"/>
              <a:buFont typeface="Wingdings" panose="05000000000000000000" pitchFamily="2" charset="2"/>
              <a:buChar char="q"/>
              <a:defRPr/>
            </a:pPr>
            <a:endParaRPr kumimoji="1" lang="en-US" altLang="en-US" sz="1800" b="0" i="0" u="none" strike="noStrike" kern="0" cap="none" spc="0" normalizeH="0" baseline="0" noProof="0" dirty="0">
              <a:ln>
                <a:noFill/>
              </a:ln>
              <a:solidFill>
                <a:schemeClr val="tx1"/>
              </a:solidFill>
              <a:effectLst/>
              <a:uLnTx/>
              <a:uFillTx/>
              <a:latin typeface="+mn-lt"/>
              <a:ea typeface="MS PGothic" panose="020B0600070205080204" pitchFamily="34" charset="-128"/>
            </a:endParaRPr>
          </a:p>
          <a:p>
            <a:pPr marL="742950" marR="0" lvl="1" indent="-285750" algn="l" defTabSz="914400" rtl="0" eaLnBrk="0" fontAlgn="base" latinLnBrk="0" hangingPunct="0">
              <a:lnSpc>
                <a:spcPct val="100000"/>
              </a:lnSpc>
              <a:spcBef>
                <a:spcPct val="35000"/>
              </a:spcBef>
              <a:spcAft>
                <a:spcPct val="0"/>
              </a:spcAft>
              <a:buClr>
                <a:srgbClr val="CC6600"/>
              </a:buClr>
              <a:buSzPct val="80000"/>
              <a:buFont typeface="Wingdings" panose="05000000000000000000" pitchFamily="2" charset="2"/>
              <a:buChar char="q"/>
              <a:defRPr/>
            </a:pPr>
            <a:endParaRPr kumimoji="1" lang="en-US" altLang="en-US" sz="1800" b="0" i="0" u="none" strike="noStrike" kern="0" cap="none" spc="0" normalizeH="0" baseline="0" noProof="0" dirty="0">
              <a:ln>
                <a:noFill/>
              </a:ln>
              <a:solidFill>
                <a:schemeClr val="tx1"/>
              </a:solidFill>
              <a:effectLst/>
              <a:uLnTx/>
              <a:uFillTx/>
              <a:latin typeface="+mn-lt"/>
              <a:ea typeface="MS PGothic" panose="020B0600070205080204" pitchFamily="34" charset="-128"/>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Rectangle 2"/>
          <p:cNvSpPr>
            <a:spLocks noGrp="1" noChangeArrowheads="1"/>
          </p:cNvSpPr>
          <p:nvPr>
            <p:ph type="title"/>
          </p:nvPr>
        </p:nvSpPr>
        <p:spPr>
          <a:xfrm>
            <a:off x="914400" y="238549"/>
            <a:ext cx="7772400" cy="576262"/>
          </a:xfrm>
        </p:spPr>
        <p:txBody>
          <a:bodyPr/>
          <a:lstStyle/>
          <a:p>
            <a:pPr eaLnBrk="1" hangingPunct="1"/>
            <a:r>
              <a:rPr lang="en-US" altLang="en-US" dirty="0"/>
              <a:t>Banker’s Algorithm</a:t>
            </a:r>
            <a:endParaRPr lang="en-US" altLang="en-US" dirty="0"/>
          </a:p>
        </p:txBody>
      </p:sp>
      <p:sp>
        <p:nvSpPr>
          <p:cNvPr id="48130" name="Rectangle 3"/>
          <p:cNvSpPr>
            <a:spLocks noGrp="1" noChangeArrowheads="1"/>
          </p:cNvSpPr>
          <p:nvPr>
            <p:ph type="body" idx="1"/>
          </p:nvPr>
        </p:nvSpPr>
        <p:spPr>
          <a:xfrm>
            <a:off x="858838" y="1128713"/>
            <a:ext cx="7706664" cy="4441825"/>
          </a:xfrm>
        </p:spPr>
        <p:txBody>
          <a:bodyPr/>
          <a:lstStyle/>
          <a:p>
            <a:r>
              <a:rPr lang="en-US" altLang="en-US" sz="2400" dirty="0">
                <a:latin typeface="Calibri" panose="020F0502020204030204" charset="0"/>
                <a:cs typeface="Calibri" panose="020F0502020204030204" charset="0"/>
              </a:rPr>
              <a:t>Multiple instances of resources</a:t>
            </a:r>
            <a:endParaRPr lang="en-US" altLang="en-US" sz="2400" dirty="0">
              <a:latin typeface="Calibri" panose="020F0502020204030204" charset="0"/>
              <a:cs typeface="Calibri" panose="020F0502020204030204" charset="0"/>
            </a:endParaRPr>
          </a:p>
          <a:p>
            <a:r>
              <a:rPr lang="en-US" altLang="en-US" sz="2400" dirty="0">
                <a:latin typeface="Calibri" panose="020F0502020204030204" charset="0"/>
                <a:cs typeface="Calibri" panose="020F0502020204030204" charset="0"/>
              </a:rPr>
              <a:t>Each thread must a priori claim maximum use</a:t>
            </a:r>
            <a:endParaRPr lang="en-US" altLang="en-US" sz="2400" dirty="0">
              <a:latin typeface="Calibri" panose="020F0502020204030204" charset="0"/>
              <a:cs typeface="Calibri" panose="020F0502020204030204" charset="0"/>
            </a:endParaRPr>
          </a:p>
          <a:p>
            <a:r>
              <a:rPr lang="en-US" altLang="en-US" sz="2400" dirty="0">
                <a:latin typeface="Calibri" panose="020F0502020204030204" charset="0"/>
                <a:cs typeface="Calibri" panose="020F0502020204030204" charset="0"/>
              </a:rPr>
              <a:t>When a thread requests a resource, it may have to wait  </a:t>
            </a:r>
            <a:endParaRPr lang="en-US" altLang="en-US" sz="2400" dirty="0">
              <a:latin typeface="Calibri" panose="020F0502020204030204" charset="0"/>
              <a:cs typeface="Calibri" panose="020F0502020204030204" charset="0"/>
            </a:endParaRPr>
          </a:p>
          <a:p>
            <a:r>
              <a:rPr lang="en-US" altLang="en-US" sz="2400" dirty="0">
                <a:latin typeface="Calibri" panose="020F0502020204030204" charset="0"/>
                <a:cs typeface="Calibri" panose="020F0502020204030204" charset="0"/>
              </a:rPr>
              <a:t>When a thread gets all its resources it must return them in a finite amount of time</a:t>
            </a:r>
            <a:endParaRPr lang="en-US" altLang="en-US" sz="2400" dirty="0">
              <a:latin typeface="Calibri" panose="020F0502020204030204" charset="0"/>
              <a:cs typeface="Calibri" panose="020F0502020204030204" charset="0"/>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Rectangle 2"/>
          <p:cNvSpPr>
            <a:spLocks noGrp="1" noChangeArrowheads="1"/>
          </p:cNvSpPr>
          <p:nvPr>
            <p:ph type="title"/>
          </p:nvPr>
        </p:nvSpPr>
        <p:spPr>
          <a:xfrm>
            <a:off x="1064260" y="234950"/>
            <a:ext cx="7839710" cy="579755"/>
          </a:xfrm>
        </p:spPr>
        <p:txBody>
          <a:bodyPr/>
          <a:lstStyle/>
          <a:p>
            <a:pPr eaLnBrk="1" hangingPunct="1"/>
            <a:r>
              <a:rPr lang="en-US" altLang="en-US" sz="2800" dirty="0"/>
              <a:t>Data Structures for the Banker’s</a:t>
            </a:r>
            <a:r>
              <a:rPr lang="en-US" altLang="ja-JP" sz="2800" dirty="0"/>
              <a:t> Algorithm </a:t>
            </a:r>
            <a:endParaRPr lang="en-US" altLang="en-US" sz="2800" dirty="0"/>
          </a:p>
        </p:txBody>
      </p:sp>
      <p:sp>
        <p:nvSpPr>
          <p:cNvPr id="50178" name="Rectangle 3"/>
          <p:cNvSpPr>
            <a:spLocks noGrp="1" noChangeArrowheads="1"/>
          </p:cNvSpPr>
          <p:nvPr>
            <p:ph type="body" idx="1"/>
          </p:nvPr>
        </p:nvSpPr>
        <p:spPr>
          <a:xfrm>
            <a:off x="1192530" y="1654175"/>
            <a:ext cx="7370445" cy="4772660"/>
          </a:xfrm>
        </p:spPr>
        <p:txBody>
          <a:bodyPr/>
          <a:lstStyle/>
          <a:p>
            <a:r>
              <a:rPr lang="en-US" altLang="en-US" sz="2000" b="1" dirty="0">
                <a:latin typeface="Calibri" panose="020F0502020204030204" charset="0"/>
                <a:cs typeface="Calibri" panose="020F0502020204030204" charset="0"/>
              </a:rPr>
              <a:t>Available</a:t>
            </a:r>
            <a:r>
              <a:rPr lang="en-US" altLang="en-US" sz="2000" i="1" dirty="0">
                <a:latin typeface="Calibri" panose="020F0502020204030204" charset="0"/>
                <a:cs typeface="Calibri" panose="020F0502020204030204" charset="0"/>
              </a:rPr>
              <a:t>:</a:t>
            </a:r>
            <a:r>
              <a:rPr lang="en-US" altLang="en-US" sz="2000" dirty="0">
                <a:latin typeface="Calibri" panose="020F0502020204030204" charset="0"/>
                <a:cs typeface="Calibri" panose="020F0502020204030204" charset="0"/>
              </a:rPr>
              <a:t>  Vector of length </a:t>
            </a:r>
            <a:r>
              <a:rPr lang="en-US" altLang="en-US" sz="2000" i="1" dirty="0">
                <a:latin typeface="Calibri" panose="020F0502020204030204" charset="0"/>
                <a:cs typeface="Calibri" panose="020F0502020204030204" charset="0"/>
              </a:rPr>
              <a:t>m</a:t>
            </a:r>
            <a:r>
              <a:rPr lang="en-US" altLang="en-US" sz="2000" dirty="0">
                <a:latin typeface="Calibri" panose="020F0502020204030204" charset="0"/>
                <a:cs typeface="Calibri" panose="020F0502020204030204" charset="0"/>
              </a:rPr>
              <a:t>. If available [</a:t>
            </a:r>
            <a:r>
              <a:rPr lang="en-US" altLang="en-US" sz="2000" i="1" dirty="0">
                <a:latin typeface="Calibri" panose="020F0502020204030204" charset="0"/>
                <a:cs typeface="Calibri" panose="020F0502020204030204" charset="0"/>
              </a:rPr>
              <a:t>j</a:t>
            </a:r>
            <a:r>
              <a:rPr lang="en-US" altLang="en-US" sz="2000" dirty="0">
                <a:latin typeface="Calibri" panose="020F0502020204030204" charset="0"/>
                <a:cs typeface="Calibri" panose="020F0502020204030204" charset="0"/>
              </a:rPr>
              <a:t>] = </a:t>
            </a:r>
            <a:r>
              <a:rPr lang="en-US" altLang="en-US" sz="2000" i="1" dirty="0">
                <a:latin typeface="Calibri" panose="020F0502020204030204" charset="0"/>
                <a:cs typeface="Calibri" panose="020F0502020204030204" charset="0"/>
              </a:rPr>
              <a:t>k</a:t>
            </a:r>
            <a:r>
              <a:rPr lang="en-US" altLang="en-US" sz="2000" dirty="0">
                <a:latin typeface="Calibri" panose="020F0502020204030204" charset="0"/>
                <a:cs typeface="Calibri" panose="020F0502020204030204" charset="0"/>
              </a:rPr>
              <a:t>, there are</a:t>
            </a:r>
            <a:r>
              <a:rPr lang="en-US" altLang="en-US" sz="2000" i="1" dirty="0">
                <a:latin typeface="Calibri" panose="020F0502020204030204" charset="0"/>
                <a:cs typeface="Calibri" panose="020F0502020204030204" charset="0"/>
              </a:rPr>
              <a:t> k</a:t>
            </a:r>
            <a:r>
              <a:rPr lang="en-US" altLang="en-US" sz="2000" dirty="0">
                <a:latin typeface="Calibri" panose="020F0502020204030204" charset="0"/>
                <a:cs typeface="Calibri" panose="020F0502020204030204" charset="0"/>
              </a:rPr>
              <a:t> instances of resource type </a:t>
            </a:r>
            <a:r>
              <a:rPr lang="en-US" altLang="en-US" sz="2000" i="1" dirty="0" err="1">
                <a:latin typeface="Calibri" panose="020F0502020204030204" charset="0"/>
                <a:cs typeface="Calibri" panose="020F0502020204030204" charset="0"/>
              </a:rPr>
              <a:t>R</a:t>
            </a:r>
            <a:r>
              <a:rPr lang="en-US" altLang="en-US" sz="2000" i="1" baseline="-25000" dirty="0" err="1">
                <a:latin typeface="Calibri" panose="020F0502020204030204" charset="0"/>
                <a:cs typeface="Calibri" panose="020F0502020204030204" charset="0"/>
              </a:rPr>
              <a:t>j</a:t>
            </a:r>
            <a:r>
              <a:rPr lang="en-US" altLang="en-US" sz="2000" baseline="-25000" dirty="0">
                <a:latin typeface="Calibri" panose="020F0502020204030204" charset="0"/>
                <a:cs typeface="Calibri" panose="020F0502020204030204" charset="0"/>
              </a:rPr>
              <a:t>  </a:t>
            </a:r>
            <a:r>
              <a:rPr lang="en-US" altLang="en-US" sz="2000" dirty="0">
                <a:latin typeface="Calibri" panose="020F0502020204030204" charset="0"/>
                <a:cs typeface="Calibri" panose="020F0502020204030204" charset="0"/>
              </a:rPr>
              <a:t>available</a:t>
            </a:r>
            <a:endParaRPr lang="en-US" altLang="en-US" sz="2000" dirty="0">
              <a:latin typeface="Calibri" panose="020F0502020204030204" charset="0"/>
              <a:cs typeface="Calibri" panose="020F0502020204030204" charset="0"/>
            </a:endParaRPr>
          </a:p>
          <a:p>
            <a:endParaRPr lang="en-US" altLang="en-US" sz="2000" dirty="0">
              <a:latin typeface="Calibri" panose="020F0502020204030204" charset="0"/>
              <a:cs typeface="Calibri" panose="020F0502020204030204" charset="0"/>
            </a:endParaRPr>
          </a:p>
          <a:p>
            <a:r>
              <a:rPr lang="en-US" altLang="en-US" sz="2000" b="1" dirty="0">
                <a:solidFill>
                  <a:srgbClr val="000000"/>
                </a:solidFill>
                <a:latin typeface="Calibri" panose="020F0502020204030204" charset="0"/>
                <a:cs typeface="Calibri" panose="020F0502020204030204" charset="0"/>
              </a:rPr>
              <a:t>Max</a:t>
            </a:r>
            <a:r>
              <a:rPr lang="en-US" altLang="en-US" sz="2000" i="1" dirty="0">
                <a:latin typeface="Calibri" panose="020F0502020204030204" charset="0"/>
                <a:cs typeface="Calibri" panose="020F0502020204030204" charset="0"/>
              </a:rPr>
              <a:t>: n x m</a:t>
            </a:r>
            <a:r>
              <a:rPr lang="en-US" altLang="en-US" sz="2000" dirty="0">
                <a:latin typeface="Calibri" panose="020F0502020204030204" charset="0"/>
                <a:cs typeface="Calibri" panose="020F0502020204030204" charset="0"/>
              </a:rPr>
              <a:t> matrix.  If </a:t>
            </a:r>
            <a:r>
              <a:rPr lang="en-US" altLang="en-US" sz="2000" i="1" dirty="0">
                <a:latin typeface="Calibri" panose="020F0502020204030204" charset="0"/>
                <a:cs typeface="Calibri" panose="020F0502020204030204" charset="0"/>
              </a:rPr>
              <a:t>Max </a:t>
            </a:r>
            <a:r>
              <a:rPr lang="en-US" altLang="en-US" sz="2000" dirty="0">
                <a:latin typeface="Calibri" panose="020F0502020204030204" charset="0"/>
                <a:cs typeface="Calibri" panose="020F0502020204030204" charset="0"/>
              </a:rPr>
              <a:t>[</a:t>
            </a:r>
            <a:r>
              <a:rPr lang="en-US" altLang="en-US" sz="2000" i="1" dirty="0" err="1">
                <a:latin typeface="Calibri" panose="020F0502020204030204" charset="0"/>
                <a:cs typeface="Calibri" panose="020F0502020204030204" charset="0"/>
              </a:rPr>
              <a:t>i,j</a:t>
            </a:r>
            <a:r>
              <a:rPr lang="en-US" altLang="en-US" sz="2000" dirty="0">
                <a:latin typeface="Calibri" panose="020F0502020204030204" charset="0"/>
                <a:cs typeface="Calibri" panose="020F0502020204030204" charset="0"/>
              </a:rPr>
              <a:t>] = </a:t>
            </a:r>
            <a:r>
              <a:rPr lang="en-US" altLang="en-US" sz="2000" i="1" dirty="0">
                <a:latin typeface="Calibri" panose="020F0502020204030204" charset="0"/>
                <a:cs typeface="Calibri" panose="020F0502020204030204" charset="0"/>
              </a:rPr>
              <a:t>k</a:t>
            </a:r>
            <a:r>
              <a:rPr lang="en-US" altLang="en-US" sz="2000" dirty="0">
                <a:latin typeface="Calibri" panose="020F0502020204030204" charset="0"/>
                <a:cs typeface="Calibri" panose="020F0502020204030204" charset="0"/>
              </a:rPr>
              <a:t>, then process </a:t>
            </a:r>
            <a:r>
              <a:rPr lang="en-US" altLang="en-US" sz="2000" i="1" dirty="0" err="1">
                <a:latin typeface="Calibri" panose="020F0502020204030204" charset="0"/>
                <a:cs typeface="Calibri" panose="020F0502020204030204" charset="0"/>
              </a:rPr>
              <a:t>T</a:t>
            </a:r>
            <a:r>
              <a:rPr lang="en-US" altLang="en-US" sz="2000" i="1" baseline="-25000" dirty="0" err="1">
                <a:latin typeface="Calibri" panose="020F0502020204030204" charset="0"/>
                <a:cs typeface="Calibri" panose="020F0502020204030204" charset="0"/>
              </a:rPr>
              <a:t>i</a:t>
            </a:r>
            <a:r>
              <a:rPr lang="en-US" altLang="en-US" sz="2000" i="1" dirty="0">
                <a:latin typeface="Calibri" panose="020F0502020204030204" charset="0"/>
                <a:cs typeface="Calibri" panose="020F0502020204030204" charset="0"/>
              </a:rPr>
              <a:t> </a:t>
            </a:r>
            <a:r>
              <a:rPr lang="en-US" altLang="en-US" sz="2000" dirty="0">
                <a:latin typeface="Calibri" panose="020F0502020204030204" charset="0"/>
                <a:cs typeface="Calibri" panose="020F0502020204030204" charset="0"/>
              </a:rPr>
              <a:t>may request at most</a:t>
            </a:r>
            <a:r>
              <a:rPr lang="en-US" altLang="en-US" sz="2000" i="1" dirty="0">
                <a:latin typeface="Calibri" panose="020F0502020204030204" charset="0"/>
                <a:cs typeface="Calibri" panose="020F0502020204030204" charset="0"/>
              </a:rPr>
              <a:t> k </a:t>
            </a:r>
            <a:r>
              <a:rPr lang="en-US" altLang="en-US" sz="2000" dirty="0">
                <a:latin typeface="Calibri" panose="020F0502020204030204" charset="0"/>
                <a:cs typeface="Calibri" panose="020F0502020204030204" charset="0"/>
              </a:rPr>
              <a:t>instances of resource type </a:t>
            </a:r>
            <a:r>
              <a:rPr lang="en-US" altLang="en-US" sz="2000" i="1" dirty="0" err="1">
                <a:latin typeface="Calibri" panose="020F0502020204030204" charset="0"/>
                <a:cs typeface="Calibri" panose="020F0502020204030204" charset="0"/>
              </a:rPr>
              <a:t>R</a:t>
            </a:r>
            <a:r>
              <a:rPr lang="en-US" altLang="en-US" sz="2000" i="1" baseline="-25000" dirty="0" err="1">
                <a:latin typeface="Calibri" panose="020F0502020204030204" charset="0"/>
                <a:cs typeface="Calibri" panose="020F0502020204030204" charset="0"/>
              </a:rPr>
              <a:t>j</a:t>
            </a:r>
            <a:endParaRPr lang="en-US" altLang="en-US" sz="2000" i="1" baseline="-25000" dirty="0">
              <a:latin typeface="Calibri" panose="020F0502020204030204" charset="0"/>
              <a:cs typeface="Calibri" panose="020F0502020204030204" charset="0"/>
            </a:endParaRPr>
          </a:p>
          <a:p>
            <a:endParaRPr lang="en-US" altLang="en-US" sz="2000" i="1" baseline="-25000" dirty="0">
              <a:latin typeface="Calibri" panose="020F0502020204030204" charset="0"/>
              <a:cs typeface="Calibri" panose="020F0502020204030204" charset="0"/>
            </a:endParaRPr>
          </a:p>
          <a:p>
            <a:r>
              <a:rPr lang="en-US" altLang="en-US" sz="2000" b="1" dirty="0">
                <a:solidFill>
                  <a:srgbClr val="000000"/>
                </a:solidFill>
                <a:latin typeface="Calibri" panose="020F0502020204030204" charset="0"/>
                <a:cs typeface="Calibri" panose="020F0502020204030204" charset="0"/>
              </a:rPr>
              <a:t>Allocation</a:t>
            </a:r>
            <a:r>
              <a:rPr lang="en-US" altLang="en-US" sz="2000" i="1" dirty="0">
                <a:latin typeface="Calibri" panose="020F0502020204030204" charset="0"/>
                <a:cs typeface="Calibri" panose="020F0502020204030204" charset="0"/>
              </a:rPr>
              <a:t>:  n </a:t>
            </a:r>
            <a:r>
              <a:rPr lang="en-US" altLang="en-US" sz="2000" dirty="0">
                <a:latin typeface="Calibri" panose="020F0502020204030204" charset="0"/>
                <a:cs typeface="Calibri" panose="020F0502020204030204" charset="0"/>
              </a:rPr>
              <a:t>x</a:t>
            </a:r>
            <a:r>
              <a:rPr lang="en-US" altLang="en-US" sz="2000" i="1" dirty="0">
                <a:latin typeface="Calibri" panose="020F0502020204030204" charset="0"/>
                <a:cs typeface="Calibri" panose="020F0502020204030204" charset="0"/>
              </a:rPr>
              <a:t> m</a:t>
            </a:r>
            <a:r>
              <a:rPr lang="en-US" altLang="en-US" sz="2000" dirty="0">
                <a:latin typeface="Calibri" panose="020F0502020204030204" charset="0"/>
                <a:cs typeface="Calibri" panose="020F0502020204030204" charset="0"/>
              </a:rPr>
              <a:t> matrix.  If Allocation[</a:t>
            </a:r>
            <a:r>
              <a:rPr lang="en-US" altLang="en-US" sz="2000" i="1" dirty="0" err="1">
                <a:latin typeface="Calibri" panose="020F0502020204030204" charset="0"/>
                <a:cs typeface="Calibri" panose="020F0502020204030204" charset="0"/>
              </a:rPr>
              <a:t>i,j</a:t>
            </a:r>
            <a:r>
              <a:rPr lang="en-US" altLang="en-US" sz="2000" dirty="0">
                <a:latin typeface="Calibri" panose="020F0502020204030204" charset="0"/>
                <a:cs typeface="Calibri" panose="020F0502020204030204" charset="0"/>
              </a:rPr>
              <a:t>] = </a:t>
            </a:r>
            <a:r>
              <a:rPr lang="en-US" altLang="en-US" sz="2000" i="1" dirty="0">
                <a:latin typeface="Calibri" panose="020F0502020204030204" charset="0"/>
                <a:cs typeface="Calibri" panose="020F0502020204030204" charset="0"/>
              </a:rPr>
              <a:t>k</a:t>
            </a:r>
            <a:r>
              <a:rPr lang="en-US" altLang="en-US" sz="2000" dirty="0">
                <a:latin typeface="Calibri" panose="020F0502020204030204" charset="0"/>
                <a:cs typeface="Calibri" panose="020F0502020204030204" charset="0"/>
              </a:rPr>
              <a:t> then</a:t>
            </a:r>
            <a:r>
              <a:rPr lang="en-US" altLang="en-US" sz="2000" i="1" dirty="0">
                <a:latin typeface="Calibri" panose="020F0502020204030204" charset="0"/>
                <a:cs typeface="Calibri" panose="020F0502020204030204" charset="0"/>
              </a:rPr>
              <a:t> </a:t>
            </a:r>
            <a:r>
              <a:rPr lang="en-US" altLang="en-US" sz="2000" i="1" dirty="0" err="1">
                <a:latin typeface="Calibri" panose="020F0502020204030204" charset="0"/>
                <a:cs typeface="Calibri" panose="020F0502020204030204" charset="0"/>
              </a:rPr>
              <a:t>T</a:t>
            </a:r>
            <a:r>
              <a:rPr lang="en-US" altLang="en-US" sz="2000" i="1" baseline="-25000" dirty="0" err="1">
                <a:latin typeface="Calibri" panose="020F0502020204030204" charset="0"/>
                <a:cs typeface="Calibri" panose="020F0502020204030204" charset="0"/>
              </a:rPr>
              <a:t>i</a:t>
            </a:r>
            <a:r>
              <a:rPr lang="en-US" altLang="en-US" sz="2000" dirty="0">
                <a:latin typeface="Calibri" panose="020F0502020204030204" charset="0"/>
                <a:cs typeface="Calibri" panose="020F0502020204030204" charset="0"/>
              </a:rPr>
              <a:t> is currently allocated </a:t>
            </a:r>
            <a:r>
              <a:rPr lang="en-US" altLang="en-US" sz="2000" i="1" dirty="0">
                <a:latin typeface="Calibri" panose="020F0502020204030204" charset="0"/>
                <a:cs typeface="Calibri" panose="020F0502020204030204" charset="0"/>
              </a:rPr>
              <a:t>k</a:t>
            </a:r>
            <a:r>
              <a:rPr lang="en-US" altLang="en-US" sz="2000" dirty="0">
                <a:latin typeface="Calibri" panose="020F0502020204030204" charset="0"/>
                <a:cs typeface="Calibri" panose="020F0502020204030204" charset="0"/>
              </a:rPr>
              <a:t> instances of </a:t>
            </a:r>
            <a:r>
              <a:rPr lang="en-US" altLang="en-US" sz="2000" i="1" dirty="0" err="1">
                <a:latin typeface="Calibri" panose="020F0502020204030204" charset="0"/>
                <a:cs typeface="Calibri" panose="020F0502020204030204" charset="0"/>
              </a:rPr>
              <a:t>R</a:t>
            </a:r>
            <a:r>
              <a:rPr lang="en-US" altLang="en-US" sz="2000" i="1" baseline="-25000" dirty="0" err="1">
                <a:latin typeface="Calibri" panose="020F0502020204030204" charset="0"/>
                <a:cs typeface="Calibri" panose="020F0502020204030204" charset="0"/>
              </a:rPr>
              <a:t>j</a:t>
            </a:r>
            <a:endParaRPr lang="en-US" altLang="en-US" sz="2000" i="1" baseline="-25000" dirty="0">
              <a:latin typeface="Calibri" panose="020F0502020204030204" charset="0"/>
              <a:cs typeface="Calibri" panose="020F0502020204030204" charset="0"/>
            </a:endParaRPr>
          </a:p>
          <a:p>
            <a:endParaRPr lang="en-US" altLang="en-US" sz="2000" i="1" baseline="-25000" dirty="0">
              <a:latin typeface="Calibri" panose="020F0502020204030204" charset="0"/>
              <a:cs typeface="Calibri" panose="020F0502020204030204" charset="0"/>
            </a:endParaRPr>
          </a:p>
          <a:p>
            <a:r>
              <a:rPr lang="en-US" altLang="en-US" sz="2000" b="1" dirty="0">
                <a:solidFill>
                  <a:srgbClr val="000000"/>
                </a:solidFill>
                <a:latin typeface="Calibri" panose="020F0502020204030204" charset="0"/>
                <a:cs typeface="Calibri" panose="020F0502020204030204" charset="0"/>
              </a:rPr>
              <a:t>Need</a:t>
            </a:r>
            <a:r>
              <a:rPr lang="en-US" altLang="en-US" sz="2000" i="1" dirty="0">
                <a:latin typeface="Calibri" panose="020F0502020204030204" charset="0"/>
                <a:cs typeface="Calibri" panose="020F0502020204030204" charset="0"/>
              </a:rPr>
              <a:t>:  n </a:t>
            </a:r>
            <a:r>
              <a:rPr lang="en-US" altLang="en-US" sz="2000" dirty="0">
                <a:latin typeface="Calibri" panose="020F0502020204030204" charset="0"/>
                <a:cs typeface="Calibri" panose="020F0502020204030204" charset="0"/>
              </a:rPr>
              <a:t>x</a:t>
            </a:r>
            <a:r>
              <a:rPr lang="en-US" altLang="en-US" sz="2000" i="1" dirty="0">
                <a:latin typeface="Calibri" panose="020F0502020204030204" charset="0"/>
                <a:cs typeface="Calibri" panose="020F0502020204030204" charset="0"/>
              </a:rPr>
              <a:t> m</a:t>
            </a:r>
            <a:r>
              <a:rPr lang="en-US" altLang="en-US" sz="2000" dirty="0">
                <a:latin typeface="Calibri" panose="020F0502020204030204" charset="0"/>
                <a:cs typeface="Calibri" panose="020F0502020204030204" charset="0"/>
              </a:rPr>
              <a:t> matrix. If </a:t>
            </a:r>
            <a:r>
              <a:rPr lang="en-US" altLang="en-US" sz="2000" i="1" dirty="0">
                <a:latin typeface="Calibri" panose="020F0502020204030204" charset="0"/>
                <a:cs typeface="Calibri" panose="020F0502020204030204" charset="0"/>
              </a:rPr>
              <a:t>Need</a:t>
            </a:r>
            <a:r>
              <a:rPr lang="en-US" altLang="en-US" sz="2000" dirty="0">
                <a:latin typeface="Calibri" panose="020F0502020204030204" charset="0"/>
                <a:cs typeface="Calibri" panose="020F0502020204030204" charset="0"/>
              </a:rPr>
              <a:t>[</a:t>
            </a:r>
            <a:r>
              <a:rPr lang="en-US" altLang="en-US" sz="2000" i="1" dirty="0" err="1">
                <a:latin typeface="Calibri" panose="020F0502020204030204" charset="0"/>
                <a:cs typeface="Calibri" panose="020F0502020204030204" charset="0"/>
              </a:rPr>
              <a:t>i,j</a:t>
            </a:r>
            <a:r>
              <a:rPr lang="en-US" altLang="en-US" sz="2000" dirty="0">
                <a:latin typeface="Calibri" panose="020F0502020204030204" charset="0"/>
                <a:cs typeface="Calibri" panose="020F0502020204030204" charset="0"/>
              </a:rPr>
              <a:t>] =</a:t>
            </a:r>
            <a:r>
              <a:rPr lang="en-US" altLang="en-US" sz="2000" i="1" dirty="0">
                <a:latin typeface="Calibri" panose="020F0502020204030204" charset="0"/>
                <a:cs typeface="Calibri" panose="020F0502020204030204" charset="0"/>
              </a:rPr>
              <a:t> k</a:t>
            </a:r>
            <a:r>
              <a:rPr lang="en-US" altLang="en-US" sz="2000" dirty="0">
                <a:latin typeface="Calibri" panose="020F0502020204030204" charset="0"/>
                <a:cs typeface="Calibri" panose="020F0502020204030204" charset="0"/>
              </a:rPr>
              <a:t>, then</a:t>
            </a:r>
            <a:r>
              <a:rPr lang="en-US" altLang="en-US" sz="2000" i="1" dirty="0">
                <a:latin typeface="Calibri" panose="020F0502020204030204" charset="0"/>
                <a:cs typeface="Calibri" panose="020F0502020204030204" charset="0"/>
              </a:rPr>
              <a:t> </a:t>
            </a:r>
            <a:r>
              <a:rPr lang="en-US" altLang="en-US" sz="2000" i="1" dirty="0" err="1">
                <a:latin typeface="Calibri" panose="020F0502020204030204" charset="0"/>
                <a:cs typeface="Calibri" panose="020F0502020204030204" charset="0"/>
              </a:rPr>
              <a:t>T</a:t>
            </a:r>
            <a:r>
              <a:rPr lang="en-US" altLang="en-US" sz="2000" i="1" baseline="-25000" dirty="0" err="1">
                <a:latin typeface="Calibri" panose="020F0502020204030204" charset="0"/>
                <a:cs typeface="Calibri" panose="020F0502020204030204" charset="0"/>
              </a:rPr>
              <a:t>i</a:t>
            </a:r>
            <a:r>
              <a:rPr lang="en-US" altLang="en-US" sz="2000" dirty="0">
                <a:latin typeface="Calibri" panose="020F0502020204030204" charset="0"/>
                <a:cs typeface="Calibri" panose="020F0502020204030204" charset="0"/>
              </a:rPr>
              <a:t> may need </a:t>
            </a:r>
            <a:r>
              <a:rPr lang="en-US" altLang="en-US" sz="2000" i="1" dirty="0">
                <a:latin typeface="Calibri" panose="020F0502020204030204" charset="0"/>
                <a:cs typeface="Calibri" panose="020F0502020204030204" charset="0"/>
              </a:rPr>
              <a:t>k</a:t>
            </a:r>
            <a:r>
              <a:rPr lang="en-US" altLang="en-US" sz="2000" dirty="0">
                <a:latin typeface="Calibri" panose="020F0502020204030204" charset="0"/>
                <a:cs typeface="Calibri" panose="020F0502020204030204" charset="0"/>
              </a:rPr>
              <a:t> more instances of </a:t>
            </a:r>
            <a:r>
              <a:rPr lang="en-US" altLang="en-US" sz="2000" i="1" dirty="0" err="1">
                <a:latin typeface="Calibri" panose="020F0502020204030204" charset="0"/>
                <a:cs typeface="Calibri" panose="020F0502020204030204" charset="0"/>
              </a:rPr>
              <a:t>R</a:t>
            </a:r>
            <a:r>
              <a:rPr lang="en-US" altLang="en-US" sz="2000" i="1" baseline="-25000" dirty="0" err="1">
                <a:latin typeface="Calibri" panose="020F0502020204030204" charset="0"/>
                <a:cs typeface="Calibri" panose="020F0502020204030204" charset="0"/>
              </a:rPr>
              <a:t>j</a:t>
            </a:r>
            <a:r>
              <a:rPr lang="en-US" altLang="en-US" sz="2000" baseline="-25000" dirty="0">
                <a:latin typeface="Calibri" panose="020F0502020204030204" charset="0"/>
                <a:cs typeface="Calibri" panose="020F0502020204030204" charset="0"/>
              </a:rPr>
              <a:t> </a:t>
            </a:r>
            <a:r>
              <a:rPr lang="en-US" altLang="en-US" sz="2000" dirty="0">
                <a:latin typeface="Calibri" panose="020F0502020204030204" charset="0"/>
                <a:cs typeface="Calibri" panose="020F0502020204030204" charset="0"/>
              </a:rPr>
              <a:t>to complete its task</a:t>
            </a:r>
            <a:endParaRPr lang="en-US" altLang="en-US" sz="2000" dirty="0">
              <a:latin typeface="Calibri" panose="020F0502020204030204" charset="0"/>
              <a:cs typeface="Calibri" panose="020F0502020204030204" charset="0"/>
            </a:endParaRPr>
          </a:p>
          <a:p>
            <a:pPr lvl="2">
              <a:buFont typeface="Webdings" panose="05030102010509060703" pitchFamily="18" charset="2"/>
              <a:buNone/>
            </a:pPr>
            <a:br>
              <a:rPr lang="en-US" altLang="en-US" sz="2000" dirty="0">
                <a:latin typeface="Calibri" panose="020F0502020204030204" charset="0"/>
                <a:cs typeface="Calibri" panose="020F0502020204030204" charset="0"/>
              </a:rPr>
            </a:br>
            <a:r>
              <a:rPr lang="en-US" altLang="en-US" sz="2000" i="1" dirty="0">
                <a:latin typeface="Calibri" panose="020F0502020204030204" charset="0"/>
                <a:cs typeface="Calibri" panose="020F0502020204030204" charset="0"/>
              </a:rPr>
              <a:t>Need</a:t>
            </a:r>
            <a:r>
              <a:rPr lang="en-US" altLang="en-US" sz="2000" dirty="0">
                <a:latin typeface="Calibri" panose="020F0502020204030204" charset="0"/>
                <a:cs typeface="Calibri" panose="020F0502020204030204" charset="0"/>
              </a:rPr>
              <a:t> [</a:t>
            </a:r>
            <a:r>
              <a:rPr lang="en-US" altLang="en-US" sz="2000" i="1" dirty="0" err="1">
                <a:latin typeface="Calibri" panose="020F0502020204030204" charset="0"/>
                <a:cs typeface="Calibri" panose="020F0502020204030204" charset="0"/>
              </a:rPr>
              <a:t>i,j</a:t>
            </a:r>
            <a:r>
              <a:rPr lang="en-US" altLang="en-US" sz="2000" i="1" dirty="0">
                <a:latin typeface="Calibri" panose="020F0502020204030204" charset="0"/>
                <a:cs typeface="Calibri" panose="020F0502020204030204" charset="0"/>
              </a:rPr>
              <a:t>]</a:t>
            </a:r>
            <a:r>
              <a:rPr lang="en-US" altLang="en-US" sz="2000" dirty="0">
                <a:latin typeface="Calibri" panose="020F0502020204030204" charset="0"/>
                <a:cs typeface="Calibri" panose="020F0502020204030204" charset="0"/>
              </a:rPr>
              <a:t> = </a:t>
            </a:r>
            <a:r>
              <a:rPr lang="en-US" altLang="en-US" sz="2000" i="1" dirty="0">
                <a:latin typeface="Calibri" panose="020F0502020204030204" charset="0"/>
                <a:cs typeface="Calibri" panose="020F0502020204030204" charset="0"/>
              </a:rPr>
              <a:t>Max</a:t>
            </a:r>
            <a:r>
              <a:rPr lang="en-US" altLang="en-US" sz="2000" dirty="0">
                <a:latin typeface="Calibri" panose="020F0502020204030204" charset="0"/>
                <a:cs typeface="Calibri" panose="020F0502020204030204" charset="0"/>
              </a:rPr>
              <a:t>[</a:t>
            </a:r>
            <a:r>
              <a:rPr lang="en-US" altLang="en-US" sz="2000" i="1" dirty="0" err="1">
                <a:latin typeface="Calibri" panose="020F0502020204030204" charset="0"/>
                <a:cs typeface="Calibri" panose="020F0502020204030204" charset="0"/>
              </a:rPr>
              <a:t>i,j</a:t>
            </a:r>
            <a:r>
              <a:rPr lang="en-US" altLang="en-US" sz="2000" dirty="0">
                <a:latin typeface="Calibri" panose="020F0502020204030204" charset="0"/>
                <a:cs typeface="Calibri" panose="020F0502020204030204" charset="0"/>
              </a:rPr>
              <a:t>] – </a:t>
            </a:r>
            <a:r>
              <a:rPr lang="en-US" altLang="en-US" sz="2000" i="1" dirty="0">
                <a:latin typeface="Calibri" panose="020F0502020204030204" charset="0"/>
                <a:cs typeface="Calibri" panose="020F0502020204030204" charset="0"/>
              </a:rPr>
              <a:t>Allocation</a:t>
            </a:r>
            <a:r>
              <a:rPr lang="en-US" altLang="en-US" sz="2000" dirty="0">
                <a:latin typeface="Calibri" panose="020F0502020204030204" charset="0"/>
                <a:cs typeface="Calibri" panose="020F0502020204030204" charset="0"/>
              </a:rPr>
              <a:t> [</a:t>
            </a:r>
            <a:r>
              <a:rPr lang="en-US" altLang="en-US" sz="2000" i="1" dirty="0" err="1">
                <a:latin typeface="Calibri" panose="020F0502020204030204" charset="0"/>
                <a:cs typeface="Calibri" panose="020F0502020204030204" charset="0"/>
              </a:rPr>
              <a:t>i,j</a:t>
            </a:r>
            <a:r>
              <a:rPr lang="en-US" altLang="en-US" sz="2000" dirty="0">
                <a:latin typeface="Calibri" panose="020F0502020204030204" charset="0"/>
                <a:cs typeface="Calibri" panose="020F0502020204030204" charset="0"/>
              </a:rPr>
              <a:t>]</a:t>
            </a:r>
            <a:endParaRPr lang="en-US" altLang="en-US" sz="2000" dirty="0">
              <a:latin typeface="Calibri" panose="020F0502020204030204" charset="0"/>
              <a:cs typeface="Calibri" panose="020F0502020204030204" charset="0"/>
            </a:endParaRPr>
          </a:p>
        </p:txBody>
      </p:sp>
      <p:sp>
        <p:nvSpPr>
          <p:cNvPr id="50179" name="Text Box 4"/>
          <p:cNvSpPr txBox="1">
            <a:spLocks noChangeArrowheads="1"/>
          </p:cNvSpPr>
          <p:nvPr/>
        </p:nvSpPr>
        <p:spPr bwMode="auto">
          <a:xfrm>
            <a:off x="950913" y="1092042"/>
            <a:ext cx="6962775"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35000"/>
              </a:spcBef>
              <a:buClr>
                <a:srgbClr val="993300"/>
              </a:buClr>
              <a:buSzPct val="90000"/>
              <a:buFont typeface="Monotype Sorts" pitchFamily="-84" charset="2"/>
              <a:buChar char="n"/>
              <a:defRPr kumimoji="1">
                <a:solidFill>
                  <a:schemeClr val="tx1"/>
                </a:solidFill>
                <a:latin typeface="Helvetica" charset="0"/>
                <a:ea typeface="MS PGothic" panose="020B0600070205080204" pitchFamily="34" charset="-128"/>
                <a:cs typeface="MS PGothic" panose="020B0600070205080204" pitchFamily="34" charset="-128"/>
              </a:defRPr>
            </a:lvl1pPr>
            <a:lvl2pPr marL="742950" indent="-285750">
              <a:spcBef>
                <a:spcPct val="35000"/>
              </a:spcBef>
              <a:buClr>
                <a:srgbClr val="CC6600"/>
              </a:buClr>
              <a:buSzPct val="80000"/>
              <a:buFont typeface="Monotype Sorts" pitchFamily="-84" charset="2"/>
              <a:buChar char="l"/>
              <a:defRPr kumimoji="1">
                <a:solidFill>
                  <a:schemeClr val="tx1"/>
                </a:solidFill>
                <a:latin typeface="Helvetica" charset="0"/>
                <a:ea typeface="MS PGothic" panose="020B0600070205080204" pitchFamily="34" charset="-128"/>
              </a:defRPr>
            </a:lvl2pPr>
            <a:lvl3pPr marL="1143000" indent="-228600">
              <a:spcBef>
                <a:spcPct val="35000"/>
              </a:spcBef>
              <a:buClr>
                <a:srgbClr val="009900"/>
              </a:buClr>
              <a:buSzPct val="75000"/>
              <a:buFont typeface="Webdings" panose="05030102010509060703" pitchFamily="18" charset="2"/>
              <a:buChar char="4"/>
              <a:defRPr kumimoji="1">
                <a:solidFill>
                  <a:schemeClr val="tx1"/>
                </a:solidFill>
                <a:latin typeface="Helvetica" charset="0"/>
                <a:ea typeface="MS PGothic"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charset="0"/>
                <a:ea typeface="MS PGothic" panose="020B0600070205080204" pitchFamily="34" charset="-128"/>
              </a:defRPr>
            </a:lvl4pPr>
            <a:lvl5pPr marL="2057400" indent="-228600">
              <a:spcBef>
                <a:spcPct val="35000"/>
              </a:spcBef>
              <a:buClr>
                <a:srgbClr val="FF0066"/>
              </a:buClr>
              <a:buSzPct val="75000"/>
              <a:buChar char="»"/>
              <a:defRPr kumimoji="1">
                <a:solidFill>
                  <a:schemeClr val="tx1"/>
                </a:solidFill>
                <a:latin typeface="Helvetica"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charset="0"/>
                <a:ea typeface="MS PGothic" panose="020B0600070205080204" pitchFamily="34" charset="-128"/>
              </a:defRPr>
            </a:lvl9pPr>
          </a:lstStyle>
          <a:p>
            <a:pPr>
              <a:spcBef>
                <a:spcPct val="50000"/>
              </a:spcBef>
              <a:buClrTx/>
              <a:buSzTx/>
              <a:buFontTx/>
              <a:buNone/>
            </a:pPr>
            <a:r>
              <a:rPr kumimoji="0" lang="en-US" altLang="en-US" sz="2000" dirty="0">
                <a:latin typeface="Calibri" panose="020F0502020204030204" charset="0"/>
                <a:cs typeface="Calibri" panose="020F0502020204030204" charset="0"/>
              </a:rPr>
              <a:t>Let </a:t>
            </a:r>
            <a:r>
              <a:rPr kumimoji="0" lang="en-US" altLang="en-US" sz="2000" i="1" dirty="0">
                <a:latin typeface="Calibri" panose="020F0502020204030204" charset="0"/>
                <a:cs typeface="Calibri" panose="020F0502020204030204" charset="0"/>
              </a:rPr>
              <a:t>n</a:t>
            </a:r>
            <a:r>
              <a:rPr kumimoji="0" lang="en-US" altLang="en-US" sz="2000" dirty="0">
                <a:latin typeface="Calibri" panose="020F0502020204030204" charset="0"/>
                <a:cs typeface="Calibri" panose="020F0502020204030204" charset="0"/>
              </a:rPr>
              <a:t> = number of processes, and </a:t>
            </a:r>
            <a:r>
              <a:rPr kumimoji="0" lang="en-US" altLang="en-US" sz="2000" i="1" dirty="0">
                <a:latin typeface="Calibri" panose="020F0502020204030204" charset="0"/>
                <a:cs typeface="Calibri" panose="020F0502020204030204" charset="0"/>
              </a:rPr>
              <a:t>m </a:t>
            </a:r>
            <a:r>
              <a:rPr kumimoji="0" lang="en-US" altLang="en-US" sz="2000" dirty="0">
                <a:latin typeface="Calibri" panose="020F0502020204030204" charset="0"/>
                <a:cs typeface="Calibri" panose="020F0502020204030204" charset="0"/>
              </a:rPr>
              <a:t>= number of resources types. </a:t>
            </a:r>
            <a:endParaRPr kumimoji="0" lang="en-US" altLang="en-US" sz="2000" dirty="0">
              <a:latin typeface="Calibri" panose="020F0502020204030204" charset="0"/>
              <a:cs typeface="Calibri" panose="020F0502020204030204" charset="0"/>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Rectangle 2"/>
          <p:cNvSpPr>
            <a:spLocks noGrp="1" noChangeArrowheads="1"/>
          </p:cNvSpPr>
          <p:nvPr>
            <p:ph type="title"/>
          </p:nvPr>
        </p:nvSpPr>
        <p:spPr>
          <a:xfrm>
            <a:off x="457200" y="232005"/>
            <a:ext cx="8229600" cy="576262"/>
          </a:xfrm>
        </p:spPr>
        <p:txBody>
          <a:bodyPr/>
          <a:lstStyle/>
          <a:p>
            <a:pPr eaLnBrk="1" hangingPunct="1"/>
            <a:r>
              <a:rPr lang="en-US" altLang="en-US" dirty="0"/>
              <a:t>Safety Algorithm</a:t>
            </a:r>
            <a:endParaRPr lang="en-US" altLang="en-US" dirty="0"/>
          </a:p>
        </p:txBody>
      </p:sp>
      <p:sp>
        <p:nvSpPr>
          <p:cNvPr id="52226" name="Rectangle 3"/>
          <p:cNvSpPr>
            <a:spLocks noGrp="1" noChangeArrowheads="1"/>
          </p:cNvSpPr>
          <p:nvPr>
            <p:ph type="body" idx="1"/>
          </p:nvPr>
        </p:nvSpPr>
        <p:spPr>
          <a:xfrm>
            <a:off x="885825" y="1157288"/>
            <a:ext cx="7372350" cy="4943475"/>
          </a:xfrm>
        </p:spPr>
        <p:txBody>
          <a:bodyPr/>
          <a:lstStyle/>
          <a:p>
            <a:pPr marL="342900" indent="-342900">
              <a:buFont typeface="+mj-lt"/>
              <a:buAutoNum type="arabicPeriod"/>
            </a:pPr>
            <a:r>
              <a:rPr lang="en-US" altLang="en-US" dirty="0"/>
              <a:t>Let </a:t>
            </a:r>
            <a:r>
              <a:rPr lang="en-US" altLang="en-US" b="1" i="1" dirty="0">
                <a:solidFill>
                  <a:srgbClr val="000000"/>
                </a:solidFill>
              </a:rPr>
              <a:t>Work</a:t>
            </a:r>
            <a:r>
              <a:rPr lang="en-US" altLang="en-US" i="1" dirty="0">
                <a:solidFill>
                  <a:srgbClr val="000000"/>
                </a:solidFill>
              </a:rPr>
              <a:t> </a:t>
            </a:r>
            <a:r>
              <a:rPr lang="en-US" altLang="en-US" dirty="0"/>
              <a:t>and </a:t>
            </a:r>
            <a:r>
              <a:rPr lang="en-US" altLang="en-US" b="1" i="1" dirty="0">
                <a:solidFill>
                  <a:srgbClr val="000000"/>
                </a:solidFill>
              </a:rPr>
              <a:t>Finish</a:t>
            </a:r>
            <a:r>
              <a:rPr lang="en-US" altLang="en-US" dirty="0">
                <a:solidFill>
                  <a:srgbClr val="000000"/>
                </a:solidFill>
              </a:rPr>
              <a:t> </a:t>
            </a:r>
            <a:r>
              <a:rPr lang="en-US" altLang="en-US" dirty="0"/>
              <a:t>be vectors of length</a:t>
            </a:r>
            <a:r>
              <a:rPr lang="en-US" altLang="en-US" i="1" dirty="0"/>
              <a:t> m</a:t>
            </a:r>
            <a:r>
              <a:rPr lang="en-US" altLang="en-US" dirty="0"/>
              <a:t> and</a:t>
            </a:r>
            <a:r>
              <a:rPr lang="en-US" altLang="en-US" i="1" dirty="0"/>
              <a:t> n</a:t>
            </a:r>
            <a:r>
              <a:rPr lang="en-US" altLang="en-US" dirty="0"/>
              <a:t>, respectively.  Initialize:</a:t>
            </a:r>
            <a:endParaRPr lang="en-US" altLang="en-US" dirty="0"/>
          </a:p>
          <a:p>
            <a:pPr marL="1543050" lvl="3" indent="-342900">
              <a:lnSpc>
                <a:spcPct val="90000"/>
              </a:lnSpc>
              <a:buFontTx/>
              <a:buNone/>
            </a:pPr>
            <a:r>
              <a:rPr lang="en-US" altLang="en-US" b="1" i="1" dirty="0"/>
              <a:t>Work </a:t>
            </a:r>
            <a:r>
              <a:rPr lang="en-US" altLang="en-US" b="1" dirty="0"/>
              <a:t>= </a:t>
            </a:r>
            <a:r>
              <a:rPr lang="en-US" altLang="en-US" b="1" i="1" dirty="0"/>
              <a:t>Available</a:t>
            </a:r>
            <a:endParaRPr lang="en-US" altLang="en-US" b="1" i="1" dirty="0"/>
          </a:p>
          <a:p>
            <a:pPr marL="1543050" lvl="3" indent="-342900">
              <a:lnSpc>
                <a:spcPct val="90000"/>
              </a:lnSpc>
              <a:buFontTx/>
              <a:buNone/>
            </a:pPr>
            <a:r>
              <a:rPr lang="en-US" altLang="en-US" b="1" i="1" dirty="0"/>
              <a:t>Finish </a:t>
            </a:r>
            <a:r>
              <a:rPr lang="en-US" altLang="en-US" b="1" dirty="0"/>
              <a:t>[</a:t>
            </a:r>
            <a:r>
              <a:rPr lang="en-US" altLang="en-US" b="1" i="1" dirty="0"/>
              <a:t>i</a:t>
            </a:r>
            <a:r>
              <a:rPr lang="en-US" altLang="en-US" b="1" dirty="0"/>
              <a:t>] =</a:t>
            </a:r>
            <a:r>
              <a:rPr lang="en-US" altLang="en-US" b="1" i="1" dirty="0"/>
              <a:t> false </a:t>
            </a:r>
            <a:r>
              <a:rPr lang="en-US" altLang="en-US" b="1" dirty="0"/>
              <a:t>for</a:t>
            </a:r>
            <a:r>
              <a:rPr lang="en-US" altLang="en-US" b="1" i="1" dirty="0"/>
              <a:t> i</a:t>
            </a:r>
            <a:r>
              <a:rPr lang="en-US" altLang="en-US" b="1" dirty="0"/>
              <a:t> = 0, 1, …, </a:t>
            </a:r>
            <a:r>
              <a:rPr lang="en-US" altLang="en-US" b="1" i="1" dirty="0"/>
              <a:t>n- </a:t>
            </a:r>
            <a:r>
              <a:rPr lang="en-US" altLang="en-US" b="1" dirty="0"/>
              <a:t>1</a:t>
            </a:r>
            <a:endParaRPr lang="en-US" altLang="en-US" b="1" dirty="0"/>
          </a:p>
          <a:p>
            <a:pPr marL="1543050" lvl="3" indent="-342900">
              <a:lnSpc>
                <a:spcPct val="90000"/>
              </a:lnSpc>
              <a:buFontTx/>
              <a:buNone/>
            </a:pPr>
            <a:endParaRPr lang="en-US" altLang="en-US" sz="800" dirty="0"/>
          </a:p>
          <a:p>
            <a:pPr marL="342900" indent="-342900">
              <a:lnSpc>
                <a:spcPct val="90000"/>
              </a:lnSpc>
              <a:buFont typeface="+mj-lt"/>
              <a:buAutoNum type="arabicPeriod"/>
            </a:pPr>
            <a:r>
              <a:rPr lang="en-US" altLang="en-US" dirty="0"/>
              <a:t>Find an </a:t>
            </a:r>
            <a:r>
              <a:rPr lang="en-US" altLang="en-US" b="1" i="1" dirty="0"/>
              <a:t>i</a:t>
            </a:r>
            <a:r>
              <a:rPr lang="en-US" altLang="en-US" i="1" dirty="0"/>
              <a:t> </a:t>
            </a:r>
            <a:r>
              <a:rPr lang="en-US" altLang="en-US" dirty="0"/>
              <a:t>such that both: </a:t>
            </a:r>
            <a:endParaRPr lang="en-US" altLang="en-US" dirty="0"/>
          </a:p>
          <a:p>
            <a:pPr marL="800100" lvl="1" indent="-342900">
              <a:lnSpc>
                <a:spcPct val="90000"/>
              </a:lnSpc>
              <a:buFont typeface="Monotype Sorts" pitchFamily="-84" charset="2"/>
              <a:buNone/>
            </a:pPr>
            <a:r>
              <a:rPr lang="en-US" altLang="en-US" dirty="0"/>
              <a:t>  (a) </a:t>
            </a:r>
            <a:r>
              <a:rPr lang="en-US" altLang="en-US" b="1" i="1" dirty="0"/>
              <a:t>Finish</a:t>
            </a:r>
            <a:r>
              <a:rPr lang="en-US" altLang="en-US" b="1" dirty="0"/>
              <a:t> [</a:t>
            </a:r>
            <a:r>
              <a:rPr lang="en-US" altLang="en-US" b="1" i="1" dirty="0"/>
              <a:t>i</a:t>
            </a:r>
            <a:r>
              <a:rPr lang="en-US" altLang="en-US" b="1" dirty="0"/>
              <a:t>] = </a:t>
            </a:r>
            <a:r>
              <a:rPr lang="en-US" altLang="en-US" b="1" i="1" dirty="0"/>
              <a:t>false</a:t>
            </a:r>
            <a:endParaRPr lang="en-US" altLang="en-US" b="1" dirty="0"/>
          </a:p>
          <a:p>
            <a:pPr marL="800100" lvl="1" indent="-342900">
              <a:lnSpc>
                <a:spcPct val="90000"/>
              </a:lnSpc>
              <a:buFont typeface="Monotype Sorts" pitchFamily="-84" charset="2"/>
              <a:buNone/>
            </a:pPr>
            <a:r>
              <a:rPr lang="en-US" altLang="en-US" dirty="0"/>
              <a:t>  (b) </a:t>
            </a:r>
            <a:r>
              <a:rPr lang="en-US" altLang="en-US" b="1" i="1" dirty="0" err="1"/>
              <a:t>Need</a:t>
            </a:r>
            <a:r>
              <a:rPr lang="en-US" altLang="en-US" b="1" i="1" baseline="-25000" dirty="0" err="1"/>
              <a:t>i</a:t>
            </a:r>
            <a:r>
              <a:rPr lang="en-US" altLang="en-US" b="1" dirty="0"/>
              <a:t> </a:t>
            </a:r>
            <a:r>
              <a:rPr lang="en-US" altLang="en-US" b="1" dirty="0">
                <a:sym typeface="Symbol" panose="05050102010706020507" pitchFamily="18" charset="2"/>
              </a:rPr>
              <a:t> </a:t>
            </a:r>
            <a:r>
              <a:rPr lang="en-US" altLang="en-US" b="1" i="1" dirty="0">
                <a:sym typeface="Symbol" panose="05050102010706020507" pitchFamily="18" charset="2"/>
              </a:rPr>
              <a:t>Work</a:t>
            </a:r>
            <a:endParaRPr lang="en-US" altLang="en-US" b="1" i="1" dirty="0">
              <a:sym typeface="Symbol" panose="05050102010706020507" pitchFamily="18" charset="2"/>
            </a:endParaRPr>
          </a:p>
          <a:p>
            <a:pPr marL="800100" lvl="1" indent="-342900">
              <a:lnSpc>
                <a:spcPct val="90000"/>
              </a:lnSpc>
              <a:buFont typeface="Monotype Sorts" pitchFamily="-84" charset="2"/>
              <a:buNone/>
            </a:pPr>
            <a:r>
              <a:rPr lang="en-US" altLang="en-US" dirty="0">
                <a:sym typeface="Symbol" panose="05050102010706020507" pitchFamily="18" charset="2"/>
              </a:rPr>
              <a:t>   If no such</a:t>
            </a:r>
            <a:r>
              <a:rPr lang="en-US" altLang="en-US" b="1" dirty="0">
                <a:sym typeface="Symbol" panose="05050102010706020507" pitchFamily="18" charset="2"/>
              </a:rPr>
              <a:t> </a:t>
            </a:r>
            <a:r>
              <a:rPr lang="en-US" altLang="en-US" b="1" i="1" dirty="0">
                <a:sym typeface="Symbol" panose="05050102010706020507" pitchFamily="18" charset="2"/>
              </a:rPr>
              <a:t>i </a:t>
            </a:r>
            <a:r>
              <a:rPr lang="en-US" altLang="en-US" dirty="0">
                <a:sym typeface="Symbol" panose="05050102010706020507" pitchFamily="18" charset="2"/>
              </a:rPr>
              <a:t>exists, go to step 4</a:t>
            </a:r>
            <a:endParaRPr lang="en-US" altLang="en-US" dirty="0">
              <a:sym typeface="Symbol" panose="05050102010706020507" pitchFamily="18" charset="2"/>
            </a:endParaRPr>
          </a:p>
          <a:p>
            <a:pPr marL="800100" lvl="1" indent="-342900">
              <a:lnSpc>
                <a:spcPct val="90000"/>
              </a:lnSpc>
              <a:buFont typeface="Monotype Sorts" pitchFamily="-84" charset="2"/>
              <a:buNone/>
            </a:pPr>
            <a:endParaRPr lang="en-US" altLang="en-US" sz="800" dirty="0">
              <a:sym typeface="Symbol" panose="05050102010706020507" pitchFamily="18" charset="2"/>
            </a:endParaRPr>
          </a:p>
          <a:p>
            <a:pPr marL="342900" indent="-342900">
              <a:buFont typeface="+mj-lt"/>
              <a:buAutoNum type="arabicPeriod"/>
            </a:pPr>
            <a:r>
              <a:rPr lang="en-US" altLang="en-US" dirty="0"/>
              <a:t> </a:t>
            </a:r>
            <a:r>
              <a:rPr lang="en-US" altLang="en-US" b="1" i="1" dirty="0"/>
              <a:t>Work</a:t>
            </a:r>
            <a:r>
              <a:rPr lang="en-US" altLang="en-US" b="1" dirty="0"/>
              <a:t> = </a:t>
            </a:r>
            <a:r>
              <a:rPr lang="en-US" altLang="en-US" b="1" i="1" dirty="0"/>
              <a:t>Work </a:t>
            </a:r>
            <a:r>
              <a:rPr lang="en-US" altLang="en-US" b="1" dirty="0"/>
              <a:t>+ </a:t>
            </a:r>
            <a:r>
              <a:rPr lang="en-US" altLang="en-US" b="1" i="1" dirty="0" err="1"/>
              <a:t>Allocation</a:t>
            </a:r>
            <a:r>
              <a:rPr lang="en-US" altLang="en-US" b="1" i="1" baseline="-25000" dirty="0" err="1"/>
              <a:t>i</a:t>
            </a:r>
            <a:br>
              <a:rPr lang="en-US" altLang="en-US" b="1" dirty="0"/>
            </a:br>
            <a:r>
              <a:rPr lang="en-US" altLang="en-US" b="1" dirty="0"/>
              <a:t> </a:t>
            </a:r>
            <a:r>
              <a:rPr lang="en-US" altLang="en-US" b="1" i="1" dirty="0"/>
              <a:t>Finish</a:t>
            </a:r>
            <a:r>
              <a:rPr lang="en-US" altLang="en-US" b="1" dirty="0"/>
              <a:t>[</a:t>
            </a:r>
            <a:r>
              <a:rPr lang="en-US" altLang="en-US" b="1" i="1" dirty="0"/>
              <a:t>i</a:t>
            </a:r>
            <a:r>
              <a:rPr lang="en-US" altLang="en-US" b="1" dirty="0"/>
              <a:t>] =</a:t>
            </a:r>
            <a:r>
              <a:rPr lang="en-US" altLang="en-US" b="1" i="1" dirty="0"/>
              <a:t> true</a:t>
            </a:r>
            <a:br>
              <a:rPr lang="en-US" altLang="en-US" b="1" dirty="0"/>
            </a:br>
            <a:r>
              <a:rPr lang="en-US" altLang="en-US" b="1" dirty="0"/>
              <a:t>  </a:t>
            </a:r>
            <a:r>
              <a:rPr lang="en-US" altLang="en-US" dirty="0"/>
              <a:t>go to step 2</a:t>
            </a:r>
            <a:endParaRPr lang="en-US" altLang="en-US" dirty="0"/>
          </a:p>
          <a:p>
            <a:pPr marL="342900" indent="-342900">
              <a:lnSpc>
                <a:spcPct val="90000"/>
              </a:lnSpc>
              <a:buFont typeface="+mj-lt"/>
              <a:buAutoNum type="arabicPeriod"/>
            </a:pPr>
            <a:endParaRPr lang="en-US" altLang="en-US" sz="700" dirty="0"/>
          </a:p>
          <a:p>
            <a:pPr marL="342900" indent="-342900">
              <a:lnSpc>
                <a:spcPct val="90000"/>
              </a:lnSpc>
              <a:buFont typeface="+mj-lt"/>
              <a:buAutoNum type="arabicPeriod"/>
            </a:pPr>
            <a:r>
              <a:rPr lang="en-US" altLang="en-US" dirty="0"/>
              <a:t>If </a:t>
            </a:r>
            <a:r>
              <a:rPr lang="en-US" altLang="en-US" b="1" i="1" dirty="0"/>
              <a:t>Finish</a:t>
            </a:r>
            <a:r>
              <a:rPr lang="en-US" altLang="en-US" b="1" dirty="0"/>
              <a:t> [</a:t>
            </a:r>
            <a:r>
              <a:rPr lang="en-US" altLang="en-US" b="1" i="1" dirty="0"/>
              <a:t>i</a:t>
            </a:r>
            <a:r>
              <a:rPr lang="en-US" altLang="en-US" b="1" dirty="0"/>
              <a:t>] == </a:t>
            </a:r>
            <a:r>
              <a:rPr lang="en-US" altLang="en-US" b="1" i="1" dirty="0"/>
              <a:t>true</a:t>
            </a:r>
            <a:r>
              <a:rPr lang="en-US" altLang="en-US" b="1" dirty="0"/>
              <a:t> </a:t>
            </a:r>
            <a:r>
              <a:rPr lang="en-US" altLang="en-US" dirty="0"/>
              <a:t>for all </a:t>
            </a:r>
            <a:r>
              <a:rPr lang="en-US" altLang="en-US" b="1" i="1" dirty="0"/>
              <a:t>i</a:t>
            </a:r>
            <a:r>
              <a:rPr lang="en-US" altLang="en-US" dirty="0"/>
              <a:t>, then the system is in a safe state</a:t>
            </a:r>
            <a:endParaRPr lang="en-US" altLang="en-US"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Rectangle 2"/>
          <p:cNvSpPr>
            <a:spLocks noGrp="1" noChangeArrowheads="1"/>
          </p:cNvSpPr>
          <p:nvPr>
            <p:ph type="title"/>
          </p:nvPr>
        </p:nvSpPr>
        <p:spPr>
          <a:xfrm>
            <a:off x="899951" y="353078"/>
            <a:ext cx="7924800" cy="457200"/>
          </a:xfrm>
        </p:spPr>
        <p:txBody>
          <a:bodyPr/>
          <a:lstStyle/>
          <a:p>
            <a:pPr eaLnBrk="1" hangingPunct="1"/>
            <a:r>
              <a:rPr lang="en-US" altLang="en-US" sz="2800" dirty="0"/>
              <a:t>Resource-Request Algorithm for Process </a:t>
            </a:r>
            <a:r>
              <a:rPr lang="en-US" altLang="en-US" sz="2800" i="1" dirty="0"/>
              <a:t>P</a:t>
            </a:r>
            <a:r>
              <a:rPr lang="en-US" altLang="en-US" sz="2800" i="1" baseline="-25000" dirty="0"/>
              <a:t>i</a:t>
            </a:r>
            <a:endParaRPr lang="en-US" altLang="en-US" sz="2800" dirty="0"/>
          </a:p>
        </p:txBody>
      </p:sp>
      <p:sp>
        <p:nvSpPr>
          <p:cNvPr id="54274" name="Rectangle 3"/>
          <p:cNvSpPr>
            <a:spLocks noGrp="1" noChangeArrowheads="1"/>
          </p:cNvSpPr>
          <p:nvPr>
            <p:ph type="body" idx="1"/>
          </p:nvPr>
        </p:nvSpPr>
        <p:spPr>
          <a:xfrm>
            <a:off x="822325" y="1114425"/>
            <a:ext cx="7642225" cy="4686300"/>
          </a:xfrm>
        </p:spPr>
        <p:txBody>
          <a:bodyPr/>
          <a:lstStyle/>
          <a:p>
            <a:pPr>
              <a:buFont typeface="Monotype Sorts" pitchFamily="-84" charset="2"/>
              <a:buNone/>
            </a:pPr>
            <a:r>
              <a:rPr lang="en-US" altLang="en-US" b="1" i="1" dirty="0"/>
              <a:t>     </a:t>
            </a:r>
            <a:r>
              <a:rPr lang="en-US" altLang="en-US" b="1" i="1" dirty="0" err="1"/>
              <a:t>Request</a:t>
            </a:r>
            <a:r>
              <a:rPr lang="en-US" altLang="en-US" b="1" i="1" baseline="-25000" dirty="0" err="1"/>
              <a:t>i</a:t>
            </a:r>
            <a:r>
              <a:rPr lang="en-US" altLang="en-US" dirty="0"/>
              <a:t> = request vector for process </a:t>
            </a:r>
            <a:r>
              <a:rPr lang="en-US" altLang="en-US" b="1" i="1" dirty="0" err="1"/>
              <a:t>T</a:t>
            </a:r>
            <a:r>
              <a:rPr lang="en-US" altLang="en-US" b="1" i="1" baseline="-25000" dirty="0" err="1"/>
              <a:t>i</a:t>
            </a:r>
            <a:r>
              <a:rPr lang="en-US" altLang="en-US" dirty="0"/>
              <a:t>.  If </a:t>
            </a:r>
            <a:r>
              <a:rPr lang="en-US" altLang="en-US" b="1" i="1" dirty="0" err="1"/>
              <a:t>Request</a:t>
            </a:r>
            <a:r>
              <a:rPr lang="en-US" altLang="en-US" b="1" i="1" baseline="-25000" dirty="0" err="1"/>
              <a:t>i</a:t>
            </a:r>
            <a:r>
              <a:rPr lang="en-US" altLang="en-US" b="1" baseline="-25000" dirty="0"/>
              <a:t> </a:t>
            </a:r>
            <a:r>
              <a:rPr lang="en-US" altLang="en-US" b="1" dirty="0"/>
              <a:t>[</a:t>
            </a:r>
            <a:r>
              <a:rPr lang="en-US" altLang="en-US" b="1" i="1" dirty="0"/>
              <a:t>j</a:t>
            </a:r>
            <a:r>
              <a:rPr lang="en-US" altLang="en-US" b="1" dirty="0"/>
              <a:t>] = </a:t>
            </a:r>
            <a:r>
              <a:rPr lang="en-US" altLang="en-US" b="1" i="1" dirty="0"/>
              <a:t>k</a:t>
            </a:r>
            <a:r>
              <a:rPr lang="en-US" altLang="en-US" b="1" dirty="0"/>
              <a:t> </a:t>
            </a:r>
            <a:r>
              <a:rPr lang="en-US" altLang="en-US" dirty="0"/>
              <a:t>then process </a:t>
            </a:r>
            <a:r>
              <a:rPr lang="en-US" altLang="en-US" b="1" i="1" dirty="0" err="1"/>
              <a:t>T</a:t>
            </a:r>
            <a:r>
              <a:rPr lang="en-US" altLang="en-US" b="1" i="1" baseline="-25000" dirty="0" err="1"/>
              <a:t>i</a:t>
            </a:r>
            <a:r>
              <a:rPr lang="en-US" altLang="en-US" dirty="0"/>
              <a:t> wants </a:t>
            </a:r>
            <a:r>
              <a:rPr lang="en-US" altLang="en-US" b="1" i="1" dirty="0"/>
              <a:t>k</a:t>
            </a:r>
            <a:r>
              <a:rPr lang="en-US" altLang="en-US" dirty="0"/>
              <a:t> instances of resource type </a:t>
            </a:r>
            <a:r>
              <a:rPr lang="en-US" altLang="en-US" b="1" i="1" dirty="0" err="1"/>
              <a:t>R</a:t>
            </a:r>
            <a:r>
              <a:rPr lang="en-US" altLang="en-US" b="1" i="1" baseline="-25000" dirty="0" err="1"/>
              <a:t>j</a:t>
            </a:r>
            <a:endParaRPr lang="en-US" altLang="en-US" b="1" baseline="-25000" dirty="0"/>
          </a:p>
          <a:p>
            <a:pPr marL="800100" lvl="1" indent="-342900">
              <a:buFont typeface="+mj-lt"/>
              <a:buAutoNum type="arabicPeriod"/>
            </a:pPr>
            <a:r>
              <a:rPr lang="en-US" altLang="en-US" dirty="0"/>
              <a:t>If </a:t>
            </a:r>
            <a:r>
              <a:rPr lang="en-US" altLang="en-US" b="1" i="1" dirty="0" err="1"/>
              <a:t>Request</a:t>
            </a:r>
            <a:r>
              <a:rPr lang="en-US" altLang="en-US" b="1" i="1" baseline="-25000" dirty="0" err="1"/>
              <a:t>i</a:t>
            </a:r>
            <a:r>
              <a:rPr lang="en-US" altLang="en-US" b="1" i="1" dirty="0"/>
              <a:t> </a:t>
            </a:r>
            <a:r>
              <a:rPr lang="en-US" altLang="en-US" b="1" dirty="0">
                <a:sym typeface="Symbol" panose="05050102010706020507" pitchFamily="18" charset="2"/>
              </a:rPr>
              <a:t> </a:t>
            </a:r>
            <a:r>
              <a:rPr lang="en-US" altLang="en-US" b="1" i="1" dirty="0" err="1">
                <a:sym typeface="Symbol" panose="05050102010706020507" pitchFamily="18" charset="2"/>
              </a:rPr>
              <a:t>Need</a:t>
            </a:r>
            <a:r>
              <a:rPr lang="en-US" altLang="en-US" b="1" i="1" baseline="-25000" dirty="0" err="1">
                <a:sym typeface="Symbol" panose="05050102010706020507" pitchFamily="18" charset="2"/>
              </a:rPr>
              <a:t>i</a:t>
            </a:r>
            <a:r>
              <a:rPr lang="en-US" altLang="en-US" b="1" i="1" dirty="0">
                <a:sym typeface="Symbol" panose="05050102010706020507" pitchFamily="18" charset="2"/>
              </a:rPr>
              <a:t> </a:t>
            </a:r>
            <a:r>
              <a:rPr lang="en-US" altLang="en-US" dirty="0">
                <a:sym typeface="Symbol" panose="05050102010706020507" pitchFamily="18" charset="2"/>
              </a:rPr>
              <a:t>go to step 2.  Otherwise, raise error condition, since process has exceeded its maximum claim</a:t>
            </a:r>
            <a:endParaRPr lang="en-US" altLang="en-US" dirty="0">
              <a:sym typeface="Symbol" panose="05050102010706020507" pitchFamily="18" charset="2"/>
            </a:endParaRPr>
          </a:p>
          <a:p>
            <a:pPr marL="800100" lvl="1" indent="-342900">
              <a:buFont typeface="+mj-lt"/>
              <a:buAutoNum type="arabicPeriod"/>
            </a:pPr>
            <a:r>
              <a:rPr lang="en-US" altLang="en-US" dirty="0">
                <a:sym typeface="Symbol" panose="05050102010706020507" pitchFamily="18" charset="2"/>
              </a:rPr>
              <a:t>If </a:t>
            </a:r>
            <a:r>
              <a:rPr lang="en-US" altLang="en-US" b="1" i="1" dirty="0" err="1"/>
              <a:t>Request</a:t>
            </a:r>
            <a:r>
              <a:rPr lang="en-US" altLang="en-US" b="1" i="1" baseline="-25000" dirty="0" err="1"/>
              <a:t>i</a:t>
            </a:r>
            <a:r>
              <a:rPr lang="en-US" altLang="en-US" b="1" dirty="0"/>
              <a:t> </a:t>
            </a:r>
            <a:r>
              <a:rPr lang="en-US" altLang="en-US" b="1" dirty="0">
                <a:sym typeface="Symbol" panose="05050102010706020507" pitchFamily="18" charset="2"/>
              </a:rPr>
              <a:t> </a:t>
            </a:r>
            <a:r>
              <a:rPr lang="en-US" altLang="en-US" b="1" i="1" dirty="0">
                <a:sym typeface="Symbol" panose="05050102010706020507" pitchFamily="18" charset="2"/>
              </a:rPr>
              <a:t>Available</a:t>
            </a:r>
            <a:r>
              <a:rPr lang="en-US" altLang="en-US" dirty="0">
                <a:sym typeface="Symbol" panose="05050102010706020507" pitchFamily="18" charset="2"/>
              </a:rPr>
              <a:t>, go to step 3.  Otherwise </a:t>
            </a:r>
            <a:r>
              <a:rPr lang="en-US" altLang="en-US" b="1" i="1" dirty="0" err="1">
                <a:sym typeface="Symbol" panose="05050102010706020507" pitchFamily="18" charset="2"/>
              </a:rPr>
              <a:t>T</a:t>
            </a:r>
            <a:r>
              <a:rPr lang="en-US" altLang="en-US" b="1" i="1" baseline="-25000" dirty="0" err="1">
                <a:sym typeface="Symbol" panose="05050102010706020507" pitchFamily="18" charset="2"/>
              </a:rPr>
              <a:t>i</a:t>
            </a:r>
            <a:r>
              <a:rPr lang="en-US" altLang="en-US" dirty="0">
                <a:sym typeface="Symbol" panose="05050102010706020507" pitchFamily="18" charset="2"/>
              </a:rPr>
              <a:t>  must wait, since resources are not available</a:t>
            </a:r>
            <a:endParaRPr lang="en-US" altLang="en-US" dirty="0">
              <a:sym typeface="Symbol" panose="05050102010706020507" pitchFamily="18" charset="2"/>
            </a:endParaRPr>
          </a:p>
          <a:p>
            <a:pPr marL="800100" lvl="1" indent="-342900">
              <a:buFont typeface="+mj-lt"/>
              <a:buAutoNum type="arabicPeriod"/>
            </a:pPr>
            <a:r>
              <a:rPr lang="en-US" altLang="en-US" dirty="0">
                <a:sym typeface="Symbol" panose="05050102010706020507" pitchFamily="18" charset="2"/>
              </a:rPr>
              <a:t>Pretend to allocate requested resources to </a:t>
            </a:r>
            <a:r>
              <a:rPr lang="en-US" altLang="en-US" b="1" i="1" dirty="0" err="1">
                <a:sym typeface="Symbol" panose="05050102010706020507" pitchFamily="18" charset="2"/>
              </a:rPr>
              <a:t>T</a:t>
            </a:r>
            <a:r>
              <a:rPr lang="en-US" altLang="en-US" b="1" i="1" baseline="-25000" dirty="0" err="1">
                <a:sym typeface="Symbol" panose="05050102010706020507" pitchFamily="18" charset="2"/>
              </a:rPr>
              <a:t>i</a:t>
            </a:r>
            <a:r>
              <a:rPr lang="en-US" altLang="en-US" dirty="0">
                <a:sym typeface="Symbol" panose="05050102010706020507" pitchFamily="18" charset="2"/>
              </a:rPr>
              <a:t> by modifying the state as follows:</a:t>
            </a:r>
            <a:endParaRPr lang="en-US" altLang="en-US" dirty="0">
              <a:sym typeface="Symbol" panose="05050102010706020507" pitchFamily="18" charset="2"/>
            </a:endParaRPr>
          </a:p>
          <a:p>
            <a:pPr lvl="3">
              <a:buFontTx/>
              <a:buNone/>
            </a:pPr>
            <a:r>
              <a:rPr lang="en-US" altLang="en-US" dirty="0">
                <a:sym typeface="Symbol" panose="05050102010706020507" pitchFamily="18" charset="2"/>
              </a:rPr>
              <a:t>		</a:t>
            </a:r>
            <a:r>
              <a:rPr lang="en-US" altLang="en-US" b="1" i="1" dirty="0">
                <a:sym typeface="Symbol" panose="05050102010706020507" pitchFamily="18" charset="2"/>
              </a:rPr>
              <a:t>Available</a:t>
            </a:r>
            <a:r>
              <a:rPr lang="en-US" altLang="en-US" b="1" dirty="0">
                <a:sym typeface="Symbol" panose="05050102010706020507" pitchFamily="18" charset="2"/>
              </a:rPr>
              <a:t> = </a:t>
            </a:r>
            <a:r>
              <a:rPr lang="en-US" altLang="en-US" b="1" i="1" dirty="0">
                <a:sym typeface="Symbol" panose="05050102010706020507" pitchFamily="18" charset="2"/>
              </a:rPr>
              <a:t>Available  </a:t>
            </a:r>
            <a:r>
              <a:rPr lang="en-US" altLang="en-US" b="1" dirty="0">
                <a:sym typeface="Symbol" panose="05050102010706020507" pitchFamily="18" charset="2"/>
              </a:rPr>
              <a:t>–</a:t>
            </a:r>
            <a:r>
              <a:rPr lang="en-US" altLang="en-US" b="1" i="1" dirty="0">
                <a:sym typeface="Symbol" panose="05050102010706020507" pitchFamily="18" charset="2"/>
              </a:rPr>
              <a:t> </a:t>
            </a:r>
            <a:r>
              <a:rPr lang="en-US" altLang="en-US" b="1" i="1" dirty="0" err="1">
                <a:sym typeface="Symbol" panose="05050102010706020507" pitchFamily="18" charset="2"/>
              </a:rPr>
              <a:t>Request</a:t>
            </a:r>
            <a:r>
              <a:rPr lang="en-US" altLang="en-US" b="1" i="1" baseline="-25000" dirty="0" err="1">
                <a:sym typeface="Symbol" panose="05050102010706020507" pitchFamily="18" charset="2"/>
              </a:rPr>
              <a:t>i</a:t>
            </a:r>
            <a:r>
              <a:rPr lang="en-US" altLang="en-US" b="1" i="1" dirty="0">
                <a:sym typeface="Symbol" panose="05050102010706020507" pitchFamily="18" charset="2"/>
              </a:rPr>
              <a:t>;</a:t>
            </a:r>
            <a:endParaRPr lang="en-US" altLang="en-US" b="1" i="1" dirty="0">
              <a:sym typeface="Symbol" panose="05050102010706020507" pitchFamily="18" charset="2"/>
            </a:endParaRPr>
          </a:p>
          <a:p>
            <a:pPr lvl="3">
              <a:buFontTx/>
              <a:buNone/>
            </a:pPr>
            <a:r>
              <a:rPr lang="en-US" altLang="en-US" b="1" dirty="0">
                <a:sym typeface="Symbol" panose="05050102010706020507" pitchFamily="18" charset="2"/>
              </a:rPr>
              <a:t>		</a:t>
            </a:r>
            <a:r>
              <a:rPr lang="en-US" altLang="en-US" b="1" i="1" dirty="0" err="1">
                <a:sym typeface="Symbol" panose="05050102010706020507" pitchFamily="18" charset="2"/>
              </a:rPr>
              <a:t>Allocation</a:t>
            </a:r>
            <a:r>
              <a:rPr lang="en-US" altLang="en-US" b="1" i="1" baseline="-25000" dirty="0" err="1">
                <a:sym typeface="Symbol" panose="05050102010706020507" pitchFamily="18" charset="2"/>
              </a:rPr>
              <a:t>i</a:t>
            </a:r>
            <a:r>
              <a:rPr lang="en-US" altLang="en-US" b="1" baseline="-25000" dirty="0">
                <a:sym typeface="Symbol" panose="05050102010706020507" pitchFamily="18" charset="2"/>
              </a:rPr>
              <a:t> </a:t>
            </a:r>
            <a:r>
              <a:rPr lang="en-US" altLang="en-US" b="1" dirty="0">
                <a:sym typeface="Symbol" panose="05050102010706020507" pitchFamily="18" charset="2"/>
              </a:rPr>
              <a:t>= </a:t>
            </a:r>
            <a:r>
              <a:rPr lang="en-US" altLang="en-US" b="1" i="1" dirty="0" err="1">
                <a:sym typeface="Symbol" panose="05050102010706020507" pitchFamily="18" charset="2"/>
              </a:rPr>
              <a:t>Allocation</a:t>
            </a:r>
            <a:r>
              <a:rPr lang="en-US" altLang="en-US" b="1" i="1" baseline="-25000" dirty="0" err="1">
                <a:sym typeface="Symbol" panose="05050102010706020507" pitchFamily="18" charset="2"/>
              </a:rPr>
              <a:t>i</a:t>
            </a:r>
            <a:r>
              <a:rPr lang="en-US" altLang="en-US" b="1" dirty="0">
                <a:sym typeface="Symbol" panose="05050102010706020507" pitchFamily="18" charset="2"/>
              </a:rPr>
              <a:t> + </a:t>
            </a:r>
            <a:r>
              <a:rPr lang="en-US" altLang="en-US" b="1" i="1" dirty="0" err="1">
                <a:sym typeface="Symbol" panose="05050102010706020507" pitchFamily="18" charset="2"/>
              </a:rPr>
              <a:t>Request</a:t>
            </a:r>
            <a:r>
              <a:rPr lang="en-US" altLang="en-US" b="1" i="1" baseline="-25000" dirty="0" err="1">
                <a:sym typeface="Symbol" panose="05050102010706020507" pitchFamily="18" charset="2"/>
              </a:rPr>
              <a:t>i</a:t>
            </a:r>
            <a:r>
              <a:rPr lang="en-US" altLang="en-US" b="1" dirty="0">
                <a:sym typeface="Symbol" panose="05050102010706020507" pitchFamily="18" charset="2"/>
              </a:rPr>
              <a:t>;</a:t>
            </a:r>
            <a:endParaRPr lang="en-US" altLang="en-US" b="1" dirty="0">
              <a:sym typeface="Symbol" panose="05050102010706020507" pitchFamily="18" charset="2"/>
            </a:endParaRPr>
          </a:p>
          <a:p>
            <a:pPr lvl="3">
              <a:buFontTx/>
              <a:buNone/>
            </a:pPr>
            <a:r>
              <a:rPr lang="en-US" altLang="en-US" b="1" dirty="0">
                <a:sym typeface="Symbol" panose="05050102010706020507" pitchFamily="18" charset="2"/>
              </a:rPr>
              <a:t>		</a:t>
            </a:r>
            <a:r>
              <a:rPr lang="en-US" altLang="en-US" b="1" i="1" dirty="0" err="1">
                <a:sym typeface="Symbol" panose="05050102010706020507" pitchFamily="18" charset="2"/>
              </a:rPr>
              <a:t>Need</a:t>
            </a:r>
            <a:r>
              <a:rPr lang="en-US" altLang="en-US" b="1" i="1" baseline="-25000" dirty="0" err="1">
                <a:sym typeface="Symbol" panose="05050102010706020507" pitchFamily="18" charset="2"/>
              </a:rPr>
              <a:t>i</a:t>
            </a:r>
            <a:r>
              <a:rPr lang="en-US" altLang="en-US" b="1" i="1" dirty="0">
                <a:sym typeface="Symbol" panose="05050102010706020507" pitchFamily="18" charset="2"/>
              </a:rPr>
              <a:t> </a:t>
            </a:r>
            <a:r>
              <a:rPr lang="en-US" altLang="en-US" b="1" dirty="0">
                <a:sym typeface="Symbol" panose="05050102010706020507" pitchFamily="18" charset="2"/>
              </a:rPr>
              <a:t>=</a:t>
            </a:r>
            <a:r>
              <a:rPr lang="en-US" altLang="en-US" b="1" i="1" dirty="0">
                <a:sym typeface="Symbol" panose="05050102010706020507" pitchFamily="18" charset="2"/>
              </a:rPr>
              <a:t> </a:t>
            </a:r>
            <a:r>
              <a:rPr lang="en-US" altLang="en-US" b="1" i="1" dirty="0" err="1">
                <a:sym typeface="Symbol" panose="05050102010706020507" pitchFamily="18" charset="2"/>
              </a:rPr>
              <a:t>Need</a:t>
            </a:r>
            <a:r>
              <a:rPr lang="en-US" altLang="en-US" b="1" i="1" baseline="-25000" dirty="0" err="1">
                <a:sym typeface="Symbol" panose="05050102010706020507" pitchFamily="18" charset="2"/>
              </a:rPr>
              <a:t>i</a:t>
            </a:r>
            <a:r>
              <a:rPr lang="en-US" altLang="en-US" b="1" dirty="0">
                <a:sym typeface="Symbol" panose="05050102010706020507" pitchFamily="18" charset="2"/>
              </a:rPr>
              <a:t> – </a:t>
            </a:r>
            <a:r>
              <a:rPr lang="en-US" altLang="en-US" b="1" i="1" dirty="0" err="1">
                <a:sym typeface="Symbol" panose="05050102010706020507" pitchFamily="18" charset="2"/>
              </a:rPr>
              <a:t>Request</a:t>
            </a:r>
            <a:r>
              <a:rPr lang="en-US" altLang="en-US" b="1" i="1" baseline="-25000" dirty="0" err="1">
                <a:sym typeface="Symbol" panose="05050102010706020507" pitchFamily="18" charset="2"/>
              </a:rPr>
              <a:t>i</a:t>
            </a:r>
            <a:r>
              <a:rPr lang="en-US" altLang="en-US" b="1" i="1" dirty="0">
                <a:sym typeface="Symbol" panose="05050102010706020507" pitchFamily="18" charset="2"/>
              </a:rPr>
              <a:t>;</a:t>
            </a:r>
            <a:endParaRPr lang="en-US" altLang="en-US" b="1" i="1" dirty="0">
              <a:sym typeface="Symbol" panose="05050102010706020507" pitchFamily="18" charset="2"/>
            </a:endParaRPr>
          </a:p>
          <a:p>
            <a:pPr lvl="2">
              <a:buClr>
                <a:srgbClr val="CC6600"/>
              </a:buClr>
              <a:buSzPct val="110000"/>
              <a:buFont typeface="Arial" panose="020B0604020202020204" pitchFamily="34" charset="0"/>
              <a:buChar char="•"/>
            </a:pPr>
            <a:r>
              <a:rPr lang="en-US" altLang="en-US" dirty="0">
                <a:sym typeface="Symbol" panose="05050102010706020507" pitchFamily="18" charset="2"/>
              </a:rPr>
              <a:t>If safe  the resources are allocated to </a:t>
            </a:r>
            <a:r>
              <a:rPr lang="en-US" altLang="en-US" b="1" i="1" dirty="0" err="1">
                <a:sym typeface="Symbol" panose="05050102010706020507" pitchFamily="18" charset="2"/>
              </a:rPr>
              <a:t>T</a:t>
            </a:r>
            <a:r>
              <a:rPr lang="en-US" altLang="en-US" b="1" i="1" baseline="-25000" dirty="0" err="1">
                <a:sym typeface="Symbol" panose="05050102010706020507" pitchFamily="18" charset="2"/>
              </a:rPr>
              <a:t>i</a:t>
            </a:r>
            <a:endParaRPr lang="en-US" altLang="en-US" b="1" i="1" baseline="-25000" dirty="0">
              <a:sym typeface="Symbol" panose="05050102010706020507" pitchFamily="18" charset="2"/>
            </a:endParaRPr>
          </a:p>
          <a:p>
            <a:pPr lvl="2">
              <a:buClr>
                <a:srgbClr val="CC6600"/>
              </a:buClr>
              <a:buSzPct val="110000"/>
              <a:buFont typeface="Arial" panose="020B0604020202020204" pitchFamily="34" charset="0"/>
              <a:buChar char="•"/>
            </a:pPr>
            <a:r>
              <a:rPr lang="en-US" altLang="en-US" dirty="0">
                <a:sym typeface="Symbol" panose="05050102010706020507" pitchFamily="18" charset="2"/>
              </a:rPr>
              <a:t>If unsafe  </a:t>
            </a:r>
            <a:r>
              <a:rPr lang="en-US" altLang="en-US" b="1" i="1" dirty="0" err="1">
                <a:sym typeface="Symbol" panose="05050102010706020507" pitchFamily="18" charset="2"/>
              </a:rPr>
              <a:t>T</a:t>
            </a:r>
            <a:r>
              <a:rPr lang="en-US" altLang="en-US" b="1" i="1" baseline="-25000" dirty="0" err="1">
                <a:sym typeface="Symbol" panose="05050102010706020507" pitchFamily="18" charset="2"/>
              </a:rPr>
              <a:t>i</a:t>
            </a:r>
            <a:r>
              <a:rPr lang="en-US" altLang="en-US" dirty="0">
                <a:sym typeface="Symbol" panose="05050102010706020507" pitchFamily="18" charset="2"/>
              </a:rPr>
              <a:t> must wait, and the old resource-allocation state is restored</a:t>
            </a:r>
            <a:endParaRPr lang="en-US" altLang="en-US" dirty="0">
              <a:sym typeface="Symbol" panose="05050102010706020507" pitchFamily="18" charset="2"/>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4514" name="Rectangle 2"/>
          <p:cNvSpPr>
            <a:spLocks noGrp="1"/>
          </p:cNvSpPr>
          <p:nvPr>
            <p:ph type="title" idx="4294967295"/>
          </p:nvPr>
        </p:nvSpPr>
        <p:spPr>
          <a:xfrm>
            <a:off x="923925" y="198438"/>
            <a:ext cx="7762875" cy="576262"/>
          </a:xfrm>
        </p:spPr>
        <p:txBody>
          <a:bodyPr vert="horz" wrap="square" lIns="91440" tIns="45720" rIns="91440" bIns="45720" anchor="b" anchorCtr="0"/>
          <a:p>
            <a:pPr eaLnBrk="1" hangingPunct="1"/>
            <a:r>
              <a:rPr lang="en-US" altLang="en-US" dirty="0"/>
              <a:t>Banker’s Algorithm</a:t>
            </a:r>
            <a:endParaRPr lang="en-US" altLang="en-US" dirty="0"/>
          </a:p>
        </p:txBody>
      </p:sp>
      <p:sp>
        <p:nvSpPr>
          <p:cNvPr id="5" name="文本框 4"/>
          <p:cNvSpPr txBox="1"/>
          <p:nvPr/>
        </p:nvSpPr>
        <p:spPr>
          <a:xfrm>
            <a:off x="554038" y="1039813"/>
            <a:ext cx="7875588" cy="1865313"/>
          </a:xfrm>
          <a:prstGeom prst="rect">
            <a:avLst/>
          </a:prstGeom>
          <a:noFill/>
        </p:spPr>
        <p:txBody>
          <a:bodyPr>
            <a:spAutoFit/>
          </a:bodyPr>
          <a:lstStyle/>
          <a:p>
            <a:pPr marL="342900" marR="0" indent="-342900" defTabSz="914400">
              <a:spcBef>
                <a:spcPct val="35000"/>
              </a:spcBef>
              <a:buClr>
                <a:srgbClr val="993300"/>
              </a:buClr>
              <a:buSzPct val="90000"/>
              <a:buFont typeface="Wingdings" panose="05000000000000000000" pitchFamily="2" charset="2"/>
              <a:buChar char="q"/>
              <a:defRPr/>
            </a:pPr>
            <a:r>
              <a:rPr kumimoji="1" lang="en-US" altLang="zh-CN" kern="1200" cap="none" spc="0" normalizeH="0" baseline="0" noProof="0" dirty="0">
                <a:latin typeface="+mn-lt"/>
                <a:ea typeface="MS PGothic" panose="020B0600070205080204" pitchFamily="34" charset="-128"/>
                <a:cs typeface="+mn-cs"/>
              </a:rPr>
              <a:t>Considering a system with </a:t>
            </a:r>
            <a:r>
              <a:rPr kumimoji="1" lang="en-US" altLang="zh-CN" kern="1200" cap="none" spc="0" normalizeH="0" baseline="0" noProof="0" dirty="0">
                <a:solidFill>
                  <a:srgbClr val="FF0000"/>
                </a:solidFill>
                <a:latin typeface="+mn-lt"/>
                <a:ea typeface="MS PGothic" panose="020B0600070205080204" pitchFamily="34" charset="-128"/>
                <a:cs typeface="+mn-cs"/>
              </a:rPr>
              <a:t>5 processes</a:t>
            </a:r>
            <a:r>
              <a:rPr kumimoji="1" lang="en-US" altLang="zh-CN" kern="1200" cap="none" spc="0" normalizeH="0" baseline="0" noProof="0" dirty="0">
                <a:latin typeface="+mn-lt"/>
                <a:ea typeface="MS PGothic" panose="020B0600070205080204" pitchFamily="34" charset="-128"/>
                <a:cs typeface="+mn-cs"/>
              </a:rPr>
              <a:t>, and </a:t>
            </a:r>
            <a:r>
              <a:rPr kumimoji="1" lang="en-US" altLang="zh-CN" kern="1200" cap="none" spc="0" normalizeH="0" baseline="0" noProof="0" dirty="0">
                <a:solidFill>
                  <a:srgbClr val="FF0000"/>
                </a:solidFill>
                <a:latin typeface="+mn-lt"/>
                <a:ea typeface="MS PGothic" panose="020B0600070205080204" pitchFamily="34" charset="-128"/>
                <a:cs typeface="+mn-cs"/>
              </a:rPr>
              <a:t>3 resources</a:t>
            </a:r>
            <a:r>
              <a:rPr kumimoji="1" lang="en-US" altLang="zh-CN" kern="1200" cap="none" spc="0" normalizeH="0" baseline="0" noProof="0" dirty="0">
                <a:latin typeface="+mn-lt"/>
                <a:ea typeface="MS PGothic" panose="020B0600070205080204" pitchFamily="34" charset="-128"/>
                <a:cs typeface="+mn-cs"/>
              </a:rPr>
              <a:t> of type A, B, C </a:t>
            </a:r>
            <a:endParaRPr kumimoji="1" lang="en-US" altLang="zh-CN" kern="1200" cap="none" spc="0" normalizeH="0" baseline="0" noProof="0" dirty="0">
              <a:latin typeface="+mn-lt"/>
              <a:ea typeface="MS PGothic" panose="020B0600070205080204" pitchFamily="34" charset="-128"/>
              <a:cs typeface="+mn-cs"/>
            </a:endParaRPr>
          </a:p>
          <a:p>
            <a:pPr marL="800100" marR="0" lvl="1" indent="-342900" algn="l" defTabSz="914400" rtl="0" eaLnBrk="0" fontAlgn="base" latinLnBrk="0" hangingPunct="0">
              <a:lnSpc>
                <a:spcPct val="100000"/>
              </a:lnSpc>
              <a:spcBef>
                <a:spcPct val="35000"/>
              </a:spcBef>
              <a:spcAft>
                <a:spcPct val="0"/>
              </a:spcAft>
              <a:buClr>
                <a:srgbClr val="993300"/>
              </a:buClr>
              <a:buSzPct val="90000"/>
              <a:buFont typeface="Wingdings" panose="05000000000000000000" pitchFamily="2" charset="2"/>
              <a:buChar char="q"/>
              <a:defRPr/>
            </a:pPr>
            <a:r>
              <a:rPr kumimoji="1" lang="en-US" altLang="zh-CN" sz="1800" b="0" i="0" u="none" strike="noStrike" kern="1200" cap="none" spc="0" normalizeH="0" baseline="0" noProof="0" dirty="0">
                <a:ln>
                  <a:noFill/>
                </a:ln>
                <a:solidFill>
                  <a:schemeClr val="tx1"/>
                </a:solidFill>
                <a:effectLst/>
                <a:uLnTx/>
                <a:uFillTx/>
                <a:latin typeface="+mn-lt"/>
                <a:ea typeface="MS PGothic" panose="020B0600070205080204" pitchFamily="34" charset="-128"/>
                <a:cs typeface="+mn-cs"/>
              </a:rPr>
              <a:t>A: 10 instances</a:t>
            </a:r>
            <a:endParaRPr kumimoji="1" lang="en-US" altLang="zh-CN" sz="1800" b="0" i="0" u="none" strike="noStrike" kern="1200" cap="none" spc="0" normalizeH="0" baseline="0" noProof="0" dirty="0">
              <a:ln>
                <a:noFill/>
              </a:ln>
              <a:solidFill>
                <a:schemeClr val="tx1"/>
              </a:solidFill>
              <a:effectLst/>
              <a:uLnTx/>
              <a:uFillTx/>
              <a:latin typeface="+mn-lt"/>
              <a:ea typeface="MS PGothic" panose="020B0600070205080204" pitchFamily="34" charset="-128"/>
              <a:cs typeface="+mn-cs"/>
            </a:endParaRPr>
          </a:p>
          <a:p>
            <a:pPr marL="800100" marR="0" lvl="1" indent="-342900" algn="l" defTabSz="914400" rtl="0" eaLnBrk="0" fontAlgn="base" latinLnBrk="0" hangingPunct="0">
              <a:lnSpc>
                <a:spcPct val="100000"/>
              </a:lnSpc>
              <a:spcBef>
                <a:spcPct val="35000"/>
              </a:spcBef>
              <a:spcAft>
                <a:spcPct val="0"/>
              </a:spcAft>
              <a:buClr>
                <a:srgbClr val="993300"/>
              </a:buClr>
              <a:buSzPct val="90000"/>
              <a:buFont typeface="Wingdings" panose="05000000000000000000" pitchFamily="2" charset="2"/>
              <a:buChar char="q"/>
              <a:defRPr/>
            </a:pPr>
            <a:r>
              <a:rPr kumimoji="1" lang="en-US" altLang="zh-CN" sz="1800" b="0" i="0" u="none" strike="noStrike" kern="1200" cap="none" spc="0" normalizeH="0" baseline="0" noProof="0" dirty="0">
                <a:ln>
                  <a:noFill/>
                </a:ln>
                <a:solidFill>
                  <a:schemeClr val="tx1"/>
                </a:solidFill>
                <a:effectLst/>
                <a:uLnTx/>
                <a:uFillTx/>
                <a:latin typeface="+mn-lt"/>
                <a:ea typeface="MS PGothic" panose="020B0600070205080204" pitchFamily="34" charset="-128"/>
                <a:cs typeface="+mn-cs"/>
              </a:rPr>
              <a:t>B: 5 instances</a:t>
            </a:r>
            <a:endParaRPr kumimoji="1" lang="en-US" altLang="zh-CN" sz="1800" b="0" i="0" u="none" strike="noStrike" kern="1200" cap="none" spc="0" normalizeH="0" baseline="0" noProof="0" dirty="0">
              <a:ln>
                <a:noFill/>
              </a:ln>
              <a:solidFill>
                <a:schemeClr val="tx1"/>
              </a:solidFill>
              <a:effectLst/>
              <a:uLnTx/>
              <a:uFillTx/>
              <a:latin typeface="+mn-lt"/>
              <a:ea typeface="MS PGothic" panose="020B0600070205080204" pitchFamily="34" charset="-128"/>
              <a:cs typeface="+mn-cs"/>
            </a:endParaRPr>
          </a:p>
          <a:p>
            <a:pPr marL="800100" marR="0" lvl="1" indent="-342900" algn="l" defTabSz="914400" rtl="0" eaLnBrk="0" fontAlgn="base" latinLnBrk="0" hangingPunct="0">
              <a:lnSpc>
                <a:spcPct val="100000"/>
              </a:lnSpc>
              <a:spcBef>
                <a:spcPct val="35000"/>
              </a:spcBef>
              <a:spcAft>
                <a:spcPct val="0"/>
              </a:spcAft>
              <a:buClr>
                <a:srgbClr val="993300"/>
              </a:buClr>
              <a:buSzPct val="90000"/>
              <a:buFont typeface="Wingdings" panose="05000000000000000000" pitchFamily="2" charset="2"/>
              <a:buChar char="q"/>
              <a:defRPr/>
            </a:pPr>
            <a:r>
              <a:rPr kumimoji="1" lang="en-US" altLang="zh-CN" sz="1800" b="0" i="0" u="none" strike="noStrike" kern="1200" cap="none" spc="0" normalizeH="0" baseline="0" noProof="0" dirty="0">
                <a:ln>
                  <a:noFill/>
                </a:ln>
                <a:solidFill>
                  <a:schemeClr val="tx1"/>
                </a:solidFill>
                <a:effectLst/>
                <a:uLnTx/>
                <a:uFillTx/>
                <a:latin typeface="+mn-lt"/>
                <a:ea typeface="MS PGothic" panose="020B0600070205080204" pitchFamily="34" charset="-128"/>
                <a:cs typeface="+mn-cs"/>
              </a:rPr>
              <a:t>C: 7 instances</a:t>
            </a:r>
            <a:endParaRPr kumimoji="1" lang="en-US" altLang="zh-CN" sz="1800" b="0" i="0" u="none" strike="noStrike" kern="1200" cap="none" spc="0" normalizeH="0" baseline="0" noProof="0" dirty="0">
              <a:ln>
                <a:noFill/>
              </a:ln>
              <a:solidFill>
                <a:schemeClr val="tx1"/>
              </a:solidFill>
              <a:effectLst/>
              <a:uLnTx/>
              <a:uFillTx/>
              <a:latin typeface="+mn-lt"/>
              <a:ea typeface="MS PGothic" panose="020B0600070205080204" pitchFamily="34" charset="-128"/>
              <a:cs typeface="+mn-cs"/>
            </a:endParaRPr>
          </a:p>
          <a:p>
            <a:pPr marL="342900" marR="0" lvl="1" indent="-342900" algn="l" defTabSz="914400" rtl="0" eaLnBrk="0" fontAlgn="base" latinLnBrk="0" hangingPunct="0">
              <a:lnSpc>
                <a:spcPct val="100000"/>
              </a:lnSpc>
              <a:spcBef>
                <a:spcPct val="35000"/>
              </a:spcBef>
              <a:spcAft>
                <a:spcPct val="0"/>
              </a:spcAft>
              <a:buClr>
                <a:srgbClr val="993300"/>
              </a:buClr>
              <a:buSzPct val="90000"/>
              <a:buFont typeface="Wingdings" panose="05000000000000000000" pitchFamily="2" charset="2"/>
              <a:buChar char="q"/>
              <a:defRPr/>
            </a:pPr>
            <a:r>
              <a:rPr kumimoji="1" lang="en-US" altLang="zh-CN" sz="1800" b="0" i="0" u="none" strike="noStrike" kern="1200" cap="none" spc="0" normalizeH="0" baseline="0" noProof="0" dirty="0">
                <a:ln>
                  <a:noFill/>
                </a:ln>
                <a:solidFill>
                  <a:schemeClr val="tx1"/>
                </a:solidFill>
                <a:effectLst/>
                <a:uLnTx/>
                <a:uFillTx/>
                <a:latin typeface="+mn-lt"/>
                <a:ea typeface="MS PGothic" panose="020B0600070205080204" pitchFamily="34" charset="-128"/>
                <a:cs typeface="+mn-cs"/>
              </a:rPr>
              <a:t>Suppose at </a:t>
            </a:r>
            <a:r>
              <a:rPr kumimoji="1" lang="en-US" altLang="zh-CN" sz="1800" b="0" i="0" u="none" strike="noStrike" kern="1200" cap="none" spc="0" normalizeH="0" baseline="0" noProof="0" dirty="0">
                <a:ln>
                  <a:noFill/>
                </a:ln>
                <a:solidFill>
                  <a:srgbClr val="FF0000"/>
                </a:solidFill>
                <a:effectLst/>
                <a:uLnTx/>
                <a:uFillTx/>
                <a:latin typeface="+mn-lt"/>
                <a:ea typeface="MS PGothic" panose="020B0600070205080204" pitchFamily="34" charset="-128"/>
                <a:cs typeface="+mn-cs"/>
              </a:rPr>
              <a:t>time </a:t>
            </a:r>
            <a:r>
              <a:rPr kumimoji="1" lang="en-US" altLang="zh-CN" sz="1800" b="0" i="1" u="none" strike="noStrike" kern="1200" cap="none" spc="0" normalizeH="0" baseline="0" noProof="0" dirty="0">
                <a:ln>
                  <a:noFill/>
                </a:ln>
                <a:solidFill>
                  <a:srgbClr val="FF0000"/>
                </a:solidFill>
                <a:effectLst/>
                <a:uLnTx/>
                <a:uFillTx/>
                <a:latin typeface="+mn-lt"/>
                <a:ea typeface="MS PGothic" panose="020B0600070205080204" pitchFamily="34" charset="-128"/>
                <a:cs typeface="+mn-cs"/>
              </a:rPr>
              <a:t>t</a:t>
            </a:r>
            <a:r>
              <a:rPr kumimoji="1" lang="en-US" altLang="zh-CN" sz="1800" b="0" i="0" u="none" strike="noStrike" kern="1200" cap="none" spc="0" normalizeH="0" baseline="-25000" noProof="0" dirty="0">
                <a:ln>
                  <a:noFill/>
                </a:ln>
                <a:solidFill>
                  <a:srgbClr val="FF0000"/>
                </a:solidFill>
                <a:effectLst/>
                <a:uLnTx/>
                <a:uFillTx/>
                <a:latin typeface="+mn-lt"/>
                <a:ea typeface="MS PGothic" panose="020B0600070205080204" pitchFamily="34" charset="-128"/>
                <a:cs typeface="+mn-cs"/>
              </a:rPr>
              <a:t>0</a:t>
            </a:r>
            <a:r>
              <a:rPr kumimoji="1" lang="en-US" altLang="zh-CN" sz="1800" b="0" i="0" u="none" strike="noStrike" kern="1200" cap="none" spc="0" normalizeH="0" baseline="0" noProof="0" dirty="0">
                <a:ln>
                  <a:noFill/>
                </a:ln>
                <a:solidFill>
                  <a:srgbClr val="FF0000"/>
                </a:solidFill>
                <a:effectLst/>
                <a:uLnTx/>
                <a:uFillTx/>
                <a:latin typeface="+mn-lt"/>
                <a:ea typeface="MS PGothic" panose="020B0600070205080204" pitchFamily="34" charset="-128"/>
                <a:cs typeface="+mn-cs"/>
              </a:rPr>
              <a:t> </a:t>
            </a:r>
            <a:r>
              <a:rPr kumimoji="1" lang="en-US" altLang="zh-CN" sz="1800" b="0" i="0" u="none" strike="noStrike" kern="1200" cap="none" spc="0" normalizeH="0" baseline="0" noProof="0" dirty="0">
                <a:ln>
                  <a:noFill/>
                </a:ln>
                <a:solidFill>
                  <a:schemeClr val="tx1"/>
                </a:solidFill>
                <a:effectLst/>
                <a:uLnTx/>
                <a:uFillTx/>
                <a:latin typeface="+mn-lt"/>
                <a:ea typeface="MS PGothic" panose="020B0600070205080204" pitchFamily="34" charset="-128"/>
                <a:cs typeface="+mn-cs"/>
              </a:rPr>
              <a:t>following snapshot of the system has been taken:</a:t>
            </a:r>
            <a:endParaRPr kumimoji="1" lang="zh-CN" altLang="en-US" sz="1800" b="0" i="0" u="none" strike="noStrike" kern="1200" cap="none" spc="0" normalizeH="0" baseline="0" noProof="0" dirty="0">
              <a:ln>
                <a:noFill/>
              </a:ln>
              <a:solidFill>
                <a:schemeClr val="tx1"/>
              </a:solidFill>
              <a:effectLst/>
              <a:uLnTx/>
              <a:uFillTx/>
              <a:latin typeface="+mn-lt"/>
              <a:ea typeface="MS PGothic" panose="020B0600070205080204" pitchFamily="34" charset="-128"/>
              <a:cs typeface="+mn-cs"/>
            </a:endParaRPr>
          </a:p>
        </p:txBody>
      </p:sp>
      <p:pic>
        <p:nvPicPr>
          <p:cNvPr id="64516" name="图片 3" descr="表格&#10;&#10;描述已自动生成"/>
          <p:cNvPicPr>
            <a:picLocks noChangeAspect="1"/>
          </p:cNvPicPr>
          <p:nvPr/>
        </p:nvPicPr>
        <p:blipFill>
          <a:blip r:embed="rId1"/>
          <a:stretch>
            <a:fillRect/>
          </a:stretch>
        </p:blipFill>
        <p:spPr>
          <a:xfrm>
            <a:off x="1489075" y="3170238"/>
            <a:ext cx="6469063" cy="3014662"/>
          </a:xfrm>
          <a:prstGeom prst="rect">
            <a:avLst/>
          </a:prstGeom>
          <a:noFill/>
          <a:ln w="9525">
            <a:noFill/>
          </a:ln>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6562" name="Rectangle 2"/>
          <p:cNvSpPr>
            <a:spLocks noGrp="1"/>
          </p:cNvSpPr>
          <p:nvPr>
            <p:ph type="title" idx="4294967295"/>
          </p:nvPr>
        </p:nvSpPr>
        <p:spPr>
          <a:xfrm>
            <a:off x="923925" y="198438"/>
            <a:ext cx="7762875" cy="576262"/>
          </a:xfrm>
        </p:spPr>
        <p:txBody>
          <a:bodyPr vert="horz" wrap="square" lIns="91440" tIns="45720" rIns="91440" bIns="45720" anchor="b" anchorCtr="0"/>
          <a:p>
            <a:pPr eaLnBrk="1" hangingPunct="1"/>
            <a:r>
              <a:rPr lang="en-US" altLang="en-US" dirty="0"/>
              <a:t>Banker’s Algorithm</a:t>
            </a:r>
            <a:endParaRPr lang="en-US" altLang="en-US" dirty="0"/>
          </a:p>
        </p:txBody>
      </p:sp>
      <p:pic>
        <p:nvPicPr>
          <p:cNvPr id="66563" name="图片 3" descr="表格&#10;&#10;描述已自动生成"/>
          <p:cNvPicPr>
            <a:picLocks noChangeAspect="1"/>
          </p:cNvPicPr>
          <p:nvPr/>
        </p:nvPicPr>
        <p:blipFill>
          <a:blip r:embed="rId1"/>
          <a:stretch>
            <a:fillRect/>
          </a:stretch>
        </p:blipFill>
        <p:spPr>
          <a:xfrm>
            <a:off x="314325" y="895350"/>
            <a:ext cx="5097463" cy="2374900"/>
          </a:xfrm>
          <a:prstGeom prst="rect">
            <a:avLst/>
          </a:prstGeom>
          <a:noFill/>
          <a:ln w="9525">
            <a:noFill/>
          </a:ln>
        </p:spPr>
      </p:pic>
      <p:sp>
        <p:nvSpPr>
          <p:cNvPr id="6" name="文本框 5"/>
          <p:cNvSpPr txBox="1"/>
          <p:nvPr/>
        </p:nvSpPr>
        <p:spPr>
          <a:xfrm>
            <a:off x="434896" y="3271024"/>
            <a:ext cx="7304049" cy="369332"/>
          </a:xfrm>
          <a:prstGeom prst="rect">
            <a:avLst/>
          </a:prstGeom>
          <a:noFill/>
        </p:spPr>
        <p:txBody>
          <a:bodyPr>
            <a:spAutoFit/>
          </a:bodyPr>
          <a:lstStyle/>
          <a:p>
            <a:pPr marR="0" defTabSz="914400">
              <a:buClrTx/>
              <a:buSzTx/>
              <a:buFontTx/>
              <a:buNone/>
              <a:defRPr/>
            </a:pPr>
            <a:r>
              <a:rPr kumimoji="0" lang="en-US" altLang="zh-CN" kern="1200" cap="none" spc="0" normalizeH="0" baseline="0" noProof="0" dirty="0">
                <a:solidFill>
                  <a:srgbClr val="FF0000"/>
                </a:solidFill>
                <a:latin typeface="+mn-lt"/>
                <a:ea typeface="MS PGothic" panose="020B0600070205080204" pitchFamily="34" charset="-128"/>
                <a:cs typeface="+mn-cs"/>
              </a:rPr>
              <a:t>Question1. What will be the content of the </a:t>
            </a:r>
            <a:r>
              <a:rPr kumimoji="0" lang="en-US" altLang="zh-CN" b="1" kern="1200" cap="none" spc="0" normalizeH="0" baseline="0" noProof="0" dirty="0">
                <a:solidFill>
                  <a:srgbClr val="FF0000"/>
                </a:solidFill>
                <a:highlight>
                  <a:srgbClr val="FFFF00"/>
                </a:highlight>
                <a:latin typeface="+mn-lt"/>
                <a:ea typeface="MS PGothic" panose="020B0600070205080204" pitchFamily="34" charset="-128"/>
                <a:cs typeface="+mn-cs"/>
              </a:rPr>
              <a:t>Need matrix</a:t>
            </a:r>
            <a:r>
              <a:rPr kumimoji="0" lang="en-US" altLang="zh-CN" kern="1200" cap="none" spc="0" normalizeH="0" baseline="0" noProof="0" dirty="0">
                <a:solidFill>
                  <a:srgbClr val="FF0000"/>
                </a:solidFill>
                <a:latin typeface="+mn-lt"/>
                <a:ea typeface="MS PGothic" panose="020B0600070205080204" pitchFamily="34" charset="-128"/>
                <a:cs typeface="+mn-cs"/>
              </a:rPr>
              <a:t>?</a:t>
            </a:r>
            <a:endParaRPr kumimoji="0" lang="zh-CN" altLang="en-US" kern="1200" cap="none" spc="0" normalizeH="0" baseline="0" noProof="0" dirty="0">
              <a:solidFill>
                <a:srgbClr val="FF0000"/>
              </a:solidFill>
              <a:latin typeface="+mn-lt"/>
              <a:ea typeface="MS PGothic" panose="020B0600070205080204" pitchFamily="34" charset="-128"/>
              <a:cs typeface="+mn-cs"/>
            </a:endParaRPr>
          </a:p>
        </p:txBody>
      </p:sp>
      <p:sp>
        <p:nvSpPr>
          <p:cNvPr id="8" name="文本框 7"/>
          <p:cNvSpPr txBox="1"/>
          <p:nvPr/>
        </p:nvSpPr>
        <p:spPr>
          <a:xfrm>
            <a:off x="1356731" y="3732161"/>
            <a:ext cx="4601736" cy="369332"/>
          </a:xfrm>
          <a:prstGeom prst="rect">
            <a:avLst/>
          </a:prstGeom>
          <a:noFill/>
        </p:spPr>
        <p:txBody>
          <a:bodyPr>
            <a:spAutoFit/>
          </a:bodyPr>
          <a:lstStyle/>
          <a:p>
            <a:pPr marR="0" defTabSz="914400">
              <a:buClrTx/>
              <a:buSzTx/>
              <a:buFontTx/>
              <a:buNone/>
              <a:defRPr/>
            </a:pPr>
            <a:r>
              <a:rPr kumimoji="0" lang="en-US" altLang="zh-CN" b="1" kern="1200" cap="none" spc="0" normalizeH="0" baseline="0" noProof="0" dirty="0">
                <a:solidFill>
                  <a:srgbClr val="FF0000"/>
                </a:solidFill>
                <a:highlight>
                  <a:srgbClr val="FFFF00"/>
                </a:highlight>
                <a:latin typeface="+mn-lt"/>
                <a:ea typeface="MS PGothic" panose="020B0600070205080204" pitchFamily="34" charset="-128"/>
                <a:cs typeface="+mn-cs"/>
              </a:rPr>
              <a:t>Need = Max  –  Allocation</a:t>
            </a:r>
            <a:endParaRPr kumimoji="0" lang="zh-CN" altLang="en-US" b="1" kern="1200" cap="none" spc="0" normalizeH="0" baseline="0" noProof="0" dirty="0">
              <a:solidFill>
                <a:srgbClr val="FF0000"/>
              </a:solidFill>
              <a:highlight>
                <a:srgbClr val="FFFF00"/>
              </a:highlight>
              <a:latin typeface="+mn-lt"/>
              <a:ea typeface="MS PGothic" panose="020B0600070205080204" pitchFamily="34" charset="-128"/>
              <a:cs typeface="+mn-cs"/>
            </a:endParaRPr>
          </a:p>
        </p:txBody>
      </p:sp>
      <p:pic>
        <p:nvPicPr>
          <p:cNvPr id="66566" name="图片 8" descr="表格&#10;&#10;描述已自动生成"/>
          <p:cNvPicPr>
            <a:picLocks noChangeAspect="1"/>
          </p:cNvPicPr>
          <p:nvPr/>
        </p:nvPicPr>
        <p:blipFill>
          <a:blip r:embed="rId2"/>
          <a:stretch>
            <a:fillRect/>
          </a:stretch>
        </p:blipFill>
        <p:spPr>
          <a:xfrm>
            <a:off x="4489450" y="3757613"/>
            <a:ext cx="3435350" cy="3178175"/>
          </a:xfrm>
          <a:prstGeom prst="rect">
            <a:avLst/>
          </a:prstGeom>
          <a:noFill/>
          <a:ln w="9525">
            <a:noFill/>
          </a:ln>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8610" name="Rectangle 2"/>
          <p:cNvSpPr>
            <a:spLocks noGrp="1"/>
          </p:cNvSpPr>
          <p:nvPr>
            <p:ph type="title" idx="4294967295"/>
          </p:nvPr>
        </p:nvSpPr>
        <p:spPr>
          <a:xfrm>
            <a:off x="923925" y="198438"/>
            <a:ext cx="7762875" cy="576262"/>
          </a:xfrm>
        </p:spPr>
        <p:txBody>
          <a:bodyPr vert="horz" wrap="square" lIns="91440" tIns="45720" rIns="91440" bIns="45720" anchor="b" anchorCtr="0"/>
          <a:p>
            <a:pPr eaLnBrk="1" hangingPunct="1"/>
            <a:r>
              <a:rPr lang="en-US" altLang="en-US" dirty="0"/>
              <a:t>Banker’s Algorithm</a:t>
            </a:r>
            <a:endParaRPr lang="en-US" altLang="en-US" dirty="0"/>
          </a:p>
        </p:txBody>
      </p:sp>
      <p:sp>
        <p:nvSpPr>
          <p:cNvPr id="6" name="文本框 5"/>
          <p:cNvSpPr txBox="1"/>
          <p:nvPr/>
        </p:nvSpPr>
        <p:spPr>
          <a:xfrm>
            <a:off x="471488" y="989013"/>
            <a:ext cx="8567738" cy="368300"/>
          </a:xfrm>
          <a:prstGeom prst="rect">
            <a:avLst/>
          </a:prstGeom>
          <a:noFill/>
        </p:spPr>
        <p:txBody>
          <a:bodyPr>
            <a:spAutoFit/>
          </a:bodyPr>
          <a:lstStyle/>
          <a:p>
            <a:pPr marR="0" defTabSz="914400">
              <a:buClrTx/>
              <a:buSzTx/>
              <a:buFontTx/>
              <a:buNone/>
              <a:defRPr/>
            </a:pPr>
            <a:r>
              <a:rPr kumimoji="0" lang="en-US" altLang="zh-CN" kern="1200" cap="none" spc="0" normalizeH="0" baseline="0" noProof="0" dirty="0">
                <a:solidFill>
                  <a:srgbClr val="FF0000"/>
                </a:solidFill>
                <a:latin typeface="+mn-lt"/>
                <a:ea typeface="MS PGothic" panose="020B0600070205080204" pitchFamily="34" charset="-128"/>
                <a:cs typeface="+mn-cs"/>
              </a:rPr>
              <a:t>Question2.  Is the system in a safe state? If Yes, then what is the safe sequence?</a:t>
            </a:r>
            <a:endParaRPr kumimoji="0" lang="zh-CN" altLang="en-US" kern="1200" cap="none" spc="0" normalizeH="0" baseline="0" noProof="0" dirty="0">
              <a:solidFill>
                <a:srgbClr val="FF0000"/>
              </a:solidFill>
              <a:latin typeface="+mn-lt"/>
              <a:ea typeface="MS PGothic" panose="020B0600070205080204" pitchFamily="34" charset="-128"/>
              <a:cs typeface="+mn-cs"/>
            </a:endParaRPr>
          </a:p>
        </p:txBody>
      </p:sp>
      <p:pic>
        <p:nvPicPr>
          <p:cNvPr id="68612" name="图片 10" descr="表格&#10;&#10;描述已自动生成"/>
          <p:cNvPicPr>
            <a:picLocks noChangeAspect="1"/>
          </p:cNvPicPr>
          <p:nvPr/>
        </p:nvPicPr>
        <p:blipFill>
          <a:blip r:embed="rId1"/>
          <a:stretch>
            <a:fillRect/>
          </a:stretch>
        </p:blipFill>
        <p:spPr>
          <a:xfrm>
            <a:off x="471488" y="1357313"/>
            <a:ext cx="5097462" cy="2376487"/>
          </a:xfrm>
          <a:prstGeom prst="rect">
            <a:avLst/>
          </a:prstGeom>
          <a:noFill/>
          <a:ln w="9525">
            <a:noFill/>
          </a:ln>
        </p:spPr>
      </p:pic>
      <p:pic>
        <p:nvPicPr>
          <p:cNvPr id="68613" name="图片 11" descr="表格&#10;&#10;描述已自动生成"/>
          <p:cNvPicPr>
            <a:picLocks noChangeAspect="1"/>
          </p:cNvPicPr>
          <p:nvPr/>
        </p:nvPicPr>
        <p:blipFill>
          <a:blip r:embed="rId2"/>
          <a:stretch>
            <a:fillRect/>
          </a:stretch>
        </p:blipFill>
        <p:spPr>
          <a:xfrm>
            <a:off x="5745163" y="1357313"/>
            <a:ext cx="2659062" cy="2462212"/>
          </a:xfrm>
          <a:prstGeom prst="rect">
            <a:avLst/>
          </a:prstGeom>
          <a:noFill/>
          <a:ln w="9525">
            <a:noFill/>
          </a:ln>
        </p:spPr>
      </p:pic>
      <p:sp>
        <p:nvSpPr>
          <p:cNvPr id="13" name="文本框 12"/>
          <p:cNvSpPr txBox="1"/>
          <p:nvPr/>
        </p:nvSpPr>
        <p:spPr>
          <a:xfrm>
            <a:off x="579438" y="4186238"/>
            <a:ext cx="7286625" cy="368300"/>
          </a:xfrm>
          <a:prstGeom prst="rect">
            <a:avLst/>
          </a:prstGeom>
          <a:noFill/>
        </p:spPr>
        <p:txBody>
          <a:bodyPr>
            <a:spAutoFit/>
          </a:bodyPr>
          <a:lstStyle/>
          <a:p>
            <a:pPr marR="0" defTabSz="914400">
              <a:buClrTx/>
              <a:buSzTx/>
              <a:buFontTx/>
              <a:buNone/>
              <a:defRPr/>
            </a:pPr>
            <a:r>
              <a:rPr kumimoji="0" lang="en-US" altLang="zh-CN" kern="1200" cap="none" spc="0" normalizeH="0" baseline="0" noProof="0" dirty="0">
                <a:latin typeface="+mn-lt"/>
                <a:ea typeface="MS PGothic" panose="020B0600070205080204" pitchFamily="34" charset="-128"/>
                <a:cs typeface="+mn-cs"/>
              </a:rPr>
              <a:t>For P</a:t>
            </a:r>
            <a:r>
              <a:rPr kumimoji="0" lang="en-US" altLang="zh-CN" kern="1200" cap="none" spc="0" normalizeH="0" baseline="-25000" noProof="0" dirty="0">
                <a:latin typeface="+mn-lt"/>
                <a:ea typeface="MS PGothic" panose="020B0600070205080204" pitchFamily="34" charset="-128"/>
                <a:cs typeface="+mn-cs"/>
              </a:rPr>
              <a:t>0</a:t>
            </a:r>
            <a:r>
              <a:rPr kumimoji="0" lang="en-US" altLang="zh-CN" kern="1200" cap="none" spc="0" normalizeH="0" baseline="0" noProof="0" dirty="0">
                <a:latin typeface="+mn-lt"/>
                <a:ea typeface="MS PGothic" panose="020B0600070205080204" pitchFamily="34" charset="-128"/>
                <a:cs typeface="+mn-cs"/>
              </a:rPr>
              <a:t>:</a:t>
            </a:r>
            <a:endParaRPr kumimoji="0" lang="zh-CN" altLang="en-US" kern="1200" cap="none" spc="0" normalizeH="0" baseline="0" noProof="0" dirty="0">
              <a:latin typeface="+mn-lt"/>
              <a:ea typeface="MS PGothic" panose="020B0600070205080204" pitchFamily="34" charset="-128"/>
              <a:cs typeface="+mn-cs"/>
            </a:endParaRPr>
          </a:p>
        </p:txBody>
      </p:sp>
      <p:sp>
        <p:nvSpPr>
          <p:cNvPr id="68615" name="矩形 9"/>
          <p:cNvSpPr/>
          <p:nvPr/>
        </p:nvSpPr>
        <p:spPr>
          <a:xfrm>
            <a:off x="6832600" y="2238375"/>
            <a:ext cx="1471613" cy="307975"/>
          </a:xfrm>
          <a:prstGeom prst="rect">
            <a:avLst/>
          </a:prstGeom>
          <a:noFill/>
          <a:ln w="19050" cap="flat" cmpd="sng">
            <a:solidFill>
              <a:srgbClr val="FF0000"/>
            </a:solidFill>
            <a:prstDash val="solid"/>
            <a:round/>
            <a:headEnd type="none" w="med" len="med"/>
            <a:tailEnd type="none" w="med" len="med"/>
          </a:ln>
        </p:spPr>
        <p:txBody>
          <a:bodyPr wrap="none"/>
          <a:lstStyle>
            <a:lvl1pPr marL="342900" indent="-342900" algn="l" rtl="0" eaLnBrk="0" fontAlgn="base" hangingPunct="0">
              <a:spcBef>
                <a:spcPct val="35000"/>
              </a:spcBef>
              <a:spcAft>
                <a:spcPct val="0"/>
              </a:spcAft>
              <a:buClr>
                <a:srgbClr val="993300"/>
              </a:buClr>
              <a:buSzPct val="90000"/>
              <a:buFont typeface="Monotype Sorts" pitchFamily="-84" charset="2"/>
              <a:buChar char="n"/>
              <a:defRPr kumimoji="1">
                <a:solidFill>
                  <a:schemeClr val="tx1"/>
                </a:solidFill>
                <a:latin typeface="+mn-lt"/>
                <a:ea typeface="MS PGothic" panose="020B0600070205080204" pitchFamily="34" charset="-128"/>
                <a:cs typeface="MS PGothic" panose="020B0600070205080204" pitchFamily="34" charset="-128"/>
              </a:defRPr>
            </a:lvl1pPr>
            <a:lvl2pPr marL="742950" indent="-285750" algn="l" rtl="0" eaLnBrk="0" fontAlgn="base" hangingPunct="0">
              <a:spcBef>
                <a:spcPct val="35000"/>
              </a:spcBef>
              <a:spcAft>
                <a:spcPct val="0"/>
              </a:spcAft>
              <a:buClr>
                <a:srgbClr val="CC6600"/>
              </a:buClr>
              <a:buSzPct val="80000"/>
              <a:buFont typeface="Monotype Sorts" pitchFamily="-84" charset="2"/>
              <a:buChar char="l"/>
              <a:defRPr kumimoji="1">
                <a:solidFill>
                  <a:schemeClr val="tx1"/>
                </a:solidFill>
                <a:latin typeface="+mn-lt"/>
                <a:ea typeface="MS PGothic" panose="020B0600070205080204" pitchFamily="34" charset="-128"/>
              </a:defRPr>
            </a:lvl2pPr>
            <a:lvl3pPr marL="1085850"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a:solidFill>
                  <a:schemeClr val="tx1"/>
                </a:solidFill>
                <a:latin typeface="+mn-lt"/>
                <a:ea typeface="MS PGothic" panose="020B0600070205080204" pitchFamily="34" charset="-128"/>
              </a:defRPr>
            </a:lvl3pPr>
            <a:lvl4pPr marL="1428750" indent="-228600" algn="l" rtl="0" eaLnBrk="0" fontAlgn="base" hangingPunct="0">
              <a:spcBef>
                <a:spcPct val="35000"/>
              </a:spcBef>
              <a:spcAft>
                <a:spcPct val="0"/>
              </a:spcAft>
              <a:buClr>
                <a:schemeClr val="hlink"/>
              </a:buClr>
              <a:buSzPct val="75000"/>
              <a:buChar char="–"/>
              <a:defRPr kumimoji="1">
                <a:solidFill>
                  <a:schemeClr val="tx1"/>
                </a:solidFill>
                <a:latin typeface="+mn-lt"/>
                <a:ea typeface="MS PGothic" panose="020B0600070205080204" pitchFamily="34" charset="-128"/>
              </a:defRPr>
            </a:lvl4pPr>
            <a:lvl5pPr marL="17716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anose="020B0600070205080204" pitchFamily="34" charset="-128"/>
              </a:defRPr>
            </a:lvl5pPr>
          </a:lstStyle>
          <a:p>
            <a:pPr marL="0" lvl="0" indent="0">
              <a:spcBef>
                <a:spcPct val="0"/>
              </a:spcBef>
              <a:buClrTx/>
              <a:buSzTx/>
              <a:buFontTx/>
              <a:buNone/>
            </a:pPr>
            <a:endParaRPr lang="zh-CN" altLang="en-US" dirty="0">
              <a:latin typeface="Verdana" panose="020B0604030504040204" pitchFamily="34" charset="0"/>
            </a:endParaRPr>
          </a:p>
        </p:txBody>
      </p:sp>
      <p:sp>
        <p:nvSpPr>
          <p:cNvPr id="17" name="文本框 16"/>
          <p:cNvSpPr txBox="1"/>
          <p:nvPr/>
        </p:nvSpPr>
        <p:spPr>
          <a:xfrm>
            <a:off x="1646238" y="4186238"/>
            <a:ext cx="2144713" cy="368300"/>
          </a:xfrm>
          <a:prstGeom prst="rect">
            <a:avLst/>
          </a:prstGeom>
          <a:noFill/>
        </p:spPr>
        <p:txBody>
          <a:bodyPr>
            <a:spAutoFit/>
          </a:bodyPr>
          <a:lstStyle/>
          <a:p>
            <a:pPr marR="0" defTabSz="914400">
              <a:buClrTx/>
              <a:buSzTx/>
              <a:buFontTx/>
              <a:buNone/>
              <a:defRPr/>
            </a:pPr>
            <a:r>
              <a:rPr kumimoji="0" lang="en-US" altLang="zh-CN" kern="1200" cap="none" spc="0" normalizeH="0" baseline="0" noProof="0" dirty="0">
                <a:latin typeface="+mn-lt"/>
                <a:ea typeface="MS PGothic" panose="020B0600070205080204" pitchFamily="34" charset="-128"/>
                <a:cs typeface="+mn-cs"/>
              </a:rPr>
              <a:t>need = 7  4  3 </a:t>
            </a:r>
            <a:endParaRPr kumimoji="0" lang="zh-CN" altLang="en-US" kern="1200" cap="none" spc="0" normalizeH="0" baseline="0" noProof="0" dirty="0">
              <a:latin typeface="+mn-lt"/>
              <a:ea typeface="MS PGothic" panose="020B0600070205080204" pitchFamily="34" charset="-128"/>
              <a:cs typeface="+mn-cs"/>
            </a:endParaRPr>
          </a:p>
        </p:txBody>
      </p:sp>
      <p:sp>
        <p:nvSpPr>
          <p:cNvPr id="68617" name="矩形 18"/>
          <p:cNvSpPr/>
          <p:nvPr/>
        </p:nvSpPr>
        <p:spPr>
          <a:xfrm>
            <a:off x="4222750" y="2206625"/>
            <a:ext cx="1219200" cy="307975"/>
          </a:xfrm>
          <a:prstGeom prst="rect">
            <a:avLst/>
          </a:prstGeom>
          <a:noFill/>
          <a:ln w="19050" cap="flat" cmpd="sng">
            <a:solidFill>
              <a:srgbClr val="FF0000"/>
            </a:solidFill>
            <a:prstDash val="solid"/>
            <a:round/>
            <a:headEnd type="none" w="med" len="med"/>
            <a:tailEnd type="none" w="med" len="med"/>
          </a:ln>
        </p:spPr>
        <p:txBody>
          <a:bodyPr wrap="none"/>
          <a:lstStyle>
            <a:lvl1pPr marL="342900" indent="-342900" algn="l" rtl="0" eaLnBrk="0" fontAlgn="base" hangingPunct="0">
              <a:spcBef>
                <a:spcPct val="35000"/>
              </a:spcBef>
              <a:spcAft>
                <a:spcPct val="0"/>
              </a:spcAft>
              <a:buClr>
                <a:srgbClr val="993300"/>
              </a:buClr>
              <a:buSzPct val="90000"/>
              <a:buFont typeface="Monotype Sorts" pitchFamily="-84" charset="2"/>
              <a:buChar char="n"/>
              <a:defRPr kumimoji="1">
                <a:solidFill>
                  <a:schemeClr val="tx1"/>
                </a:solidFill>
                <a:latin typeface="+mn-lt"/>
                <a:ea typeface="MS PGothic" panose="020B0600070205080204" pitchFamily="34" charset="-128"/>
                <a:cs typeface="MS PGothic" panose="020B0600070205080204" pitchFamily="34" charset="-128"/>
              </a:defRPr>
            </a:lvl1pPr>
            <a:lvl2pPr marL="742950" indent="-285750" algn="l" rtl="0" eaLnBrk="0" fontAlgn="base" hangingPunct="0">
              <a:spcBef>
                <a:spcPct val="35000"/>
              </a:spcBef>
              <a:spcAft>
                <a:spcPct val="0"/>
              </a:spcAft>
              <a:buClr>
                <a:srgbClr val="CC6600"/>
              </a:buClr>
              <a:buSzPct val="80000"/>
              <a:buFont typeface="Monotype Sorts" pitchFamily="-84" charset="2"/>
              <a:buChar char="l"/>
              <a:defRPr kumimoji="1">
                <a:solidFill>
                  <a:schemeClr val="tx1"/>
                </a:solidFill>
                <a:latin typeface="+mn-lt"/>
                <a:ea typeface="MS PGothic" panose="020B0600070205080204" pitchFamily="34" charset="-128"/>
              </a:defRPr>
            </a:lvl2pPr>
            <a:lvl3pPr marL="1085850"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a:solidFill>
                  <a:schemeClr val="tx1"/>
                </a:solidFill>
                <a:latin typeface="+mn-lt"/>
                <a:ea typeface="MS PGothic" panose="020B0600070205080204" pitchFamily="34" charset="-128"/>
              </a:defRPr>
            </a:lvl3pPr>
            <a:lvl4pPr marL="1428750" indent="-228600" algn="l" rtl="0" eaLnBrk="0" fontAlgn="base" hangingPunct="0">
              <a:spcBef>
                <a:spcPct val="35000"/>
              </a:spcBef>
              <a:spcAft>
                <a:spcPct val="0"/>
              </a:spcAft>
              <a:buClr>
                <a:schemeClr val="hlink"/>
              </a:buClr>
              <a:buSzPct val="75000"/>
              <a:buChar char="–"/>
              <a:defRPr kumimoji="1">
                <a:solidFill>
                  <a:schemeClr val="tx1"/>
                </a:solidFill>
                <a:latin typeface="+mn-lt"/>
                <a:ea typeface="MS PGothic" panose="020B0600070205080204" pitchFamily="34" charset="-128"/>
              </a:defRPr>
            </a:lvl4pPr>
            <a:lvl5pPr marL="17716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anose="020B0600070205080204" pitchFamily="34" charset="-128"/>
              </a:defRPr>
            </a:lvl5pPr>
          </a:lstStyle>
          <a:p>
            <a:pPr marL="0" lvl="0" indent="0">
              <a:spcBef>
                <a:spcPct val="0"/>
              </a:spcBef>
              <a:buClrTx/>
              <a:buSzTx/>
              <a:buFontTx/>
              <a:buNone/>
            </a:pPr>
            <a:endParaRPr lang="zh-CN" altLang="en-US" dirty="0">
              <a:latin typeface="Verdana" panose="020B0604030504040204" pitchFamily="34" charset="0"/>
            </a:endParaRPr>
          </a:p>
        </p:txBody>
      </p:sp>
      <p:sp>
        <p:nvSpPr>
          <p:cNvPr id="20" name="文本框 19"/>
          <p:cNvSpPr txBox="1"/>
          <p:nvPr/>
        </p:nvSpPr>
        <p:spPr>
          <a:xfrm>
            <a:off x="1646238" y="4560888"/>
            <a:ext cx="2144713" cy="369888"/>
          </a:xfrm>
          <a:prstGeom prst="rect">
            <a:avLst/>
          </a:prstGeom>
          <a:noFill/>
        </p:spPr>
        <p:txBody>
          <a:bodyPr>
            <a:spAutoFit/>
          </a:bodyPr>
          <a:lstStyle/>
          <a:p>
            <a:pPr marR="0" defTabSz="914400">
              <a:buClrTx/>
              <a:buSzTx/>
              <a:buFontTx/>
              <a:buNone/>
              <a:defRPr/>
            </a:pPr>
            <a:r>
              <a:rPr kumimoji="0" lang="en-US" altLang="zh-CN" kern="1200" cap="none" spc="0" normalizeH="0" baseline="0" noProof="0" dirty="0">
                <a:latin typeface="+mn-lt"/>
                <a:ea typeface="MS PGothic" panose="020B0600070205080204" pitchFamily="34" charset="-128"/>
                <a:cs typeface="+mn-cs"/>
              </a:rPr>
              <a:t>available = 3  3  2</a:t>
            </a:r>
            <a:endParaRPr kumimoji="0" lang="zh-CN" altLang="en-US" kern="1200" cap="none" spc="0" normalizeH="0" baseline="0" noProof="0" dirty="0">
              <a:latin typeface="+mn-lt"/>
              <a:ea typeface="MS PGothic" panose="020B0600070205080204" pitchFamily="34" charset="-128"/>
              <a:cs typeface="+mn-cs"/>
            </a:endParaRPr>
          </a:p>
        </p:txBody>
      </p:sp>
      <p:sp>
        <p:nvSpPr>
          <p:cNvPr id="22" name="文本框 21"/>
          <p:cNvSpPr txBox="1"/>
          <p:nvPr/>
        </p:nvSpPr>
        <p:spPr>
          <a:xfrm>
            <a:off x="1646238" y="5006975"/>
            <a:ext cx="2144713" cy="369888"/>
          </a:xfrm>
          <a:prstGeom prst="rect">
            <a:avLst/>
          </a:prstGeom>
          <a:noFill/>
        </p:spPr>
        <p:txBody>
          <a:bodyPr>
            <a:spAutoFit/>
          </a:bodyPr>
          <a:lstStyle/>
          <a:p>
            <a:pPr marR="0" defTabSz="914400">
              <a:buClrTx/>
              <a:buSzTx/>
              <a:buFontTx/>
              <a:buNone/>
              <a:defRPr/>
            </a:pPr>
            <a:r>
              <a:rPr kumimoji="0" lang="en-US" altLang="zh-CN" kern="1200" cap="none" spc="0" normalizeH="0" baseline="0" noProof="0" dirty="0">
                <a:latin typeface="+mn-lt"/>
                <a:ea typeface="MS PGothic" panose="020B0600070205080204" pitchFamily="34" charset="-128"/>
                <a:cs typeface="+mn-cs"/>
              </a:rPr>
              <a:t>need &gt; available</a:t>
            </a:r>
            <a:endParaRPr kumimoji="0" lang="zh-CN" altLang="en-US" kern="1200" cap="none" spc="0" normalizeH="0" baseline="0" noProof="0" dirty="0">
              <a:latin typeface="+mn-lt"/>
              <a:ea typeface="MS PGothic" panose="020B0600070205080204" pitchFamily="34" charset="-128"/>
              <a:cs typeface="+mn-cs"/>
            </a:endParaRPr>
          </a:p>
        </p:txBody>
      </p:sp>
      <p:sp>
        <p:nvSpPr>
          <p:cNvPr id="23" name="文本框 22"/>
          <p:cNvSpPr txBox="1"/>
          <p:nvPr/>
        </p:nvSpPr>
        <p:spPr>
          <a:xfrm>
            <a:off x="1646238" y="5513388"/>
            <a:ext cx="2144713" cy="369888"/>
          </a:xfrm>
          <a:prstGeom prst="rect">
            <a:avLst/>
          </a:prstGeom>
          <a:noFill/>
        </p:spPr>
        <p:txBody>
          <a:bodyPr>
            <a:spAutoFit/>
          </a:bodyPr>
          <a:lstStyle/>
          <a:p>
            <a:pPr marR="0" defTabSz="914400">
              <a:buClrTx/>
              <a:buSzTx/>
              <a:buFontTx/>
              <a:buNone/>
              <a:defRPr/>
            </a:pPr>
            <a:r>
              <a:rPr kumimoji="0" lang="en-US" altLang="zh-CN" kern="1200" cap="none" spc="0" normalizeH="0" baseline="0" noProof="0" dirty="0">
                <a:solidFill>
                  <a:srgbClr val="FF0000"/>
                </a:solidFill>
                <a:latin typeface="+mn-lt"/>
                <a:ea typeface="MS PGothic" panose="020B0600070205080204" pitchFamily="34" charset="-128"/>
                <a:cs typeface="+mn-cs"/>
              </a:rPr>
              <a:t>P</a:t>
            </a:r>
            <a:r>
              <a:rPr kumimoji="0" lang="en-US" altLang="zh-CN" kern="1200" cap="none" spc="0" normalizeH="0" baseline="-25000" noProof="0" dirty="0">
                <a:solidFill>
                  <a:srgbClr val="FF0000"/>
                </a:solidFill>
                <a:latin typeface="+mn-lt"/>
                <a:ea typeface="MS PGothic" panose="020B0600070205080204" pitchFamily="34" charset="-128"/>
                <a:cs typeface="+mn-cs"/>
              </a:rPr>
              <a:t>0</a:t>
            </a:r>
            <a:r>
              <a:rPr kumimoji="0" lang="en-US" altLang="zh-CN" kern="1200" cap="none" spc="0" normalizeH="0" baseline="0" noProof="0" dirty="0">
                <a:solidFill>
                  <a:srgbClr val="FF0000"/>
                </a:solidFill>
                <a:latin typeface="+mn-lt"/>
                <a:ea typeface="MS PGothic" panose="020B0600070205080204" pitchFamily="34" charset="-128"/>
                <a:cs typeface="+mn-cs"/>
              </a:rPr>
              <a:t> must wait</a:t>
            </a:r>
            <a:endParaRPr kumimoji="0" lang="zh-CN" altLang="en-US" kern="1200" cap="none" spc="0" normalizeH="0" baseline="0" noProof="0" dirty="0">
              <a:solidFill>
                <a:srgbClr val="FF0000"/>
              </a:solidFill>
              <a:latin typeface="+mn-lt"/>
              <a:ea typeface="MS PGothic" panose="020B0600070205080204" pitchFamily="34" charset="-128"/>
              <a:cs typeface="+mn-cs"/>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0658" name="Rectangle 2"/>
          <p:cNvSpPr>
            <a:spLocks noGrp="1"/>
          </p:cNvSpPr>
          <p:nvPr>
            <p:ph type="title" idx="4294967295"/>
          </p:nvPr>
        </p:nvSpPr>
        <p:spPr>
          <a:xfrm>
            <a:off x="923925" y="198438"/>
            <a:ext cx="7762875" cy="576262"/>
          </a:xfrm>
        </p:spPr>
        <p:txBody>
          <a:bodyPr vert="horz" wrap="square" lIns="91440" tIns="45720" rIns="91440" bIns="45720" anchor="b" anchorCtr="0"/>
          <a:p>
            <a:pPr eaLnBrk="1" hangingPunct="1"/>
            <a:r>
              <a:rPr lang="en-US" altLang="en-US" dirty="0"/>
              <a:t>Banker’s Algorithm</a:t>
            </a:r>
            <a:endParaRPr lang="en-US" altLang="en-US" dirty="0"/>
          </a:p>
        </p:txBody>
      </p:sp>
      <p:pic>
        <p:nvPicPr>
          <p:cNvPr id="70659" name="图片 10" descr="表格&#10;&#10;描述已自动生成"/>
          <p:cNvPicPr>
            <a:picLocks noChangeAspect="1"/>
          </p:cNvPicPr>
          <p:nvPr/>
        </p:nvPicPr>
        <p:blipFill>
          <a:blip r:embed="rId1"/>
          <a:stretch>
            <a:fillRect/>
          </a:stretch>
        </p:blipFill>
        <p:spPr>
          <a:xfrm>
            <a:off x="471488" y="1357313"/>
            <a:ext cx="5097462" cy="2376487"/>
          </a:xfrm>
          <a:prstGeom prst="rect">
            <a:avLst/>
          </a:prstGeom>
          <a:noFill/>
          <a:ln w="9525">
            <a:noFill/>
          </a:ln>
        </p:spPr>
      </p:pic>
      <p:pic>
        <p:nvPicPr>
          <p:cNvPr id="70660" name="图片 11" descr="表格&#10;&#10;描述已自动生成"/>
          <p:cNvPicPr>
            <a:picLocks noChangeAspect="1"/>
          </p:cNvPicPr>
          <p:nvPr/>
        </p:nvPicPr>
        <p:blipFill>
          <a:blip r:embed="rId2"/>
          <a:stretch>
            <a:fillRect/>
          </a:stretch>
        </p:blipFill>
        <p:spPr>
          <a:xfrm>
            <a:off x="5745163" y="1357313"/>
            <a:ext cx="2659062" cy="2462212"/>
          </a:xfrm>
          <a:prstGeom prst="rect">
            <a:avLst/>
          </a:prstGeom>
          <a:noFill/>
          <a:ln w="9525">
            <a:noFill/>
          </a:ln>
        </p:spPr>
      </p:pic>
      <p:sp>
        <p:nvSpPr>
          <p:cNvPr id="13" name="文本框 12"/>
          <p:cNvSpPr txBox="1"/>
          <p:nvPr/>
        </p:nvSpPr>
        <p:spPr>
          <a:xfrm>
            <a:off x="579438" y="4186238"/>
            <a:ext cx="7286625" cy="368300"/>
          </a:xfrm>
          <a:prstGeom prst="rect">
            <a:avLst/>
          </a:prstGeom>
          <a:noFill/>
        </p:spPr>
        <p:txBody>
          <a:bodyPr>
            <a:spAutoFit/>
          </a:bodyPr>
          <a:lstStyle/>
          <a:p>
            <a:pPr marR="0" defTabSz="914400">
              <a:buClrTx/>
              <a:buSzTx/>
              <a:buFontTx/>
              <a:buNone/>
              <a:defRPr/>
            </a:pPr>
            <a:r>
              <a:rPr kumimoji="0" lang="en-US" altLang="zh-CN" kern="1200" cap="none" spc="0" normalizeH="0" baseline="0" noProof="0" dirty="0">
                <a:latin typeface="+mn-lt"/>
                <a:ea typeface="MS PGothic" panose="020B0600070205080204" pitchFamily="34" charset="-128"/>
                <a:cs typeface="+mn-cs"/>
              </a:rPr>
              <a:t>For P</a:t>
            </a:r>
            <a:r>
              <a:rPr kumimoji="0" lang="en-US" altLang="zh-CN" kern="1200" cap="none" spc="0" normalizeH="0" baseline="-25000" noProof="0" dirty="0">
                <a:latin typeface="+mn-lt"/>
                <a:ea typeface="MS PGothic" panose="020B0600070205080204" pitchFamily="34" charset="-128"/>
                <a:cs typeface="+mn-cs"/>
              </a:rPr>
              <a:t>1</a:t>
            </a:r>
            <a:r>
              <a:rPr kumimoji="0" lang="en-US" altLang="zh-CN" kern="1200" cap="none" spc="0" normalizeH="0" baseline="0" noProof="0" dirty="0">
                <a:latin typeface="+mn-lt"/>
                <a:ea typeface="MS PGothic" panose="020B0600070205080204" pitchFamily="34" charset="-128"/>
                <a:cs typeface="+mn-cs"/>
              </a:rPr>
              <a:t>:</a:t>
            </a:r>
            <a:endParaRPr kumimoji="0" lang="zh-CN" altLang="en-US" kern="1200" cap="none" spc="0" normalizeH="0" baseline="0" noProof="0" dirty="0">
              <a:latin typeface="+mn-lt"/>
              <a:ea typeface="MS PGothic" panose="020B0600070205080204" pitchFamily="34" charset="-128"/>
              <a:cs typeface="+mn-cs"/>
            </a:endParaRPr>
          </a:p>
        </p:txBody>
      </p:sp>
      <p:sp>
        <p:nvSpPr>
          <p:cNvPr id="70662" name="矩形 9"/>
          <p:cNvSpPr/>
          <p:nvPr/>
        </p:nvSpPr>
        <p:spPr>
          <a:xfrm>
            <a:off x="6832600" y="2535238"/>
            <a:ext cx="1471613" cy="307975"/>
          </a:xfrm>
          <a:prstGeom prst="rect">
            <a:avLst/>
          </a:prstGeom>
          <a:noFill/>
          <a:ln w="19050" cap="flat" cmpd="sng">
            <a:solidFill>
              <a:srgbClr val="FF0000"/>
            </a:solidFill>
            <a:prstDash val="solid"/>
            <a:round/>
            <a:headEnd type="none" w="med" len="med"/>
            <a:tailEnd type="none" w="med" len="med"/>
          </a:ln>
        </p:spPr>
        <p:txBody>
          <a:bodyPr wrap="none"/>
          <a:lstStyle>
            <a:lvl1pPr marL="342900" indent="-342900" algn="l" rtl="0" eaLnBrk="0" fontAlgn="base" hangingPunct="0">
              <a:spcBef>
                <a:spcPct val="35000"/>
              </a:spcBef>
              <a:spcAft>
                <a:spcPct val="0"/>
              </a:spcAft>
              <a:buClr>
                <a:srgbClr val="993300"/>
              </a:buClr>
              <a:buSzPct val="90000"/>
              <a:buFont typeface="Monotype Sorts" pitchFamily="-84" charset="2"/>
              <a:buChar char="n"/>
              <a:defRPr kumimoji="1">
                <a:solidFill>
                  <a:schemeClr val="tx1"/>
                </a:solidFill>
                <a:latin typeface="+mn-lt"/>
                <a:ea typeface="MS PGothic" panose="020B0600070205080204" pitchFamily="34" charset="-128"/>
                <a:cs typeface="MS PGothic" panose="020B0600070205080204" pitchFamily="34" charset="-128"/>
              </a:defRPr>
            </a:lvl1pPr>
            <a:lvl2pPr marL="742950" indent="-285750" algn="l" rtl="0" eaLnBrk="0" fontAlgn="base" hangingPunct="0">
              <a:spcBef>
                <a:spcPct val="35000"/>
              </a:spcBef>
              <a:spcAft>
                <a:spcPct val="0"/>
              </a:spcAft>
              <a:buClr>
                <a:srgbClr val="CC6600"/>
              </a:buClr>
              <a:buSzPct val="80000"/>
              <a:buFont typeface="Monotype Sorts" pitchFamily="-84" charset="2"/>
              <a:buChar char="l"/>
              <a:defRPr kumimoji="1">
                <a:solidFill>
                  <a:schemeClr val="tx1"/>
                </a:solidFill>
                <a:latin typeface="+mn-lt"/>
                <a:ea typeface="MS PGothic" panose="020B0600070205080204" pitchFamily="34" charset="-128"/>
              </a:defRPr>
            </a:lvl2pPr>
            <a:lvl3pPr marL="1085850"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a:solidFill>
                  <a:schemeClr val="tx1"/>
                </a:solidFill>
                <a:latin typeface="+mn-lt"/>
                <a:ea typeface="MS PGothic" panose="020B0600070205080204" pitchFamily="34" charset="-128"/>
              </a:defRPr>
            </a:lvl3pPr>
            <a:lvl4pPr marL="1428750" indent="-228600" algn="l" rtl="0" eaLnBrk="0" fontAlgn="base" hangingPunct="0">
              <a:spcBef>
                <a:spcPct val="35000"/>
              </a:spcBef>
              <a:spcAft>
                <a:spcPct val="0"/>
              </a:spcAft>
              <a:buClr>
                <a:schemeClr val="hlink"/>
              </a:buClr>
              <a:buSzPct val="75000"/>
              <a:buChar char="–"/>
              <a:defRPr kumimoji="1">
                <a:solidFill>
                  <a:schemeClr val="tx1"/>
                </a:solidFill>
                <a:latin typeface="+mn-lt"/>
                <a:ea typeface="MS PGothic" panose="020B0600070205080204" pitchFamily="34" charset="-128"/>
              </a:defRPr>
            </a:lvl4pPr>
            <a:lvl5pPr marL="17716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anose="020B0600070205080204" pitchFamily="34" charset="-128"/>
              </a:defRPr>
            </a:lvl5pPr>
          </a:lstStyle>
          <a:p>
            <a:pPr marL="0" lvl="0" indent="0">
              <a:spcBef>
                <a:spcPct val="0"/>
              </a:spcBef>
              <a:buClrTx/>
              <a:buSzTx/>
              <a:buFontTx/>
              <a:buNone/>
            </a:pPr>
            <a:endParaRPr lang="zh-CN" altLang="en-US" dirty="0">
              <a:latin typeface="Verdana" panose="020B0604030504040204" pitchFamily="34" charset="0"/>
            </a:endParaRPr>
          </a:p>
        </p:txBody>
      </p:sp>
      <p:sp>
        <p:nvSpPr>
          <p:cNvPr id="17" name="文本框 16"/>
          <p:cNvSpPr txBox="1"/>
          <p:nvPr/>
        </p:nvSpPr>
        <p:spPr>
          <a:xfrm>
            <a:off x="1646238" y="4186238"/>
            <a:ext cx="2144713" cy="368300"/>
          </a:xfrm>
          <a:prstGeom prst="rect">
            <a:avLst/>
          </a:prstGeom>
          <a:noFill/>
        </p:spPr>
        <p:txBody>
          <a:bodyPr>
            <a:spAutoFit/>
          </a:bodyPr>
          <a:lstStyle/>
          <a:p>
            <a:pPr marR="0" defTabSz="914400">
              <a:buClrTx/>
              <a:buSzTx/>
              <a:buFontTx/>
              <a:buNone/>
              <a:defRPr/>
            </a:pPr>
            <a:r>
              <a:rPr kumimoji="0" lang="en-US" altLang="zh-CN" kern="1200" cap="none" spc="0" normalizeH="0" baseline="0" noProof="0" dirty="0">
                <a:latin typeface="+mn-lt"/>
                <a:ea typeface="MS PGothic" panose="020B0600070205080204" pitchFamily="34" charset="-128"/>
                <a:cs typeface="+mn-cs"/>
              </a:rPr>
              <a:t>need = 1  2  2 </a:t>
            </a:r>
            <a:endParaRPr kumimoji="0" lang="zh-CN" altLang="en-US" kern="1200" cap="none" spc="0" normalizeH="0" baseline="0" noProof="0" dirty="0">
              <a:latin typeface="+mn-lt"/>
              <a:ea typeface="MS PGothic" panose="020B0600070205080204" pitchFamily="34" charset="-128"/>
              <a:cs typeface="+mn-cs"/>
            </a:endParaRPr>
          </a:p>
        </p:txBody>
      </p:sp>
      <p:sp>
        <p:nvSpPr>
          <p:cNvPr id="70664" name="矩形 18"/>
          <p:cNvSpPr/>
          <p:nvPr/>
        </p:nvSpPr>
        <p:spPr>
          <a:xfrm>
            <a:off x="4222750" y="2206625"/>
            <a:ext cx="1219200" cy="307975"/>
          </a:xfrm>
          <a:prstGeom prst="rect">
            <a:avLst/>
          </a:prstGeom>
          <a:noFill/>
          <a:ln w="19050" cap="flat" cmpd="sng">
            <a:solidFill>
              <a:srgbClr val="FF0000"/>
            </a:solidFill>
            <a:prstDash val="solid"/>
            <a:round/>
            <a:headEnd type="none" w="med" len="med"/>
            <a:tailEnd type="none" w="med" len="med"/>
          </a:ln>
        </p:spPr>
        <p:txBody>
          <a:bodyPr wrap="none"/>
          <a:lstStyle>
            <a:lvl1pPr marL="342900" indent="-342900" algn="l" rtl="0" eaLnBrk="0" fontAlgn="base" hangingPunct="0">
              <a:spcBef>
                <a:spcPct val="35000"/>
              </a:spcBef>
              <a:spcAft>
                <a:spcPct val="0"/>
              </a:spcAft>
              <a:buClr>
                <a:srgbClr val="993300"/>
              </a:buClr>
              <a:buSzPct val="90000"/>
              <a:buFont typeface="Monotype Sorts" pitchFamily="-84" charset="2"/>
              <a:buChar char="n"/>
              <a:defRPr kumimoji="1">
                <a:solidFill>
                  <a:schemeClr val="tx1"/>
                </a:solidFill>
                <a:latin typeface="+mn-lt"/>
                <a:ea typeface="MS PGothic" panose="020B0600070205080204" pitchFamily="34" charset="-128"/>
                <a:cs typeface="MS PGothic" panose="020B0600070205080204" pitchFamily="34" charset="-128"/>
              </a:defRPr>
            </a:lvl1pPr>
            <a:lvl2pPr marL="742950" indent="-285750" algn="l" rtl="0" eaLnBrk="0" fontAlgn="base" hangingPunct="0">
              <a:spcBef>
                <a:spcPct val="35000"/>
              </a:spcBef>
              <a:spcAft>
                <a:spcPct val="0"/>
              </a:spcAft>
              <a:buClr>
                <a:srgbClr val="CC6600"/>
              </a:buClr>
              <a:buSzPct val="80000"/>
              <a:buFont typeface="Monotype Sorts" pitchFamily="-84" charset="2"/>
              <a:buChar char="l"/>
              <a:defRPr kumimoji="1">
                <a:solidFill>
                  <a:schemeClr val="tx1"/>
                </a:solidFill>
                <a:latin typeface="+mn-lt"/>
                <a:ea typeface="MS PGothic" panose="020B0600070205080204" pitchFamily="34" charset="-128"/>
              </a:defRPr>
            </a:lvl2pPr>
            <a:lvl3pPr marL="1085850"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a:solidFill>
                  <a:schemeClr val="tx1"/>
                </a:solidFill>
                <a:latin typeface="+mn-lt"/>
                <a:ea typeface="MS PGothic" panose="020B0600070205080204" pitchFamily="34" charset="-128"/>
              </a:defRPr>
            </a:lvl3pPr>
            <a:lvl4pPr marL="1428750" indent="-228600" algn="l" rtl="0" eaLnBrk="0" fontAlgn="base" hangingPunct="0">
              <a:spcBef>
                <a:spcPct val="35000"/>
              </a:spcBef>
              <a:spcAft>
                <a:spcPct val="0"/>
              </a:spcAft>
              <a:buClr>
                <a:schemeClr val="hlink"/>
              </a:buClr>
              <a:buSzPct val="75000"/>
              <a:buChar char="–"/>
              <a:defRPr kumimoji="1">
                <a:solidFill>
                  <a:schemeClr val="tx1"/>
                </a:solidFill>
                <a:latin typeface="+mn-lt"/>
                <a:ea typeface="MS PGothic" panose="020B0600070205080204" pitchFamily="34" charset="-128"/>
              </a:defRPr>
            </a:lvl4pPr>
            <a:lvl5pPr marL="17716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anose="020B0600070205080204" pitchFamily="34" charset="-128"/>
              </a:defRPr>
            </a:lvl5pPr>
          </a:lstStyle>
          <a:p>
            <a:pPr marL="0" lvl="0" indent="0">
              <a:spcBef>
                <a:spcPct val="0"/>
              </a:spcBef>
              <a:buClrTx/>
              <a:buSzTx/>
              <a:buFontTx/>
              <a:buNone/>
            </a:pPr>
            <a:endParaRPr lang="zh-CN" altLang="en-US" dirty="0">
              <a:latin typeface="Verdana" panose="020B0604030504040204" pitchFamily="34" charset="0"/>
            </a:endParaRPr>
          </a:p>
        </p:txBody>
      </p:sp>
      <p:sp>
        <p:nvSpPr>
          <p:cNvPr id="20" name="文本框 19"/>
          <p:cNvSpPr txBox="1"/>
          <p:nvPr/>
        </p:nvSpPr>
        <p:spPr>
          <a:xfrm>
            <a:off x="1646238" y="4560888"/>
            <a:ext cx="2144713" cy="369888"/>
          </a:xfrm>
          <a:prstGeom prst="rect">
            <a:avLst/>
          </a:prstGeom>
          <a:noFill/>
        </p:spPr>
        <p:txBody>
          <a:bodyPr>
            <a:spAutoFit/>
          </a:bodyPr>
          <a:lstStyle/>
          <a:p>
            <a:pPr marR="0" defTabSz="914400">
              <a:buClrTx/>
              <a:buSzTx/>
              <a:buFontTx/>
              <a:buNone/>
              <a:defRPr/>
            </a:pPr>
            <a:r>
              <a:rPr kumimoji="0" lang="en-US" altLang="zh-CN" kern="1200" cap="none" spc="0" normalizeH="0" baseline="0" noProof="0" dirty="0">
                <a:latin typeface="+mn-lt"/>
                <a:ea typeface="MS PGothic" panose="020B0600070205080204" pitchFamily="34" charset="-128"/>
                <a:cs typeface="+mn-cs"/>
              </a:rPr>
              <a:t>available = 3  3  2</a:t>
            </a:r>
            <a:endParaRPr kumimoji="0" lang="zh-CN" altLang="en-US" kern="1200" cap="none" spc="0" normalizeH="0" baseline="0" noProof="0" dirty="0">
              <a:latin typeface="+mn-lt"/>
              <a:ea typeface="MS PGothic" panose="020B0600070205080204" pitchFamily="34" charset="-128"/>
              <a:cs typeface="+mn-cs"/>
            </a:endParaRPr>
          </a:p>
        </p:txBody>
      </p:sp>
      <p:sp>
        <p:nvSpPr>
          <p:cNvPr id="22" name="文本框 21"/>
          <p:cNvSpPr txBox="1"/>
          <p:nvPr/>
        </p:nvSpPr>
        <p:spPr>
          <a:xfrm>
            <a:off x="1646238" y="5006975"/>
            <a:ext cx="2144713" cy="369888"/>
          </a:xfrm>
          <a:prstGeom prst="rect">
            <a:avLst/>
          </a:prstGeom>
          <a:noFill/>
        </p:spPr>
        <p:txBody>
          <a:bodyPr>
            <a:spAutoFit/>
          </a:bodyPr>
          <a:lstStyle/>
          <a:p>
            <a:pPr marR="0" defTabSz="914400">
              <a:buClrTx/>
              <a:buSzTx/>
              <a:buFontTx/>
              <a:buNone/>
              <a:defRPr/>
            </a:pPr>
            <a:r>
              <a:rPr kumimoji="0" lang="en-US" altLang="zh-CN" kern="1200" cap="none" spc="0" normalizeH="0" baseline="0" noProof="0" dirty="0">
                <a:latin typeface="+mn-lt"/>
                <a:ea typeface="MS PGothic" panose="020B0600070205080204" pitchFamily="34" charset="-128"/>
                <a:cs typeface="+mn-cs"/>
              </a:rPr>
              <a:t>need &lt; available</a:t>
            </a:r>
            <a:endParaRPr kumimoji="0" lang="zh-CN" altLang="en-US" kern="1200" cap="none" spc="0" normalizeH="0" baseline="0" noProof="0" dirty="0">
              <a:latin typeface="+mn-lt"/>
              <a:ea typeface="MS PGothic" panose="020B0600070205080204" pitchFamily="34" charset="-128"/>
              <a:cs typeface="+mn-cs"/>
            </a:endParaRPr>
          </a:p>
        </p:txBody>
      </p:sp>
      <p:sp>
        <p:nvSpPr>
          <p:cNvPr id="23" name="文本框 22"/>
          <p:cNvSpPr txBox="1"/>
          <p:nvPr/>
        </p:nvSpPr>
        <p:spPr>
          <a:xfrm>
            <a:off x="1646238" y="5513388"/>
            <a:ext cx="2516188" cy="646113"/>
          </a:xfrm>
          <a:prstGeom prst="rect">
            <a:avLst/>
          </a:prstGeom>
          <a:noFill/>
        </p:spPr>
        <p:txBody>
          <a:bodyPr>
            <a:spAutoFit/>
          </a:bodyPr>
          <a:lstStyle/>
          <a:p>
            <a:pPr marR="0" defTabSz="914400">
              <a:buClrTx/>
              <a:buSzTx/>
              <a:buFontTx/>
              <a:buNone/>
              <a:defRPr/>
            </a:pPr>
            <a:r>
              <a:rPr kumimoji="0" lang="en-US" altLang="zh-CN" kern="1200" cap="none" spc="0" normalizeH="0" baseline="0" noProof="0" dirty="0">
                <a:solidFill>
                  <a:srgbClr val="FF0000"/>
                </a:solidFill>
                <a:latin typeface="+mn-lt"/>
                <a:ea typeface="MS PGothic" panose="020B0600070205080204" pitchFamily="34" charset="-128"/>
                <a:cs typeface="+mn-cs"/>
              </a:rPr>
              <a:t>P</a:t>
            </a:r>
            <a:r>
              <a:rPr kumimoji="0" lang="en-US" altLang="zh-CN" kern="1200" cap="none" spc="0" normalizeH="0" baseline="-25000" noProof="0" dirty="0">
                <a:solidFill>
                  <a:srgbClr val="FF0000"/>
                </a:solidFill>
                <a:latin typeface="+mn-lt"/>
                <a:ea typeface="MS PGothic" panose="020B0600070205080204" pitchFamily="34" charset="-128"/>
                <a:cs typeface="+mn-cs"/>
              </a:rPr>
              <a:t>1</a:t>
            </a:r>
            <a:r>
              <a:rPr kumimoji="0" lang="en-US" altLang="zh-CN" kern="1200" cap="none" spc="0" normalizeH="0" baseline="0" noProof="0" dirty="0">
                <a:solidFill>
                  <a:srgbClr val="FF0000"/>
                </a:solidFill>
                <a:latin typeface="+mn-lt"/>
                <a:ea typeface="MS PGothic" panose="020B0600070205080204" pitchFamily="34" charset="-128"/>
                <a:cs typeface="+mn-cs"/>
              </a:rPr>
              <a:t> can be allocated to resources</a:t>
            </a:r>
            <a:endParaRPr kumimoji="0" lang="zh-CN" altLang="en-US" kern="1200" cap="none" spc="0" normalizeH="0" baseline="0" noProof="0" dirty="0">
              <a:solidFill>
                <a:srgbClr val="FF0000"/>
              </a:solidFill>
              <a:latin typeface="+mn-lt"/>
              <a:ea typeface="MS PGothic" panose="020B0600070205080204" pitchFamily="34" charset="-128"/>
              <a:cs typeface="+mn-cs"/>
            </a:endParaRPr>
          </a:p>
        </p:txBody>
      </p:sp>
      <p:sp>
        <p:nvSpPr>
          <p:cNvPr id="2" name="文本框 1"/>
          <p:cNvSpPr txBox="1"/>
          <p:nvPr/>
        </p:nvSpPr>
        <p:spPr>
          <a:xfrm>
            <a:off x="5087938" y="4186238"/>
            <a:ext cx="3598863" cy="646113"/>
          </a:xfrm>
          <a:prstGeom prst="rect">
            <a:avLst/>
          </a:prstGeom>
          <a:noFill/>
        </p:spPr>
        <p:txBody>
          <a:bodyPr>
            <a:spAutoFit/>
          </a:bodyPr>
          <a:lstStyle/>
          <a:p>
            <a:pPr marR="0" defTabSz="914400">
              <a:buClrTx/>
              <a:buSzTx/>
              <a:buFontTx/>
              <a:buNone/>
              <a:defRPr/>
            </a:pPr>
            <a:r>
              <a:rPr kumimoji="0" lang="en-US" altLang="zh-CN" kern="1200" cap="none" spc="0" normalizeH="0" baseline="0" noProof="0" dirty="0">
                <a:latin typeface="+mn-lt"/>
                <a:ea typeface="MS PGothic" panose="020B0600070205080204" pitchFamily="34" charset="-128"/>
                <a:cs typeface="+mn-cs"/>
              </a:rPr>
              <a:t>After P1 is finished, all allocated resources must be released</a:t>
            </a:r>
            <a:endParaRPr kumimoji="0" lang="zh-CN" altLang="en-US" kern="1200" cap="none" spc="0" normalizeH="0" baseline="0" noProof="0" dirty="0">
              <a:latin typeface="+mn-lt"/>
              <a:ea typeface="MS PGothic" panose="020B0600070205080204" pitchFamily="34" charset="-128"/>
              <a:cs typeface="+mn-cs"/>
            </a:endParaRPr>
          </a:p>
        </p:txBody>
      </p:sp>
      <p:sp>
        <p:nvSpPr>
          <p:cNvPr id="14" name="文本框 13"/>
          <p:cNvSpPr txBox="1"/>
          <p:nvPr/>
        </p:nvSpPr>
        <p:spPr>
          <a:xfrm>
            <a:off x="5087938" y="4973638"/>
            <a:ext cx="4003675" cy="369888"/>
          </a:xfrm>
          <a:prstGeom prst="rect">
            <a:avLst/>
          </a:prstGeom>
          <a:noFill/>
        </p:spPr>
        <p:txBody>
          <a:bodyPr>
            <a:spAutoFit/>
          </a:bodyPr>
          <a:lstStyle/>
          <a:p>
            <a:pPr marR="0" defTabSz="914400">
              <a:buClrTx/>
              <a:buSzTx/>
              <a:buFontTx/>
              <a:buNone/>
              <a:defRPr/>
            </a:pPr>
            <a:r>
              <a:rPr kumimoji="0" lang="en-US" altLang="zh-CN" b="1" kern="1200" cap="none" spc="0" normalizeH="0" baseline="0" noProof="0" dirty="0">
                <a:solidFill>
                  <a:srgbClr val="FF0000"/>
                </a:solidFill>
                <a:latin typeface="+mn-lt"/>
                <a:ea typeface="MS PGothic" panose="020B0600070205080204" pitchFamily="34" charset="-128"/>
                <a:cs typeface="+mn-cs"/>
              </a:rPr>
              <a:t>available = 3  3  2  +  2  0  0 = 5  3  2</a:t>
            </a:r>
            <a:endParaRPr kumimoji="0" lang="zh-CN" altLang="en-US" b="1" kern="1200" cap="none" spc="0" normalizeH="0" baseline="0" noProof="0" dirty="0">
              <a:solidFill>
                <a:srgbClr val="FF0000"/>
              </a:solidFill>
              <a:latin typeface="+mn-lt"/>
              <a:ea typeface="MS PGothic" panose="020B0600070205080204" pitchFamily="34" charset="-128"/>
              <a:cs typeface="+mn-cs"/>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2706" name="Rectangle 2"/>
          <p:cNvSpPr>
            <a:spLocks noGrp="1"/>
          </p:cNvSpPr>
          <p:nvPr>
            <p:ph type="title" idx="4294967295"/>
          </p:nvPr>
        </p:nvSpPr>
        <p:spPr>
          <a:xfrm>
            <a:off x="923925" y="198438"/>
            <a:ext cx="7762875" cy="576262"/>
          </a:xfrm>
        </p:spPr>
        <p:txBody>
          <a:bodyPr vert="horz" wrap="square" lIns="91440" tIns="45720" rIns="91440" bIns="45720" anchor="b" anchorCtr="0"/>
          <a:p>
            <a:pPr eaLnBrk="1" hangingPunct="1"/>
            <a:r>
              <a:rPr lang="en-US" altLang="en-US" dirty="0"/>
              <a:t>Banker’s Algorithm</a:t>
            </a:r>
            <a:endParaRPr lang="en-US" altLang="en-US" dirty="0"/>
          </a:p>
        </p:txBody>
      </p:sp>
      <p:pic>
        <p:nvPicPr>
          <p:cNvPr id="72707" name="图片 11" descr="表格&#10;&#10;描述已自动生成"/>
          <p:cNvPicPr>
            <a:picLocks noChangeAspect="1"/>
          </p:cNvPicPr>
          <p:nvPr/>
        </p:nvPicPr>
        <p:blipFill>
          <a:blip r:embed="rId1"/>
          <a:stretch>
            <a:fillRect/>
          </a:stretch>
        </p:blipFill>
        <p:spPr>
          <a:xfrm>
            <a:off x="5745163" y="1357313"/>
            <a:ext cx="2659062" cy="2462212"/>
          </a:xfrm>
          <a:prstGeom prst="rect">
            <a:avLst/>
          </a:prstGeom>
          <a:noFill/>
          <a:ln w="9525">
            <a:noFill/>
          </a:ln>
        </p:spPr>
      </p:pic>
      <p:sp>
        <p:nvSpPr>
          <p:cNvPr id="13" name="文本框 12"/>
          <p:cNvSpPr txBox="1"/>
          <p:nvPr/>
        </p:nvSpPr>
        <p:spPr>
          <a:xfrm>
            <a:off x="579438" y="4186238"/>
            <a:ext cx="7286625" cy="368300"/>
          </a:xfrm>
          <a:prstGeom prst="rect">
            <a:avLst/>
          </a:prstGeom>
          <a:noFill/>
        </p:spPr>
        <p:txBody>
          <a:bodyPr>
            <a:spAutoFit/>
          </a:bodyPr>
          <a:lstStyle/>
          <a:p>
            <a:pPr marR="0" defTabSz="914400">
              <a:buClrTx/>
              <a:buSzTx/>
              <a:buFontTx/>
              <a:buNone/>
              <a:defRPr/>
            </a:pPr>
            <a:r>
              <a:rPr kumimoji="0" lang="en-US" altLang="zh-CN" kern="1200" cap="none" spc="0" normalizeH="0" baseline="0" noProof="0" dirty="0">
                <a:latin typeface="+mn-lt"/>
                <a:ea typeface="MS PGothic" panose="020B0600070205080204" pitchFamily="34" charset="-128"/>
                <a:cs typeface="+mn-cs"/>
              </a:rPr>
              <a:t>For P</a:t>
            </a:r>
            <a:r>
              <a:rPr kumimoji="0" lang="en-US" altLang="zh-CN" kern="1200" cap="none" spc="0" normalizeH="0" baseline="-25000" noProof="0" dirty="0">
                <a:latin typeface="+mn-lt"/>
                <a:ea typeface="MS PGothic" panose="020B0600070205080204" pitchFamily="34" charset="-128"/>
                <a:cs typeface="+mn-cs"/>
              </a:rPr>
              <a:t>2</a:t>
            </a:r>
            <a:r>
              <a:rPr kumimoji="0" lang="en-US" altLang="zh-CN" kern="1200" cap="none" spc="0" normalizeH="0" baseline="0" noProof="0" dirty="0">
                <a:latin typeface="+mn-lt"/>
                <a:ea typeface="MS PGothic" panose="020B0600070205080204" pitchFamily="34" charset="-128"/>
                <a:cs typeface="+mn-cs"/>
              </a:rPr>
              <a:t>:</a:t>
            </a:r>
            <a:endParaRPr kumimoji="0" lang="zh-CN" altLang="en-US" kern="1200" cap="none" spc="0" normalizeH="0" baseline="0" noProof="0" dirty="0">
              <a:latin typeface="+mn-lt"/>
              <a:ea typeface="MS PGothic" panose="020B0600070205080204" pitchFamily="34" charset="-128"/>
              <a:cs typeface="+mn-cs"/>
            </a:endParaRPr>
          </a:p>
        </p:txBody>
      </p:sp>
      <p:sp>
        <p:nvSpPr>
          <p:cNvPr id="72709" name="矩形 9"/>
          <p:cNvSpPr/>
          <p:nvPr/>
        </p:nvSpPr>
        <p:spPr>
          <a:xfrm>
            <a:off x="6832600" y="2817813"/>
            <a:ext cx="1471613" cy="307975"/>
          </a:xfrm>
          <a:prstGeom prst="rect">
            <a:avLst/>
          </a:prstGeom>
          <a:noFill/>
          <a:ln w="19050" cap="flat" cmpd="sng">
            <a:solidFill>
              <a:srgbClr val="FF0000"/>
            </a:solidFill>
            <a:prstDash val="solid"/>
            <a:round/>
            <a:headEnd type="none" w="med" len="med"/>
            <a:tailEnd type="none" w="med" len="med"/>
          </a:ln>
        </p:spPr>
        <p:txBody>
          <a:bodyPr wrap="none"/>
          <a:lstStyle>
            <a:lvl1pPr marL="342900" indent="-342900" algn="l" rtl="0" eaLnBrk="0" fontAlgn="base" hangingPunct="0">
              <a:spcBef>
                <a:spcPct val="35000"/>
              </a:spcBef>
              <a:spcAft>
                <a:spcPct val="0"/>
              </a:spcAft>
              <a:buClr>
                <a:srgbClr val="993300"/>
              </a:buClr>
              <a:buSzPct val="90000"/>
              <a:buFont typeface="Monotype Sorts" pitchFamily="-84" charset="2"/>
              <a:buChar char="n"/>
              <a:defRPr kumimoji="1">
                <a:solidFill>
                  <a:schemeClr val="tx1"/>
                </a:solidFill>
                <a:latin typeface="+mn-lt"/>
                <a:ea typeface="MS PGothic" panose="020B0600070205080204" pitchFamily="34" charset="-128"/>
                <a:cs typeface="MS PGothic" panose="020B0600070205080204" pitchFamily="34" charset="-128"/>
              </a:defRPr>
            </a:lvl1pPr>
            <a:lvl2pPr marL="742950" indent="-285750" algn="l" rtl="0" eaLnBrk="0" fontAlgn="base" hangingPunct="0">
              <a:spcBef>
                <a:spcPct val="35000"/>
              </a:spcBef>
              <a:spcAft>
                <a:spcPct val="0"/>
              </a:spcAft>
              <a:buClr>
                <a:srgbClr val="CC6600"/>
              </a:buClr>
              <a:buSzPct val="80000"/>
              <a:buFont typeface="Monotype Sorts" pitchFamily="-84" charset="2"/>
              <a:buChar char="l"/>
              <a:defRPr kumimoji="1">
                <a:solidFill>
                  <a:schemeClr val="tx1"/>
                </a:solidFill>
                <a:latin typeface="+mn-lt"/>
                <a:ea typeface="MS PGothic" panose="020B0600070205080204" pitchFamily="34" charset="-128"/>
              </a:defRPr>
            </a:lvl2pPr>
            <a:lvl3pPr marL="1085850"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a:solidFill>
                  <a:schemeClr val="tx1"/>
                </a:solidFill>
                <a:latin typeface="+mn-lt"/>
                <a:ea typeface="MS PGothic" panose="020B0600070205080204" pitchFamily="34" charset="-128"/>
              </a:defRPr>
            </a:lvl3pPr>
            <a:lvl4pPr marL="1428750" indent="-228600" algn="l" rtl="0" eaLnBrk="0" fontAlgn="base" hangingPunct="0">
              <a:spcBef>
                <a:spcPct val="35000"/>
              </a:spcBef>
              <a:spcAft>
                <a:spcPct val="0"/>
              </a:spcAft>
              <a:buClr>
                <a:schemeClr val="hlink"/>
              </a:buClr>
              <a:buSzPct val="75000"/>
              <a:buChar char="–"/>
              <a:defRPr kumimoji="1">
                <a:solidFill>
                  <a:schemeClr val="tx1"/>
                </a:solidFill>
                <a:latin typeface="+mn-lt"/>
                <a:ea typeface="MS PGothic" panose="020B0600070205080204" pitchFamily="34" charset="-128"/>
              </a:defRPr>
            </a:lvl4pPr>
            <a:lvl5pPr marL="17716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anose="020B0600070205080204" pitchFamily="34" charset="-128"/>
              </a:defRPr>
            </a:lvl5pPr>
          </a:lstStyle>
          <a:p>
            <a:pPr marL="0" lvl="0" indent="0">
              <a:spcBef>
                <a:spcPct val="0"/>
              </a:spcBef>
              <a:buClrTx/>
              <a:buSzTx/>
              <a:buFontTx/>
              <a:buNone/>
            </a:pPr>
            <a:endParaRPr lang="zh-CN" altLang="en-US" dirty="0">
              <a:latin typeface="Verdana" panose="020B0604030504040204" pitchFamily="34" charset="0"/>
            </a:endParaRPr>
          </a:p>
        </p:txBody>
      </p:sp>
      <p:sp>
        <p:nvSpPr>
          <p:cNvPr id="17" name="文本框 16"/>
          <p:cNvSpPr txBox="1"/>
          <p:nvPr/>
        </p:nvSpPr>
        <p:spPr>
          <a:xfrm>
            <a:off x="1646238" y="4186238"/>
            <a:ext cx="2144713" cy="368300"/>
          </a:xfrm>
          <a:prstGeom prst="rect">
            <a:avLst/>
          </a:prstGeom>
          <a:noFill/>
        </p:spPr>
        <p:txBody>
          <a:bodyPr>
            <a:spAutoFit/>
          </a:bodyPr>
          <a:lstStyle/>
          <a:p>
            <a:pPr marR="0" defTabSz="914400">
              <a:buClrTx/>
              <a:buSzTx/>
              <a:buFontTx/>
              <a:buNone/>
              <a:defRPr/>
            </a:pPr>
            <a:r>
              <a:rPr kumimoji="0" lang="en-US" altLang="zh-CN" kern="1200" cap="none" spc="0" normalizeH="0" baseline="0" noProof="0" dirty="0">
                <a:latin typeface="+mn-lt"/>
                <a:ea typeface="MS PGothic" panose="020B0600070205080204" pitchFamily="34" charset="-128"/>
                <a:cs typeface="+mn-cs"/>
              </a:rPr>
              <a:t>need = 6  0  0 </a:t>
            </a:r>
            <a:endParaRPr kumimoji="0" lang="zh-CN" altLang="en-US" kern="1200" cap="none" spc="0" normalizeH="0" baseline="0" noProof="0" dirty="0">
              <a:latin typeface="+mn-lt"/>
              <a:ea typeface="MS PGothic" panose="020B0600070205080204" pitchFamily="34" charset="-128"/>
              <a:cs typeface="+mn-cs"/>
            </a:endParaRPr>
          </a:p>
        </p:txBody>
      </p:sp>
      <p:sp>
        <p:nvSpPr>
          <p:cNvPr id="20" name="文本框 19"/>
          <p:cNvSpPr txBox="1"/>
          <p:nvPr/>
        </p:nvSpPr>
        <p:spPr>
          <a:xfrm>
            <a:off x="1646238" y="4560888"/>
            <a:ext cx="2144713" cy="369888"/>
          </a:xfrm>
          <a:prstGeom prst="rect">
            <a:avLst/>
          </a:prstGeom>
          <a:noFill/>
        </p:spPr>
        <p:txBody>
          <a:bodyPr>
            <a:spAutoFit/>
          </a:bodyPr>
          <a:lstStyle/>
          <a:p>
            <a:pPr marR="0" defTabSz="914400">
              <a:buClrTx/>
              <a:buSzTx/>
              <a:buFontTx/>
              <a:buNone/>
              <a:defRPr/>
            </a:pPr>
            <a:r>
              <a:rPr kumimoji="0" lang="en-US" altLang="zh-CN" kern="1200" cap="none" spc="0" normalizeH="0" baseline="0" noProof="0" dirty="0">
                <a:latin typeface="+mn-lt"/>
                <a:ea typeface="MS PGothic" panose="020B0600070205080204" pitchFamily="34" charset="-128"/>
                <a:cs typeface="+mn-cs"/>
              </a:rPr>
              <a:t>available = 5  3  2</a:t>
            </a:r>
            <a:endParaRPr kumimoji="0" lang="zh-CN" altLang="en-US" kern="1200" cap="none" spc="0" normalizeH="0" baseline="0" noProof="0" dirty="0">
              <a:latin typeface="+mn-lt"/>
              <a:ea typeface="MS PGothic" panose="020B0600070205080204" pitchFamily="34" charset="-128"/>
              <a:cs typeface="+mn-cs"/>
            </a:endParaRPr>
          </a:p>
        </p:txBody>
      </p:sp>
      <p:sp>
        <p:nvSpPr>
          <p:cNvPr id="22" name="文本框 21"/>
          <p:cNvSpPr txBox="1"/>
          <p:nvPr/>
        </p:nvSpPr>
        <p:spPr>
          <a:xfrm>
            <a:off x="1646238" y="5006975"/>
            <a:ext cx="2144713" cy="369888"/>
          </a:xfrm>
          <a:prstGeom prst="rect">
            <a:avLst/>
          </a:prstGeom>
          <a:noFill/>
        </p:spPr>
        <p:txBody>
          <a:bodyPr>
            <a:spAutoFit/>
          </a:bodyPr>
          <a:lstStyle/>
          <a:p>
            <a:pPr marR="0" defTabSz="914400">
              <a:buClrTx/>
              <a:buSzTx/>
              <a:buFontTx/>
              <a:buNone/>
              <a:defRPr/>
            </a:pPr>
            <a:r>
              <a:rPr kumimoji="0" lang="en-US" altLang="zh-CN" kern="1200" cap="none" spc="0" normalizeH="0" baseline="0" noProof="0" dirty="0">
                <a:latin typeface="+mn-lt"/>
                <a:ea typeface="MS PGothic" panose="020B0600070205080204" pitchFamily="34" charset="-128"/>
                <a:cs typeface="+mn-cs"/>
              </a:rPr>
              <a:t>need &gt; available</a:t>
            </a:r>
            <a:endParaRPr kumimoji="0" lang="zh-CN" altLang="en-US" kern="1200" cap="none" spc="0" normalizeH="0" baseline="0" noProof="0" dirty="0">
              <a:latin typeface="+mn-lt"/>
              <a:ea typeface="MS PGothic" panose="020B0600070205080204" pitchFamily="34" charset="-128"/>
              <a:cs typeface="+mn-cs"/>
            </a:endParaRPr>
          </a:p>
        </p:txBody>
      </p:sp>
      <p:sp>
        <p:nvSpPr>
          <p:cNvPr id="72713" name="文本框 22"/>
          <p:cNvSpPr txBox="1"/>
          <p:nvPr/>
        </p:nvSpPr>
        <p:spPr>
          <a:xfrm>
            <a:off x="1646238" y="5513388"/>
            <a:ext cx="2516187" cy="369887"/>
          </a:xfrm>
          <a:prstGeom prst="rect">
            <a:avLst/>
          </a:prstGeom>
          <a:noFill/>
          <a:ln w="9525">
            <a:noFill/>
          </a:ln>
        </p:spPr>
        <p:txBody>
          <a:bodyPr>
            <a:spAutoFit/>
          </a:bodyPr>
          <a:lstStyle>
            <a:lvl1pPr marL="342900" indent="-342900" algn="l" rtl="0" eaLnBrk="0" fontAlgn="base" hangingPunct="0">
              <a:spcBef>
                <a:spcPct val="35000"/>
              </a:spcBef>
              <a:spcAft>
                <a:spcPct val="0"/>
              </a:spcAft>
              <a:buClr>
                <a:srgbClr val="993300"/>
              </a:buClr>
              <a:buSzPct val="90000"/>
              <a:buFont typeface="Monotype Sorts" pitchFamily="-84" charset="2"/>
              <a:buChar char="n"/>
              <a:defRPr kumimoji="1">
                <a:solidFill>
                  <a:schemeClr val="tx1"/>
                </a:solidFill>
                <a:latin typeface="+mn-lt"/>
                <a:ea typeface="MS PGothic" panose="020B0600070205080204" pitchFamily="34" charset="-128"/>
                <a:cs typeface="MS PGothic" panose="020B0600070205080204" pitchFamily="34" charset="-128"/>
              </a:defRPr>
            </a:lvl1pPr>
            <a:lvl2pPr marL="742950" indent="-285750" algn="l" rtl="0" eaLnBrk="0" fontAlgn="base" hangingPunct="0">
              <a:spcBef>
                <a:spcPct val="35000"/>
              </a:spcBef>
              <a:spcAft>
                <a:spcPct val="0"/>
              </a:spcAft>
              <a:buClr>
                <a:srgbClr val="CC6600"/>
              </a:buClr>
              <a:buSzPct val="80000"/>
              <a:buFont typeface="Monotype Sorts" pitchFamily="-84" charset="2"/>
              <a:buChar char="l"/>
              <a:defRPr kumimoji="1">
                <a:solidFill>
                  <a:schemeClr val="tx1"/>
                </a:solidFill>
                <a:latin typeface="+mn-lt"/>
                <a:ea typeface="MS PGothic" panose="020B0600070205080204" pitchFamily="34" charset="-128"/>
              </a:defRPr>
            </a:lvl2pPr>
            <a:lvl3pPr marL="1085850"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a:solidFill>
                  <a:schemeClr val="tx1"/>
                </a:solidFill>
                <a:latin typeface="+mn-lt"/>
                <a:ea typeface="MS PGothic" panose="020B0600070205080204" pitchFamily="34" charset="-128"/>
              </a:defRPr>
            </a:lvl3pPr>
            <a:lvl4pPr marL="1428750" indent="-228600" algn="l" rtl="0" eaLnBrk="0" fontAlgn="base" hangingPunct="0">
              <a:spcBef>
                <a:spcPct val="35000"/>
              </a:spcBef>
              <a:spcAft>
                <a:spcPct val="0"/>
              </a:spcAft>
              <a:buClr>
                <a:schemeClr val="hlink"/>
              </a:buClr>
              <a:buSzPct val="75000"/>
              <a:buChar char="–"/>
              <a:defRPr kumimoji="1">
                <a:solidFill>
                  <a:schemeClr val="tx1"/>
                </a:solidFill>
                <a:latin typeface="+mn-lt"/>
                <a:ea typeface="MS PGothic" panose="020B0600070205080204" pitchFamily="34" charset="-128"/>
              </a:defRPr>
            </a:lvl4pPr>
            <a:lvl5pPr marL="17716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anose="020B0600070205080204" pitchFamily="34" charset="-128"/>
              </a:defRPr>
            </a:lvl5pPr>
          </a:lstStyle>
          <a:p>
            <a:pPr marL="0" lvl="0" indent="0">
              <a:spcBef>
                <a:spcPct val="0"/>
              </a:spcBef>
              <a:buClrTx/>
              <a:buSzTx/>
              <a:buFontTx/>
              <a:buNone/>
            </a:pPr>
            <a:r>
              <a:rPr lang="en-US" altLang="zh-CN" dirty="0">
                <a:solidFill>
                  <a:srgbClr val="FF0000"/>
                </a:solidFill>
              </a:rPr>
              <a:t>P</a:t>
            </a:r>
            <a:r>
              <a:rPr lang="en-US" altLang="zh-CN" baseline="-25000" dirty="0">
                <a:solidFill>
                  <a:srgbClr val="FF0000"/>
                </a:solidFill>
              </a:rPr>
              <a:t>2</a:t>
            </a:r>
            <a:r>
              <a:rPr lang="en-US" altLang="zh-CN" dirty="0">
                <a:solidFill>
                  <a:srgbClr val="FF0000"/>
                </a:solidFill>
              </a:rPr>
              <a:t> must wait</a:t>
            </a:r>
            <a:endParaRPr lang="zh-CN" altLang="en-US" dirty="0">
              <a:solidFill>
                <a:srgbClr val="FF0000"/>
              </a:solidFill>
            </a:endParaRPr>
          </a:p>
        </p:txBody>
      </p:sp>
      <p:pic>
        <p:nvPicPr>
          <p:cNvPr id="72714" name="图片 3"/>
          <p:cNvPicPr>
            <a:picLocks noChangeAspect="1"/>
          </p:cNvPicPr>
          <p:nvPr/>
        </p:nvPicPr>
        <p:blipFill>
          <a:blip r:embed="rId2"/>
          <a:stretch>
            <a:fillRect/>
          </a:stretch>
        </p:blipFill>
        <p:spPr>
          <a:xfrm>
            <a:off x="358775" y="1308100"/>
            <a:ext cx="5226050" cy="2432050"/>
          </a:xfrm>
          <a:prstGeom prst="rect">
            <a:avLst/>
          </a:prstGeom>
          <a:noFill/>
          <a:ln w="9525">
            <a:noFill/>
          </a:ln>
        </p:spPr>
      </p:pic>
      <p:sp>
        <p:nvSpPr>
          <p:cNvPr id="72715" name="矩形 18"/>
          <p:cNvSpPr/>
          <p:nvPr/>
        </p:nvSpPr>
        <p:spPr>
          <a:xfrm>
            <a:off x="4222750" y="2171700"/>
            <a:ext cx="1219200" cy="307975"/>
          </a:xfrm>
          <a:prstGeom prst="rect">
            <a:avLst/>
          </a:prstGeom>
          <a:noFill/>
          <a:ln w="19050" cap="flat" cmpd="sng">
            <a:solidFill>
              <a:srgbClr val="FF0000"/>
            </a:solidFill>
            <a:prstDash val="solid"/>
            <a:round/>
            <a:headEnd type="none" w="med" len="med"/>
            <a:tailEnd type="none" w="med" len="med"/>
          </a:ln>
        </p:spPr>
        <p:txBody>
          <a:bodyPr wrap="none"/>
          <a:lstStyle>
            <a:lvl1pPr marL="342900" indent="-342900" algn="l" rtl="0" eaLnBrk="0" fontAlgn="base" hangingPunct="0">
              <a:spcBef>
                <a:spcPct val="35000"/>
              </a:spcBef>
              <a:spcAft>
                <a:spcPct val="0"/>
              </a:spcAft>
              <a:buClr>
                <a:srgbClr val="993300"/>
              </a:buClr>
              <a:buSzPct val="90000"/>
              <a:buFont typeface="Monotype Sorts" pitchFamily="-84" charset="2"/>
              <a:buChar char="n"/>
              <a:defRPr kumimoji="1">
                <a:solidFill>
                  <a:schemeClr val="tx1"/>
                </a:solidFill>
                <a:latin typeface="+mn-lt"/>
                <a:ea typeface="MS PGothic" panose="020B0600070205080204" pitchFamily="34" charset="-128"/>
                <a:cs typeface="MS PGothic" panose="020B0600070205080204" pitchFamily="34" charset="-128"/>
              </a:defRPr>
            </a:lvl1pPr>
            <a:lvl2pPr marL="742950" indent="-285750" algn="l" rtl="0" eaLnBrk="0" fontAlgn="base" hangingPunct="0">
              <a:spcBef>
                <a:spcPct val="35000"/>
              </a:spcBef>
              <a:spcAft>
                <a:spcPct val="0"/>
              </a:spcAft>
              <a:buClr>
                <a:srgbClr val="CC6600"/>
              </a:buClr>
              <a:buSzPct val="80000"/>
              <a:buFont typeface="Monotype Sorts" pitchFamily="-84" charset="2"/>
              <a:buChar char="l"/>
              <a:defRPr kumimoji="1">
                <a:solidFill>
                  <a:schemeClr val="tx1"/>
                </a:solidFill>
                <a:latin typeface="+mn-lt"/>
                <a:ea typeface="MS PGothic" panose="020B0600070205080204" pitchFamily="34" charset="-128"/>
              </a:defRPr>
            </a:lvl2pPr>
            <a:lvl3pPr marL="1085850"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a:solidFill>
                  <a:schemeClr val="tx1"/>
                </a:solidFill>
                <a:latin typeface="+mn-lt"/>
                <a:ea typeface="MS PGothic" panose="020B0600070205080204" pitchFamily="34" charset="-128"/>
              </a:defRPr>
            </a:lvl3pPr>
            <a:lvl4pPr marL="1428750" indent="-228600" algn="l" rtl="0" eaLnBrk="0" fontAlgn="base" hangingPunct="0">
              <a:spcBef>
                <a:spcPct val="35000"/>
              </a:spcBef>
              <a:spcAft>
                <a:spcPct val="0"/>
              </a:spcAft>
              <a:buClr>
                <a:schemeClr val="hlink"/>
              </a:buClr>
              <a:buSzPct val="75000"/>
              <a:buChar char="–"/>
              <a:defRPr kumimoji="1">
                <a:solidFill>
                  <a:schemeClr val="tx1"/>
                </a:solidFill>
                <a:latin typeface="+mn-lt"/>
                <a:ea typeface="MS PGothic" panose="020B0600070205080204" pitchFamily="34" charset="-128"/>
              </a:defRPr>
            </a:lvl4pPr>
            <a:lvl5pPr marL="17716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anose="020B0600070205080204" pitchFamily="34" charset="-128"/>
              </a:defRPr>
            </a:lvl5pPr>
          </a:lstStyle>
          <a:p>
            <a:pPr marL="0" lvl="0" indent="0">
              <a:spcBef>
                <a:spcPct val="0"/>
              </a:spcBef>
              <a:buClrTx/>
              <a:buSzTx/>
              <a:buFontTx/>
              <a:buNone/>
            </a:pPr>
            <a:endParaRPr lang="zh-CN" altLang="en-US" dirty="0">
              <a:latin typeface="Verdana" panose="020B0604030504040204" pitchFamily="34" charset="0"/>
            </a:endParaRPr>
          </a:p>
        </p:txBody>
      </p:sp>
      <p:cxnSp>
        <p:nvCxnSpPr>
          <p:cNvPr id="72716" name="直接连接符 6"/>
          <p:cNvCxnSpPr/>
          <p:nvPr/>
        </p:nvCxnSpPr>
        <p:spPr>
          <a:xfrm>
            <a:off x="579438" y="2654300"/>
            <a:ext cx="3494087" cy="0"/>
          </a:xfrm>
          <a:prstGeom prst="line">
            <a:avLst/>
          </a:prstGeom>
          <a:ln w="19050" cap="flat" cmpd="sng">
            <a:solidFill>
              <a:srgbClr val="0066FF"/>
            </a:solidFill>
            <a:prstDash val="solid"/>
            <a:headEnd type="none" w="med" len="med"/>
            <a:tailEnd type="none" w="med" len="med"/>
          </a:ln>
        </p:spPr>
      </p:cxn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4754" name="Rectangle 2"/>
          <p:cNvSpPr>
            <a:spLocks noGrp="1"/>
          </p:cNvSpPr>
          <p:nvPr>
            <p:ph type="title" idx="4294967295"/>
          </p:nvPr>
        </p:nvSpPr>
        <p:spPr>
          <a:xfrm>
            <a:off x="923925" y="198438"/>
            <a:ext cx="7762875" cy="576262"/>
          </a:xfrm>
        </p:spPr>
        <p:txBody>
          <a:bodyPr vert="horz" wrap="square" lIns="91440" tIns="45720" rIns="91440" bIns="45720" anchor="b" anchorCtr="0"/>
          <a:p>
            <a:pPr eaLnBrk="1" hangingPunct="1"/>
            <a:r>
              <a:rPr lang="en-US" altLang="en-US" dirty="0"/>
              <a:t>Banker’s Algorithm</a:t>
            </a:r>
            <a:endParaRPr lang="en-US" altLang="en-US" dirty="0"/>
          </a:p>
        </p:txBody>
      </p:sp>
      <p:pic>
        <p:nvPicPr>
          <p:cNvPr id="74755" name="图片 11" descr="表格&#10;&#10;描述已自动生成"/>
          <p:cNvPicPr>
            <a:picLocks noChangeAspect="1"/>
          </p:cNvPicPr>
          <p:nvPr/>
        </p:nvPicPr>
        <p:blipFill>
          <a:blip r:embed="rId1"/>
          <a:stretch>
            <a:fillRect/>
          </a:stretch>
        </p:blipFill>
        <p:spPr>
          <a:xfrm>
            <a:off x="5745163" y="1357313"/>
            <a:ext cx="2659062" cy="2462212"/>
          </a:xfrm>
          <a:prstGeom prst="rect">
            <a:avLst/>
          </a:prstGeom>
          <a:noFill/>
          <a:ln w="9525">
            <a:noFill/>
          </a:ln>
        </p:spPr>
      </p:pic>
      <p:sp>
        <p:nvSpPr>
          <p:cNvPr id="13" name="文本框 12"/>
          <p:cNvSpPr txBox="1"/>
          <p:nvPr/>
        </p:nvSpPr>
        <p:spPr>
          <a:xfrm>
            <a:off x="579438" y="4186238"/>
            <a:ext cx="7286625" cy="368300"/>
          </a:xfrm>
          <a:prstGeom prst="rect">
            <a:avLst/>
          </a:prstGeom>
          <a:noFill/>
        </p:spPr>
        <p:txBody>
          <a:bodyPr>
            <a:spAutoFit/>
          </a:bodyPr>
          <a:lstStyle/>
          <a:p>
            <a:pPr marR="0" defTabSz="914400">
              <a:buClrTx/>
              <a:buSzTx/>
              <a:buFontTx/>
              <a:buNone/>
              <a:defRPr/>
            </a:pPr>
            <a:r>
              <a:rPr kumimoji="0" lang="en-US" altLang="zh-CN" kern="1200" cap="none" spc="0" normalizeH="0" baseline="0" noProof="0" dirty="0">
                <a:latin typeface="+mn-lt"/>
                <a:ea typeface="MS PGothic" panose="020B0600070205080204" pitchFamily="34" charset="-128"/>
                <a:cs typeface="+mn-cs"/>
              </a:rPr>
              <a:t>For P</a:t>
            </a:r>
            <a:r>
              <a:rPr kumimoji="0" lang="en-US" altLang="zh-CN" kern="1200" cap="none" spc="0" normalizeH="0" baseline="-25000" noProof="0" dirty="0">
                <a:latin typeface="+mn-lt"/>
                <a:ea typeface="MS PGothic" panose="020B0600070205080204" pitchFamily="34" charset="-128"/>
                <a:cs typeface="+mn-cs"/>
              </a:rPr>
              <a:t>3</a:t>
            </a:r>
            <a:r>
              <a:rPr kumimoji="0" lang="en-US" altLang="zh-CN" kern="1200" cap="none" spc="0" normalizeH="0" baseline="0" noProof="0" dirty="0">
                <a:latin typeface="+mn-lt"/>
                <a:ea typeface="MS PGothic" panose="020B0600070205080204" pitchFamily="34" charset="-128"/>
                <a:cs typeface="+mn-cs"/>
              </a:rPr>
              <a:t>:</a:t>
            </a:r>
            <a:endParaRPr kumimoji="0" lang="zh-CN" altLang="en-US" kern="1200" cap="none" spc="0" normalizeH="0" baseline="0" noProof="0" dirty="0">
              <a:latin typeface="+mn-lt"/>
              <a:ea typeface="MS PGothic" panose="020B0600070205080204" pitchFamily="34" charset="-128"/>
              <a:cs typeface="+mn-cs"/>
            </a:endParaRPr>
          </a:p>
        </p:txBody>
      </p:sp>
      <p:sp>
        <p:nvSpPr>
          <p:cNvPr id="74757" name="矩形 9"/>
          <p:cNvSpPr/>
          <p:nvPr/>
        </p:nvSpPr>
        <p:spPr>
          <a:xfrm>
            <a:off x="6832600" y="3048000"/>
            <a:ext cx="1471613" cy="307975"/>
          </a:xfrm>
          <a:prstGeom prst="rect">
            <a:avLst/>
          </a:prstGeom>
          <a:noFill/>
          <a:ln w="19050" cap="flat" cmpd="sng">
            <a:solidFill>
              <a:srgbClr val="FF0000"/>
            </a:solidFill>
            <a:prstDash val="solid"/>
            <a:round/>
            <a:headEnd type="none" w="med" len="med"/>
            <a:tailEnd type="none" w="med" len="med"/>
          </a:ln>
        </p:spPr>
        <p:txBody>
          <a:bodyPr wrap="none"/>
          <a:lstStyle>
            <a:lvl1pPr marL="342900" indent="-342900" algn="l" rtl="0" eaLnBrk="0" fontAlgn="base" hangingPunct="0">
              <a:spcBef>
                <a:spcPct val="35000"/>
              </a:spcBef>
              <a:spcAft>
                <a:spcPct val="0"/>
              </a:spcAft>
              <a:buClr>
                <a:srgbClr val="993300"/>
              </a:buClr>
              <a:buSzPct val="90000"/>
              <a:buFont typeface="Monotype Sorts" pitchFamily="-84" charset="2"/>
              <a:buChar char="n"/>
              <a:defRPr kumimoji="1">
                <a:solidFill>
                  <a:schemeClr val="tx1"/>
                </a:solidFill>
                <a:latin typeface="+mn-lt"/>
                <a:ea typeface="MS PGothic" panose="020B0600070205080204" pitchFamily="34" charset="-128"/>
                <a:cs typeface="MS PGothic" panose="020B0600070205080204" pitchFamily="34" charset="-128"/>
              </a:defRPr>
            </a:lvl1pPr>
            <a:lvl2pPr marL="742950" indent="-285750" algn="l" rtl="0" eaLnBrk="0" fontAlgn="base" hangingPunct="0">
              <a:spcBef>
                <a:spcPct val="35000"/>
              </a:spcBef>
              <a:spcAft>
                <a:spcPct val="0"/>
              </a:spcAft>
              <a:buClr>
                <a:srgbClr val="CC6600"/>
              </a:buClr>
              <a:buSzPct val="80000"/>
              <a:buFont typeface="Monotype Sorts" pitchFamily="-84" charset="2"/>
              <a:buChar char="l"/>
              <a:defRPr kumimoji="1">
                <a:solidFill>
                  <a:schemeClr val="tx1"/>
                </a:solidFill>
                <a:latin typeface="+mn-lt"/>
                <a:ea typeface="MS PGothic" panose="020B0600070205080204" pitchFamily="34" charset="-128"/>
              </a:defRPr>
            </a:lvl2pPr>
            <a:lvl3pPr marL="1085850"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a:solidFill>
                  <a:schemeClr val="tx1"/>
                </a:solidFill>
                <a:latin typeface="+mn-lt"/>
                <a:ea typeface="MS PGothic" panose="020B0600070205080204" pitchFamily="34" charset="-128"/>
              </a:defRPr>
            </a:lvl3pPr>
            <a:lvl4pPr marL="1428750" indent="-228600" algn="l" rtl="0" eaLnBrk="0" fontAlgn="base" hangingPunct="0">
              <a:spcBef>
                <a:spcPct val="35000"/>
              </a:spcBef>
              <a:spcAft>
                <a:spcPct val="0"/>
              </a:spcAft>
              <a:buClr>
                <a:schemeClr val="hlink"/>
              </a:buClr>
              <a:buSzPct val="75000"/>
              <a:buChar char="–"/>
              <a:defRPr kumimoji="1">
                <a:solidFill>
                  <a:schemeClr val="tx1"/>
                </a:solidFill>
                <a:latin typeface="+mn-lt"/>
                <a:ea typeface="MS PGothic" panose="020B0600070205080204" pitchFamily="34" charset="-128"/>
              </a:defRPr>
            </a:lvl4pPr>
            <a:lvl5pPr marL="17716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anose="020B0600070205080204" pitchFamily="34" charset="-128"/>
              </a:defRPr>
            </a:lvl5pPr>
          </a:lstStyle>
          <a:p>
            <a:pPr marL="0" lvl="0" indent="0">
              <a:spcBef>
                <a:spcPct val="0"/>
              </a:spcBef>
              <a:buClrTx/>
              <a:buSzTx/>
              <a:buFontTx/>
              <a:buNone/>
            </a:pPr>
            <a:endParaRPr lang="zh-CN" altLang="en-US" dirty="0">
              <a:latin typeface="Verdana" panose="020B0604030504040204" pitchFamily="34" charset="0"/>
            </a:endParaRPr>
          </a:p>
        </p:txBody>
      </p:sp>
      <p:sp>
        <p:nvSpPr>
          <p:cNvPr id="17" name="文本框 16"/>
          <p:cNvSpPr txBox="1"/>
          <p:nvPr/>
        </p:nvSpPr>
        <p:spPr>
          <a:xfrm>
            <a:off x="1646238" y="4186238"/>
            <a:ext cx="2144713" cy="368300"/>
          </a:xfrm>
          <a:prstGeom prst="rect">
            <a:avLst/>
          </a:prstGeom>
          <a:noFill/>
        </p:spPr>
        <p:txBody>
          <a:bodyPr>
            <a:spAutoFit/>
          </a:bodyPr>
          <a:lstStyle/>
          <a:p>
            <a:pPr marR="0" defTabSz="914400">
              <a:buClrTx/>
              <a:buSzTx/>
              <a:buFontTx/>
              <a:buNone/>
              <a:defRPr/>
            </a:pPr>
            <a:r>
              <a:rPr kumimoji="0" lang="en-US" altLang="zh-CN" kern="1200" cap="none" spc="0" normalizeH="0" baseline="0" noProof="0" dirty="0">
                <a:latin typeface="+mn-lt"/>
                <a:ea typeface="MS PGothic" panose="020B0600070205080204" pitchFamily="34" charset="-128"/>
                <a:cs typeface="+mn-cs"/>
              </a:rPr>
              <a:t>need = 0  1  1 </a:t>
            </a:r>
            <a:endParaRPr kumimoji="0" lang="zh-CN" altLang="en-US" kern="1200" cap="none" spc="0" normalizeH="0" baseline="0" noProof="0" dirty="0">
              <a:latin typeface="+mn-lt"/>
              <a:ea typeface="MS PGothic" panose="020B0600070205080204" pitchFamily="34" charset="-128"/>
              <a:cs typeface="+mn-cs"/>
            </a:endParaRPr>
          </a:p>
        </p:txBody>
      </p:sp>
      <p:sp>
        <p:nvSpPr>
          <p:cNvPr id="20" name="文本框 19"/>
          <p:cNvSpPr txBox="1"/>
          <p:nvPr/>
        </p:nvSpPr>
        <p:spPr>
          <a:xfrm>
            <a:off x="1646238" y="4560888"/>
            <a:ext cx="2144713" cy="369888"/>
          </a:xfrm>
          <a:prstGeom prst="rect">
            <a:avLst/>
          </a:prstGeom>
          <a:noFill/>
        </p:spPr>
        <p:txBody>
          <a:bodyPr>
            <a:spAutoFit/>
          </a:bodyPr>
          <a:lstStyle/>
          <a:p>
            <a:pPr marR="0" defTabSz="914400">
              <a:buClrTx/>
              <a:buSzTx/>
              <a:buFontTx/>
              <a:buNone/>
              <a:defRPr/>
            </a:pPr>
            <a:r>
              <a:rPr kumimoji="0" lang="en-US" altLang="zh-CN" kern="1200" cap="none" spc="0" normalizeH="0" baseline="0" noProof="0" dirty="0">
                <a:latin typeface="+mn-lt"/>
                <a:ea typeface="MS PGothic" panose="020B0600070205080204" pitchFamily="34" charset="-128"/>
                <a:cs typeface="+mn-cs"/>
              </a:rPr>
              <a:t>available = 5  3  2</a:t>
            </a:r>
            <a:endParaRPr kumimoji="0" lang="zh-CN" altLang="en-US" kern="1200" cap="none" spc="0" normalizeH="0" baseline="0" noProof="0" dirty="0">
              <a:latin typeface="+mn-lt"/>
              <a:ea typeface="MS PGothic" panose="020B0600070205080204" pitchFamily="34" charset="-128"/>
              <a:cs typeface="+mn-cs"/>
            </a:endParaRPr>
          </a:p>
        </p:txBody>
      </p:sp>
      <p:sp>
        <p:nvSpPr>
          <p:cNvPr id="22" name="文本框 21"/>
          <p:cNvSpPr txBox="1"/>
          <p:nvPr/>
        </p:nvSpPr>
        <p:spPr>
          <a:xfrm>
            <a:off x="1646238" y="5006975"/>
            <a:ext cx="2144713" cy="369888"/>
          </a:xfrm>
          <a:prstGeom prst="rect">
            <a:avLst/>
          </a:prstGeom>
          <a:noFill/>
        </p:spPr>
        <p:txBody>
          <a:bodyPr>
            <a:spAutoFit/>
          </a:bodyPr>
          <a:lstStyle/>
          <a:p>
            <a:pPr marR="0" defTabSz="914400">
              <a:buClrTx/>
              <a:buSzTx/>
              <a:buFontTx/>
              <a:buNone/>
              <a:defRPr/>
            </a:pPr>
            <a:r>
              <a:rPr kumimoji="0" lang="en-US" altLang="zh-CN" kern="1200" cap="none" spc="0" normalizeH="0" baseline="0" noProof="0" dirty="0">
                <a:latin typeface="+mn-lt"/>
                <a:ea typeface="MS PGothic" panose="020B0600070205080204" pitchFamily="34" charset="-128"/>
                <a:cs typeface="+mn-cs"/>
              </a:rPr>
              <a:t>need &lt; available</a:t>
            </a:r>
            <a:endParaRPr kumimoji="0" lang="zh-CN" altLang="en-US" kern="1200" cap="none" spc="0" normalizeH="0" baseline="0" noProof="0" dirty="0">
              <a:latin typeface="+mn-lt"/>
              <a:ea typeface="MS PGothic" panose="020B0600070205080204" pitchFamily="34" charset="-128"/>
              <a:cs typeface="+mn-cs"/>
            </a:endParaRPr>
          </a:p>
        </p:txBody>
      </p:sp>
      <p:sp>
        <p:nvSpPr>
          <p:cNvPr id="74761" name="文本框 22"/>
          <p:cNvSpPr txBox="1"/>
          <p:nvPr/>
        </p:nvSpPr>
        <p:spPr>
          <a:xfrm>
            <a:off x="1646238" y="5513388"/>
            <a:ext cx="2516187" cy="646112"/>
          </a:xfrm>
          <a:prstGeom prst="rect">
            <a:avLst/>
          </a:prstGeom>
          <a:noFill/>
          <a:ln w="9525">
            <a:noFill/>
          </a:ln>
        </p:spPr>
        <p:txBody>
          <a:bodyPr>
            <a:spAutoFit/>
          </a:bodyPr>
          <a:lstStyle>
            <a:lvl1pPr marL="342900" indent="-342900" algn="l" rtl="0" eaLnBrk="0" fontAlgn="base" hangingPunct="0">
              <a:spcBef>
                <a:spcPct val="35000"/>
              </a:spcBef>
              <a:spcAft>
                <a:spcPct val="0"/>
              </a:spcAft>
              <a:buClr>
                <a:srgbClr val="993300"/>
              </a:buClr>
              <a:buSzPct val="90000"/>
              <a:buFont typeface="Monotype Sorts" pitchFamily="-84" charset="2"/>
              <a:buChar char="n"/>
              <a:defRPr kumimoji="1">
                <a:solidFill>
                  <a:schemeClr val="tx1"/>
                </a:solidFill>
                <a:latin typeface="+mn-lt"/>
                <a:ea typeface="MS PGothic" panose="020B0600070205080204" pitchFamily="34" charset="-128"/>
                <a:cs typeface="MS PGothic" panose="020B0600070205080204" pitchFamily="34" charset="-128"/>
              </a:defRPr>
            </a:lvl1pPr>
            <a:lvl2pPr marL="742950" indent="-285750" algn="l" rtl="0" eaLnBrk="0" fontAlgn="base" hangingPunct="0">
              <a:spcBef>
                <a:spcPct val="35000"/>
              </a:spcBef>
              <a:spcAft>
                <a:spcPct val="0"/>
              </a:spcAft>
              <a:buClr>
                <a:srgbClr val="CC6600"/>
              </a:buClr>
              <a:buSzPct val="80000"/>
              <a:buFont typeface="Monotype Sorts" pitchFamily="-84" charset="2"/>
              <a:buChar char="l"/>
              <a:defRPr kumimoji="1">
                <a:solidFill>
                  <a:schemeClr val="tx1"/>
                </a:solidFill>
                <a:latin typeface="+mn-lt"/>
                <a:ea typeface="MS PGothic" panose="020B0600070205080204" pitchFamily="34" charset="-128"/>
              </a:defRPr>
            </a:lvl2pPr>
            <a:lvl3pPr marL="1085850"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a:solidFill>
                  <a:schemeClr val="tx1"/>
                </a:solidFill>
                <a:latin typeface="+mn-lt"/>
                <a:ea typeface="MS PGothic" panose="020B0600070205080204" pitchFamily="34" charset="-128"/>
              </a:defRPr>
            </a:lvl3pPr>
            <a:lvl4pPr marL="1428750" indent="-228600" algn="l" rtl="0" eaLnBrk="0" fontAlgn="base" hangingPunct="0">
              <a:spcBef>
                <a:spcPct val="35000"/>
              </a:spcBef>
              <a:spcAft>
                <a:spcPct val="0"/>
              </a:spcAft>
              <a:buClr>
                <a:schemeClr val="hlink"/>
              </a:buClr>
              <a:buSzPct val="75000"/>
              <a:buChar char="–"/>
              <a:defRPr kumimoji="1">
                <a:solidFill>
                  <a:schemeClr val="tx1"/>
                </a:solidFill>
                <a:latin typeface="+mn-lt"/>
                <a:ea typeface="MS PGothic" panose="020B0600070205080204" pitchFamily="34" charset="-128"/>
              </a:defRPr>
            </a:lvl4pPr>
            <a:lvl5pPr marL="17716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anose="020B0600070205080204" pitchFamily="34" charset="-128"/>
              </a:defRPr>
            </a:lvl5pPr>
          </a:lstStyle>
          <a:p>
            <a:pPr marL="0" lvl="0" indent="0">
              <a:spcBef>
                <a:spcPct val="0"/>
              </a:spcBef>
              <a:buClrTx/>
              <a:buSzTx/>
              <a:buFontTx/>
              <a:buNone/>
            </a:pPr>
            <a:r>
              <a:rPr lang="en-US" altLang="zh-CN" dirty="0">
                <a:solidFill>
                  <a:srgbClr val="FF0000"/>
                </a:solidFill>
              </a:rPr>
              <a:t>P</a:t>
            </a:r>
            <a:r>
              <a:rPr lang="en-US" altLang="zh-CN" baseline="-25000" dirty="0">
                <a:solidFill>
                  <a:srgbClr val="FF0000"/>
                </a:solidFill>
              </a:rPr>
              <a:t>3</a:t>
            </a:r>
            <a:r>
              <a:rPr lang="en-US" altLang="zh-CN" dirty="0">
                <a:solidFill>
                  <a:srgbClr val="FF0000"/>
                </a:solidFill>
              </a:rPr>
              <a:t> can be allocated to resources</a:t>
            </a:r>
            <a:endParaRPr lang="zh-CN" altLang="en-US" dirty="0">
              <a:solidFill>
                <a:srgbClr val="FF0000"/>
              </a:solidFill>
            </a:endParaRPr>
          </a:p>
        </p:txBody>
      </p:sp>
      <p:pic>
        <p:nvPicPr>
          <p:cNvPr id="74762" name="图片 3"/>
          <p:cNvPicPr>
            <a:picLocks noChangeAspect="1"/>
          </p:cNvPicPr>
          <p:nvPr/>
        </p:nvPicPr>
        <p:blipFill>
          <a:blip r:embed="rId2"/>
          <a:stretch>
            <a:fillRect/>
          </a:stretch>
        </p:blipFill>
        <p:spPr>
          <a:xfrm>
            <a:off x="358775" y="1308100"/>
            <a:ext cx="5226050" cy="2432050"/>
          </a:xfrm>
          <a:prstGeom prst="rect">
            <a:avLst/>
          </a:prstGeom>
          <a:noFill/>
          <a:ln w="9525">
            <a:noFill/>
          </a:ln>
        </p:spPr>
      </p:pic>
      <p:sp>
        <p:nvSpPr>
          <p:cNvPr id="74763" name="矩形 18"/>
          <p:cNvSpPr/>
          <p:nvPr/>
        </p:nvSpPr>
        <p:spPr>
          <a:xfrm>
            <a:off x="4222750" y="2171700"/>
            <a:ext cx="1219200" cy="307975"/>
          </a:xfrm>
          <a:prstGeom prst="rect">
            <a:avLst/>
          </a:prstGeom>
          <a:noFill/>
          <a:ln w="19050" cap="flat" cmpd="sng">
            <a:solidFill>
              <a:srgbClr val="FF0000"/>
            </a:solidFill>
            <a:prstDash val="solid"/>
            <a:round/>
            <a:headEnd type="none" w="med" len="med"/>
            <a:tailEnd type="none" w="med" len="med"/>
          </a:ln>
        </p:spPr>
        <p:txBody>
          <a:bodyPr wrap="none"/>
          <a:lstStyle>
            <a:lvl1pPr marL="342900" indent="-342900" algn="l" rtl="0" eaLnBrk="0" fontAlgn="base" hangingPunct="0">
              <a:spcBef>
                <a:spcPct val="35000"/>
              </a:spcBef>
              <a:spcAft>
                <a:spcPct val="0"/>
              </a:spcAft>
              <a:buClr>
                <a:srgbClr val="993300"/>
              </a:buClr>
              <a:buSzPct val="90000"/>
              <a:buFont typeface="Monotype Sorts" pitchFamily="-84" charset="2"/>
              <a:buChar char="n"/>
              <a:defRPr kumimoji="1">
                <a:solidFill>
                  <a:schemeClr val="tx1"/>
                </a:solidFill>
                <a:latin typeface="+mn-lt"/>
                <a:ea typeface="MS PGothic" panose="020B0600070205080204" pitchFamily="34" charset="-128"/>
                <a:cs typeface="MS PGothic" panose="020B0600070205080204" pitchFamily="34" charset="-128"/>
              </a:defRPr>
            </a:lvl1pPr>
            <a:lvl2pPr marL="742950" indent="-285750" algn="l" rtl="0" eaLnBrk="0" fontAlgn="base" hangingPunct="0">
              <a:spcBef>
                <a:spcPct val="35000"/>
              </a:spcBef>
              <a:spcAft>
                <a:spcPct val="0"/>
              </a:spcAft>
              <a:buClr>
                <a:srgbClr val="CC6600"/>
              </a:buClr>
              <a:buSzPct val="80000"/>
              <a:buFont typeface="Monotype Sorts" pitchFamily="-84" charset="2"/>
              <a:buChar char="l"/>
              <a:defRPr kumimoji="1">
                <a:solidFill>
                  <a:schemeClr val="tx1"/>
                </a:solidFill>
                <a:latin typeface="+mn-lt"/>
                <a:ea typeface="MS PGothic" panose="020B0600070205080204" pitchFamily="34" charset="-128"/>
              </a:defRPr>
            </a:lvl2pPr>
            <a:lvl3pPr marL="1085850"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a:solidFill>
                  <a:schemeClr val="tx1"/>
                </a:solidFill>
                <a:latin typeface="+mn-lt"/>
                <a:ea typeface="MS PGothic" panose="020B0600070205080204" pitchFamily="34" charset="-128"/>
              </a:defRPr>
            </a:lvl3pPr>
            <a:lvl4pPr marL="1428750" indent="-228600" algn="l" rtl="0" eaLnBrk="0" fontAlgn="base" hangingPunct="0">
              <a:spcBef>
                <a:spcPct val="35000"/>
              </a:spcBef>
              <a:spcAft>
                <a:spcPct val="0"/>
              </a:spcAft>
              <a:buClr>
                <a:schemeClr val="hlink"/>
              </a:buClr>
              <a:buSzPct val="75000"/>
              <a:buChar char="–"/>
              <a:defRPr kumimoji="1">
                <a:solidFill>
                  <a:schemeClr val="tx1"/>
                </a:solidFill>
                <a:latin typeface="+mn-lt"/>
                <a:ea typeface="MS PGothic" panose="020B0600070205080204" pitchFamily="34" charset="-128"/>
              </a:defRPr>
            </a:lvl4pPr>
            <a:lvl5pPr marL="17716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anose="020B0600070205080204" pitchFamily="34" charset="-128"/>
              </a:defRPr>
            </a:lvl5pPr>
          </a:lstStyle>
          <a:p>
            <a:pPr marL="0" lvl="0" indent="0">
              <a:spcBef>
                <a:spcPct val="0"/>
              </a:spcBef>
              <a:buClrTx/>
              <a:buSzTx/>
              <a:buFontTx/>
              <a:buNone/>
            </a:pPr>
            <a:endParaRPr lang="zh-CN" altLang="en-US" dirty="0">
              <a:latin typeface="Verdana" panose="020B0604030504040204" pitchFamily="34" charset="0"/>
            </a:endParaRPr>
          </a:p>
        </p:txBody>
      </p:sp>
      <p:cxnSp>
        <p:nvCxnSpPr>
          <p:cNvPr id="74764" name="直接连接符 6"/>
          <p:cNvCxnSpPr/>
          <p:nvPr/>
        </p:nvCxnSpPr>
        <p:spPr>
          <a:xfrm>
            <a:off x="579438" y="2654300"/>
            <a:ext cx="3494087" cy="0"/>
          </a:xfrm>
          <a:prstGeom prst="line">
            <a:avLst/>
          </a:prstGeom>
          <a:ln w="19050" cap="flat" cmpd="sng">
            <a:solidFill>
              <a:srgbClr val="0066FF"/>
            </a:solidFill>
            <a:prstDash val="solid"/>
            <a:headEnd type="none" w="med" len="med"/>
            <a:tailEnd type="none" w="med" len="med"/>
          </a:ln>
        </p:spPr>
      </p:cxnSp>
      <p:sp>
        <p:nvSpPr>
          <p:cNvPr id="14" name="文本框 13"/>
          <p:cNvSpPr txBox="1"/>
          <p:nvPr/>
        </p:nvSpPr>
        <p:spPr>
          <a:xfrm>
            <a:off x="5087938" y="4186238"/>
            <a:ext cx="3598863" cy="646113"/>
          </a:xfrm>
          <a:prstGeom prst="rect">
            <a:avLst/>
          </a:prstGeom>
          <a:noFill/>
        </p:spPr>
        <p:txBody>
          <a:bodyPr>
            <a:spAutoFit/>
          </a:bodyPr>
          <a:lstStyle/>
          <a:p>
            <a:pPr marR="0" defTabSz="914400">
              <a:buClrTx/>
              <a:buSzTx/>
              <a:buFontTx/>
              <a:buNone/>
              <a:defRPr/>
            </a:pPr>
            <a:r>
              <a:rPr kumimoji="0" lang="en-US" altLang="zh-CN" kern="1200" cap="none" spc="0" normalizeH="0" baseline="0" noProof="0" dirty="0">
                <a:latin typeface="+mn-lt"/>
                <a:ea typeface="MS PGothic" panose="020B0600070205080204" pitchFamily="34" charset="-128"/>
                <a:cs typeface="+mn-cs"/>
              </a:rPr>
              <a:t>After P3 is finished, all allocated resources must be released</a:t>
            </a:r>
            <a:endParaRPr kumimoji="0" lang="zh-CN" altLang="en-US" kern="1200" cap="none" spc="0" normalizeH="0" baseline="0" noProof="0" dirty="0">
              <a:latin typeface="+mn-lt"/>
              <a:ea typeface="MS PGothic" panose="020B0600070205080204" pitchFamily="34" charset="-128"/>
              <a:cs typeface="+mn-cs"/>
            </a:endParaRPr>
          </a:p>
        </p:txBody>
      </p:sp>
      <p:sp>
        <p:nvSpPr>
          <p:cNvPr id="15" name="文本框 14"/>
          <p:cNvSpPr txBox="1"/>
          <p:nvPr/>
        </p:nvSpPr>
        <p:spPr>
          <a:xfrm>
            <a:off x="5087938" y="4973638"/>
            <a:ext cx="4003675" cy="369888"/>
          </a:xfrm>
          <a:prstGeom prst="rect">
            <a:avLst/>
          </a:prstGeom>
          <a:noFill/>
        </p:spPr>
        <p:txBody>
          <a:bodyPr>
            <a:spAutoFit/>
          </a:bodyPr>
          <a:lstStyle/>
          <a:p>
            <a:pPr marR="0" defTabSz="914400">
              <a:buClrTx/>
              <a:buSzTx/>
              <a:buFontTx/>
              <a:buNone/>
              <a:defRPr/>
            </a:pPr>
            <a:r>
              <a:rPr kumimoji="0" lang="en-US" altLang="zh-CN" b="1" kern="1200" cap="none" spc="0" normalizeH="0" baseline="0" noProof="0" dirty="0">
                <a:solidFill>
                  <a:srgbClr val="FF0000"/>
                </a:solidFill>
                <a:latin typeface="+mn-lt"/>
                <a:ea typeface="MS PGothic" panose="020B0600070205080204" pitchFamily="34" charset="-128"/>
                <a:cs typeface="+mn-cs"/>
              </a:rPr>
              <a:t>available = 5  3  2  +  2  1  1 = 7  4  3</a:t>
            </a:r>
            <a:endParaRPr kumimoji="0" lang="zh-CN" altLang="en-US" b="1" kern="1200" cap="none" spc="0" normalizeH="0" baseline="0" noProof="0" dirty="0">
              <a:solidFill>
                <a:srgbClr val="FF0000"/>
              </a:solidFill>
              <a:latin typeface="+mn-lt"/>
              <a:ea typeface="MS PGothic" panose="020B0600070205080204" pitchFamily="34" charset="-128"/>
              <a:cs typeface="+mn-cs"/>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76802" name="图片 2" descr="表格&#10;&#10;描述已自动生成"/>
          <p:cNvPicPr>
            <a:picLocks noChangeAspect="1"/>
          </p:cNvPicPr>
          <p:nvPr/>
        </p:nvPicPr>
        <p:blipFill>
          <a:blip r:embed="rId1"/>
          <a:stretch>
            <a:fillRect/>
          </a:stretch>
        </p:blipFill>
        <p:spPr>
          <a:xfrm>
            <a:off x="419100" y="1323975"/>
            <a:ext cx="5173663" cy="2408238"/>
          </a:xfrm>
          <a:prstGeom prst="rect">
            <a:avLst/>
          </a:prstGeom>
          <a:noFill/>
          <a:ln w="9525">
            <a:noFill/>
          </a:ln>
        </p:spPr>
      </p:pic>
      <p:sp>
        <p:nvSpPr>
          <p:cNvPr id="76803" name="Rectangle 2"/>
          <p:cNvSpPr>
            <a:spLocks noGrp="1"/>
          </p:cNvSpPr>
          <p:nvPr>
            <p:ph type="title" idx="4294967295"/>
          </p:nvPr>
        </p:nvSpPr>
        <p:spPr>
          <a:xfrm>
            <a:off x="923925" y="198438"/>
            <a:ext cx="7762875" cy="576262"/>
          </a:xfrm>
        </p:spPr>
        <p:txBody>
          <a:bodyPr vert="horz" wrap="square" lIns="91440" tIns="45720" rIns="91440" bIns="45720" anchor="b" anchorCtr="0"/>
          <a:p>
            <a:pPr eaLnBrk="1" hangingPunct="1"/>
            <a:r>
              <a:rPr lang="en-US" altLang="en-US" dirty="0"/>
              <a:t>Banker’s Algorithm</a:t>
            </a:r>
            <a:endParaRPr lang="en-US" altLang="en-US" dirty="0"/>
          </a:p>
        </p:txBody>
      </p:sp>
      <p:pic>
        <p:nvPicPr>
          <p:cNvPr id="76804" name="图片 11" descr="表格&#10;&#10;描述已自动生成"/>
          <p:cNvPicPr>
            <a:picLocks noChangeAspect="1"/>
          </p:cNvPicPr>
          <p:nvPr/>
        </p:nvPicPr>
        <p:blipFill>
          <a:blip r:embed="rId2"/>
          <a:stretch>
            <a:fillRect/>
          </a:stretch>
        </p:blipFill>
        <p:spPr>
          <a:xfrm>
            <a:off x="5745163" y="1357313"/>
            <a:ext cx="2659062" cy="2462212"/>
          </a:xfrm>
          <a:prstGeom prst="rect">
            <a:avLst/>
          </a:prstGeom>
          <a:noFill/>
          <a:ln w="9525">
            <a:noFill/>
          </a:ln>
        </p:spPr>
      </p:pic>
      <p:sp>
        <p:nvSpPr>
          <p:cNvPr id="13" name="文本框 12"/>
          <p:cNvSpPr txBox="1"/>
          <p:nvPr/>
        </p:nvSpPr>
        <p:spPr>
          <a:xfrm>
            <a:off x="579438" y="4186238"/>
            <a:ext cx="7286625" cy="368300"/>
          </a:xfrm>
          <a:prstGeom prst="rect">
            <a:avLst/>
          </a:prstGeom>
          <a:noFill/>
        </p:spPr>
        <p:txBody>
          <a:bodyPr>
            <a:spAutoFit/>
          </a:bodyPr>
          <a:lstStyle/>
          <a:p>
            <a:pPr marR="0" defTabSz="914400">
              <a:buClrTx/>
              <a:buSzTx/>
              <a:buFontTx/>
              <a:buNone/>
              <a:defRPr/>
            </a:pPr>
            <a:r>
              <a:rPr kumimoji="0" lang="en-US" altLang="zh-CN" kern="1200" cap="none" spc="0" normalizeH="0" baseline="0" noProof="0" dirty="0">
                <a:latin typeface="+mn-lt"/>
                <a:ea typeface="MS PGothic" panose="020B0600070205080204" pitchFamily="34" charset="-128"/>
                <a:cs typeface="+mn-cs"/>
              </a:rPr>
              <a:t>For P</a:t>
            </a:r>
            <a:r>
              <a:rPr kumimoji="0" lang="en-US" altLang="zh-CN" kern="1200" cap="none" spc="0" normalizeH="0" baseline="-25000" noProof="0" dirty="0">
                <a:latin typeface="+mn-lt"/>
                <a:ea typeface="MS PGothic" panose="020B0600070205080204" pitchFamily="34" charset="-128"/>
                <a:cs typeface="+mn-cs"/>
              </a:rPr>
              <a:t>4</a:t>
            </a:r>
            <a:r>
              <a:rPr kumimoji="0" lang="en-US" altLang="zh-CN" kern="1200" cap="none" spc="0" normalizeH="0" baseline="0" noProof="0" dirty="0">
                <a:latin typeface="+mn-lt"/>
                <a:ea typeface="MS PGothic" panose="020B0600070205080204" pitchFamily="34" charset="-128"/>
                <a:cs typeface="+mn-cs"/>
              </a:rPr>
              <a:t>:</a:t>
            </a:r>
            <a:endParaRPr kumimoji="0" lang="zh-CN" altLang="en-US" kern="1200" cap="none" spc="0" normalizeH="0" baseline="0" noProof="0" dirty="0">
              <a:latin typeface="+mn-lt"/>
              <a:ea typeface="MS PGothic" panose="020B0600070205080204" pitchFamily="34" charset="-128"/>
              <a:cs typeface="+mn-cs"/>
            </a:endParaRPr>
          </a:p>
        </p:txBody>
      </p:sp>
      <p:sp>
        <p:nvSpPr>
          <p:cNvPr id="76806" name="矩形 9"/>
          <p:cNvSpPr/>
          <p:nvPr/>
        </p:nvSpPr>
        <p:spPr>
          <a:xfrm>
            <a:off x="6832600" y="3330575"/>
            <a:ext cx="1471613" cy="307975"/>
          </a:xfrm>
          <a:prstGeom prst="rect">
            <a:avLst/>
          </a:prstGeom>
          <a:noFill/>
          <a:ln w="19050" cap="flat" cmpd="sng">
            <a:solidFill>
              <a:srgbClr val="FF0000"/>
            </a:solidFill>
            <a:prstDash val="solid"/>
            <a:round/>
            <a:headEnd type="none" w="med" len="med"/>
            <a:tailEnd type="none" w="med" len="med"/>
          </a:ln>
        </p:spPr>
        <p:txBody>
          <a:bodyPr wrap="none"/>
          <a:lstStyle>
            <a:lvl1pPr marL="342900" indent="-342900" algn="l" rtl="0" eaLnBrk="0" fontAlgn="base" hangingPunct="0">
              <a:spcBef>
                <a:spcPct val="35000"/>
              </a:spcBef>
              <a:spcAft>
                <a:spcPct val="0"/>
              </a:spcAft>
              <a:buClr>
                <a:srgbClr val="993300"/>
              </a:buClr>
              <a:buSzPct val="90000"/>
              <a:buFont typeface="Monotype Sorts" pitchFamily="-84" charset="2"/>
              <a:buChar char="n"/>
              <a:defRPr kumimoji="1">
                <a:solidFill>
                  <a:schemeClr val="tx1"/>
                </a:solidFill>
                <a:latin typeface="+mn-lt"/>
                <a:ea typeface="MS PGothic" panose="020B0600070205080204" pitchFamily="34" charset="-128"/>
                <a:cs typeface="MS PGothic" panose="020B0600070205080204" pitchFamily="34" charset="-128"/>
              </a:defRPr>
            </a:lvl1pPr>
            <a:lvl2pPr marL="742950" indent="-285750" algn="l" rtl="0" eaLnBrk="0" fontAlgn="base" hangingPunct="0">
              <a:spcBef>
                <a:spcPct val="35000"/>
              </a:spcBef>
              <a:spcAft>
                <a:spcPct val="0"/>
              </a:spcAft>
              <a:buClr>
                <a:srgbClr val="CC6600"/>
              </a:buClr>
              <a:buSzPct val="80000"/>
              <a:buFont typeface="Monotype Sorts" pitchFamily="-84" charset="2"/>
              <a:buChar char="l"/>
              <a:defRPr kumimoji="1">
                <a:solidFill>
                  <a:schemeClr val="tx1"/>
                </a:solidFill>
                <a:latin typeface="+mn-lt"/>
                <a:ea typeface="MS PGothic" panose="020B0600070205080204" pitchFamily="34" charset="-128"/>
              </a:defRPr>
            </a:lvl2pPr>
            <a:lvl3pPr marL="1085850"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a:solidFill>
                  <a:schemeClr val="tx1"/>
                </a:solidFill>
                <a:latin typeface="+mn-lt"/>
                <a:ea typeface="MS PGothic" panose="020B0600070205080204" pitchFamily="34" charset="-128"/>
              </a:defRPr>
            </a:lvl3pPr>
            <a:lvl4pPr marL="1428750" indent="-228600" algn="l" rtl="0" eaLnBrk="0" fontAlgn="base" hangingPunct="0">
              <a:spcBef>
                <a:spcPct val="35000"/>
              </a:spcBef>
              <a:spcAft>
                <a:spcPct val="0"/>
              </a:spcAft>
              <a:buClr>
                <a:schemeClr val="hlink"/>
              </a:buClr>
              <a:buSzPct val="75000"/>
              <a:buChar char="–"/>
              <a:defRPr kumimoji="1">
                <a:solidFill>
                  <a:schemeClr val="tx1"/>
                </a:solidFill>
                <a:latin typeface="+mn-lt"/>
                <a:ea typeface="MS PGothic" panose="020B0600070205080204" pitchFamily="34" charset="-128"/>
              </a:defRPr>
            </a:lvl4pPr>
            <a:lvl5pPr marL="17716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anose="020B0600070205080204" pitchFamily="34" charset="-128"/>
              </a:defRPr>
            </a:lvl5pPr>
          </a:lstStyle>
          <a:p>
            <a:pPr marL="0" lvl="0" indent="0">
              <a:spcBef>
                <a:spcPct val="0"/>
              </a:spcBef>
              <a:buClrTx/>
              <a:buSzTx/>
              <a:buFontTx/>
              <a:buNone/>
            </a:pPr>
            <a:endParaRPr lang="zh-CN" altLang="en-US" dirty="0">
              <a:latin typeface="Verdana" panose="020B0604030504040204" pitchFamily="34" charset="0"/>
            </a:endParaRPr>
          </a:p>
        </p:txBody>
      </p:sp>
      <p:sp>
        <p:nvSpPr>
          <p:cNvPr id="17" name="文本框 16"/>
          <p:cNvSpPr txBox="1"/>
          <p:nvPr/>
        </p:nvSpPr>
        <p:spPr>
          <a:xfrm>
            <a:off x="1646238" y="4186238"/>
            <a:ext cx="2144713" cy="368300"/>
          </a:xfrm>
          <a:prstGeom prst="rect">
            <a:avLst/>
          </a:prstGeom>
          <a:noFill/>
        </p:spPr>
        <p:txBody>
          <a:bodyPr>
            <a:spAutoFit/>
          </a:bodyPr>
          <a:lstStyle/>
          <a:p>
            <a:pPr marR="0" defTabSz="914400">
              <a:buClrTx/>
              <a:buSzTx/>
              <a:buFontTx/>
              <a:buNone/>
              <a:defRPr/>
            </a:pPr>
            <a:r>
              <a:rPr kumimoji="0" lang="en-US" altLang="zh-CN" kern="1200" cap="none" spc="0" normalizeH="0" baseline="0" noProof="0" dirty="0">
                <a:latin typeface="+mn-lt"/>
                <a:ea typeface="MS PGothic" panose="020B0600070205080204" pitchFamily="34" charset="-128"/>
                <a:cs typeface="+mn-cs"/>
              </a:rPr>
              <a:t>need = 4  3  1 </a:t>
            </a:r>
            <a:endParaRPr kumimoji="0" lang="zh-CN" altLang="en-US" kern="1200" cap="none" spc="0" normalizeH="0" baseline="0" noProof="0" dirty="0">
              <a:latin typeface="+mn-lt"/>
              <a:ea typeface="MS PGothic" panose="020B0600070205080204" pitchFamily="34" charset="-128"/>
              <a:cs typeface="+mn-cs"/>
            </a:endParaRPr>
          </a:p>
        </p:txBody>
      </p:sp>
      <p:sp>
        <p:nvSpPr>
          <p:cNvPr id="20" name="文本框 19"/>
          <p:cNvSpPr txBox="1"/>
          <p:nvPr/>
        </p:nvSpPr>
        <p:spPr>
          <a:xfrm>
            <a:off x="1646238" y="4557713"/>
            <a:ext cx="2144713" cy="369888"/>
          </a:xfrm>
          <a:prstGeom prst="rect">
            <a:avLst/>
          </a:prstGeom>
          <a:noFill/>
        </p:spPr>
        <p:txBody>
          <a:bodyPr>
            <a:spAutoFit/>
          </a:bodyPr>
          <a:lstStyle/>
          <a:p>
            <a:pPr marR="0" defTabSz="914400">
              <a:buClrTx/>
              <a:buSzTx/>
              <a:buFontTx/>
              <a:buNone/>
              <a:defRPr/>
            </a:pPr>
            <a:r>
              <a:rPr kumimoji="0" lang="en-US" altLang="zh-CN" kern="1200" cap="none" spc="0" normalizeH="0" baseline="0" noProof="0" dirty="0">
                <a:latin typeface="+mn-lt"/>
                <a:ea typeface="MS PGothic" panose="020B0600070205080204" pitchFamily="34" charset="-128"/>
                <a:cs typeface="+mn-cs"/>
              </a:rPr>
              <a:t>available = 7  4  3</a:t>
            </a:r>
            <a:endParaRPr kumimoji="0" lang="zh-CN" altLang="en-US" kern="1200" cap="none" spc="0" normalizeH="0" baseline="0" noProof="0" dirty="0">
              <a:latin typeface="+mn-lt"/>
              <a:ea typeface="MS PGothic" panose="020B0600070205080204" pitchFamily="34" charset="-128"/>
              <a:cs typeface="+mn-cs"/>
            </a:endParaRPr>
          </a:p>
        </p:txBody>
      </p:sp>
      <p:sp>
        <p:nvSpPr>
          <p:cNvPr id="22" name="文本框 21"/>
          <p:cNvSpPr txBox="1"/>
          <p:nvPr/>
        </p:nvSpPr>
        <p:spPr>
          <a:xfrm>
            <a:off x="1646238" y="5006975"/>
            <a:ext cx="2144713" cy="369888"/>
          </a:xfrm>
          <a:prstGeom prst="rect">
            <a:avLst/>
          </a:prstGeom>
          <a:noFill/>
        </p:spPr>
        <p:txBody>
          <a:bodyPr>
            <a:spAutoFit/>
          </a:bodyPr>
          <a:lstStyle/>
          <a:p>
            <a:pPr marR="0" defTabSz="914400">
              <a:buClrTx/>
              <a:buSzTx/>
              <a:buFontTx/>
              <a:buNone/>
              <a:defRPr/>
            </a:pPr>
            <a:r>
              <a:rPr kumimoji="0" lang="en-US" altLang="zh-CN" kern="1200" cap="none" spc="0" normalizeH="0" baseline="0" noProof="0" dirty="0">
                <a:latin typeface="+mn-lt"/>
                <a:ea typeface="MS PGothic" panose="020B0600070205080204" pitchFamily="34" charset="-128"/>
                <a:cs typeface="+mn-cs"/>
              </a:rPr>
              <a:t>need &lt; available</a:t>
            </a:r>
            <a:endParaRPr kumimoji="0" lang="zh-CN" altLang="en-US" kern="1200" cap="none" spc="0" normalizeH="0" baseline="0" noProof="0" dirty="0">
              <a:latin typeface="+mn-lt"/>
              <a:ea typeface="MS PGothic" panose="020B0600070205080204" pitchFamily="34" charset="-128"/>
              <a:cs typeface="+mn-cs"/>
            </a:endParaRPr>
          </a:p>
        </p:txBody>
      </p:sp>
      <p:sp>
        <p:nvSpPr>
          <p:cNvPr id="76810" name="文本框 22"/>
          <p:cNvSpPr txBox="1"/>
          <p:nvPr/>
        </p:nvSpPr>
        <p:spPr>
          <a:xfrm>
            <a:off x="1646238" y="5513388"/>
            <a:ext cx="2516187" cy="646112"/>
          </a:xfrm>
          <a:prstGeom prst="rect">
            <a:avLst/>
          </a:prstGeom>
          <a:noFill/>
          <a:ln w="9525">
            <a:noFill/>
          </a:ln>
        </p:spPr>
        <p:txBody>
          <a:bodyPr>
            <a:spAutoFit/>
          </a:bodyPr>
          <a:lstStyle>
            <a:lvl1pPr marL="342900" indent="-342900" algn="l" rtl="0" eaLnBrk="0" fontAlgn="base" hangingPunct="0">
              <a:spcBef>
                <a:spcPct val="35000"/>
              </a:spcBef>
              <a:spcAft>
                <a:spcPct val="0"/>
              </a:spcAft>
              <a:buClr>
                <a:srgbClr val="993300"/>
              </a:buClr>
              <a:buSzPct val="90000"/>
              <a:buFont typeface="Monotype Sorts" pitchFamily="-84" charset="2"/>
              <a:buChar char="n"/>
              <a:defRPr kumimoji="1">
                <a:solidFill>
                  <a:schemeClr val="tx1"/>
                </a:solidFill>
                <a:latin typeface="+mn-lt"/>
                <a:ea typeface="MS PGothic" panose="020B0600070205080204" pitchFamily="34" charset="-128"/>
                <a:cs typeface="MS PGothic" panose="020B0600070205080204" pitchFamily="34" charset="-128"/>
              </a:defRPr>
            </a:lvl1pPr>
            <a:lvl2pPr marL="742950" indent="-285750" algn="l" rtl="0" eaLnBrk="0" fontAlgn="base" hangingPunct="0">
              <a:spcBef>
                <a:spcPct val="35000"/>
              </a:spcBef>
              <a:spcAft>
                <a:spcPct val="0"/>
              </a:spcAft>
              <a:buClr>
                <a:srgbClr val="CC6600"/>
              </a:buClr>
              <a:buSzPct val="80000"/>
              <a:buFont typeface="Monotype Sorts" pitchFamily="-84" charset="2"/>
              <a:buChar char="l"/>
              <a:defRPr kumimoji="1">
                <a:solidFill>
                  <a:schemeClr val="tx1"/>
                </a:solidFill>
                <a:latin typeface="+mn-lt"/>
                <a:ea typeface="MS PGothic" panose="020B0600070205080204" pitchFamily="34" charset="-128"/>
              </a:defRPr>
            </a:lvl2pPr>
            <a:lvl3pPr marL="1085850"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a:solidFill>
                  <a:schemeClr val="tx1"/>
                </a:solidFill>
                <a:latin typeface="+mn-lt"/>
                <a:ea typeface="MS PGothic" panose="020B0600070205080204" pitchFamily="34" charset="-128"/>
              </a:defRPr>
            </a:lvl3pPr>
            <a:lvl4pPr marL="1428750" indent="-228600" algn="l" rtl="0" eaLnBrk="0" fontAlgn="base" hangingPunct="0">
              <a:spcBef>
                <a:spcPct val="35000"/>
              </a:spcBef>
              <a:spcAft>
                <a:spcPct val="0"/>
              </a:spcAft>
              <a:buClr>
                <a:schemeClr val="hlink"/>
              </a:buClr>
              <a:buSzPct val="75000"/>
              <a:buChar char="–"/>
              <a:defRPr kumimoji="1">
                <a:solidFill>
                  <a:schemeClr val="tx1"/>
                </a:solidFill>
                <a:latin typeface="+mn-lt"/>
                <a:ea typeface="MS PGothic" panose="020B0600070205080204" pitchFamily="34" charset="-128"/>
              </a:defRPr>
            </a:lvl4pPr>
            <a:lvl5pPr marL="17716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anose="020B0600070205080204" pitchFamily="34" charset="-128"/>
              </a:defRPr>
            </a:lvl5pPr>
          </a:lstStyle>
          <a:p>
            <a:pPr marL="0" lvl="0" indent="0">
              <a:spcBef>
                <a:spcPct val="0"/>
              </a:spcBef>
              <a:buClrTx/>
              <a:buSzTx/>
              <a:buFontTx/>
              <a:buNone/>
            </a:pPr>
            <a:r>
              <a:rPr lang="en-US" altLang="zh-CN" dirty="0">
                <a:solidFill>
                  <a:srgbClr val="FF0000"/>
                </a:solidFill>
              </a:rPr>
              <a:t>P</a:t>
            </a:r>
            <a:r>
              <a:rPr lang="en-US" altLang="zh-CN" baseline="-25000" dirty="0">
                <a:solidFill>
                  <a:srgbClr val="FF0000"/>
                </a:solidFill>
              </a:rPr>
              <a:t>4</a:t>
            </a:r>
            <a:r>
              <a:rPr lang="en-US" altLang="zh-CN" dirty="0">
                <a:solidFill>
                  <a:srgbClr val="FF0000"/>
                </a:solidFill>
              </a:rPr>
              <a:t> can be allocated to resources</a:t>
            </a:r>
            <a:endParaRPr lang="zh-CN" altLang="en-US" dirty="0">
              <a:solidFill>
                <a:srgbClr val="FF0000"/>
              </a:solidFill>
            </a:endParaRPr>
          </a:p>
        </p:txBody>
      </p:sp>
      <p:sp>
        <p:nvSpPr>
          <p:cNvPr id="76811" name="矩形 18"/>
          <p:cNvSpPr/>
          <p:nvPr/>
        </p:nvSpPr>
        <p:spPr>
          <a:xfrm>
            <a:off x="4222750" y="2171700"/>
            <a:ext cx="1219200" cy="307975"/>
          </a:xfrm>
          <a:prstGeom prst="rect">
            <a:avLst/>
          </a:prstGeom>
          <a:noFill/>
          <a:ln w="19050" cap="flat" cmpd="sng">
            <a:solidFill>
              <a:srgbClr val="FF0000"/>
            </a:solidFill>
            <a:prstDash val="solid"/>
            <a:round/>
            <a:headEnd type="none" w="med" len="med"/>
            <a:tailEnd type="none" w="med" len="med"/>
          </a:ln>
        </p:spPr>
        <p:txBody>
          <a:bodyPr wrap="none"/>
          <a:lstStyle>
            <a:lvl1pPr marL="342900" indent="-342900" algn="l" rtl="0" eaLnBrk="0" fontAlgn="base" hangingPunct="0">
              <a:spcBef>
                <a:spcPct val="35000"/>
              </a:spcBef>
              <a:spcAft>
                <a:spcPct val="0"/>
              </a:spcAft>
              <a:buClr>
                <a:srgbClr val="993300"/>
              </a:buClr>
              <a:buSzPct val="90000"/>
              <a:buFont typeface="Monotype Sorts" pitchFamily="-84" charset="2"/>
              <a:buChar char="n"/>
              <a:defRPr kumimoji="1">
                <a:solidFill>
                  <a:schemeClr val="tx1"/>
                </a:solidFill>
                <a:latin typeface="+mn-lt"/>
                <a:ea typeface="MS PGothic" panose="020B0600070205080204" pitchFamily="34" charset="-128"/>
                <a:cs typeface="MS PGothic" panose="020B0600070205080204" pitchFamily="34" charset="-128"/>
              </a:defRPr>
            </a:lvl1pPr>
            <a:lvl2pPr marL="742950" indent="-285750" algn="l" rtl="0" eaLnBrk="0" fontAlgn="base" hangingPunct="0">
              <a:spcBef>
                <a:spcPct val="35000"/>
              </a:spcBef>
              <a:spcAft>
                <a:spcPct val="0"/>
              </a:spcAft>
              <a:buClr>
                <a:srgbClr val="CC6600"/>
              </a:buClr>
              <a:buSzPct val="80000"/>
              <a:buFont typeface="Monotype Sorts" pitchFamily="-84" charset="2"/>
              <a:buChar char="l"/>
              <a:defRPr kumimoji="1">
                <a:solidFill>
                  <a:schemeClr val="tx1"/>
                </a:solidFill>
                <a:latin typeface="+mn-lt"/>
                <a:ea typeface="MS PGothic" panose="020B0600070205080204" pitchFamily="34" charset="-128"/>
              </a:defRPr>
            </a:lvl2pPr>
            <a:lvl3pPr marL="1085850"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a:solidFill>
                  <a:schemeClr val="tx1"/>
                </a:solidFill>
                <a:latin typeface="+mn-lt"/>
                <a:ea typeface="MS PGothic" panose="020B0600070205080204" pitchFamily="34" charset="-128"/>
              </a:defRPr>
            </a:lvl3pPr>
            <a:lvl4pPr marL="1428750" indent="-228600" algn="l" rtl="0" eaLnBrk="0" fontAlgn="base" hangingPunct="0">
              <a:spcBef>
                <a:spcPct val="35000"/>
              </a:spcBef>
              <a:spcAft>
                <a:spcPct val="0"/>
              </a:spcAft>
              <a:buClr>
                <a:schemeClr val="hlink"/>
              </a:buClr>
              <a:buSzPct val="75000"/>
              <a:buChar char="–"/>
              <a:defRPr kumimoji="1">
                <a:solidFill>
                  <a:schemeClr val="tx1"/>
                </a:solidFill>
                <a:latin typeface="+mn-lt"/>
                <a:ea typeface="MS PGothic" panose="020B0600070205080204" pitchFamily="34" charset="-128"/>
              </a:defRPr>
            </a:lvl4pPr>
            <a:lvl5pPr marL="17716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anose="020B0600070205080204" pitchFamily="34" charset="-128"/>
              </a:defRPr>
            </a:lvl5pPr>
          </a:lstStyle>
          <a:p>
            <a:pPr marL="0" lvl="0" indent="0">
              <a:spcBef>
                <a:spcPct val="0"/>
              </a:spcBef>
              <a:buClrTx/>
              <a:buSzTx/>
              <a:buFontTx/>
              <a:buNone/>
            </a:pPr>
            <a:endParaRPr lang="zh-CN" altLang="en-US" dirty="0">
              <a:latin typeface="Verdana" panose="020B0604030504040204" pitchFamily="34" charset="0"/>
            </a:endParaRPr>
          </a:p>
        </p:txBody>
      </p:sp>
      <p:cxnSp>
        <p:nvCxnSpPr>
          <p:cNvPr id="76812" name="直接连接符 6"/>
          <p:cNvCxnSpPr/>
          <p:nvPr/>
        </p:nvCxnSpPr>
        <p:spPr>
          <a:xfrm>
            <a:off x="579438" y="2654300"/>
            <a:ext cx="3494087" cy="0"/>
          </a:xfrm>
          <a:prstGeom prst="line">
            <a:avLst/>
          </a:prstGeom>
          <a:ln w="19050" cap="flat" cmpd="sng">
            <a:solidFill>
              <a:srgbClr val="0066FF"/>
            </a:solidFill>
            <a:prstDash val="solid"/>
            <a:headEnd type="none" w="med" len="med"/>
            <a:tailEnd type="none" w="med" len="med"/>
          </a:ln>
        </p:spPr>
      </p:cxnSp>
      <p:sp>
        <p:nvSpPr>
          <p:cNvPr id="14" name="文本框 13"/>
          <p:cNvSpPr txBox="1"/>
          <p:nvPr/>
        </p:nvSpPr>
        <p:spPr>
          <a:xfrm>
            <a:off x="5087938" y="4186238"/>
            <a:ext cx="3598863" cy="646113"/>
          </a:xfrm>
          <a:prstGeom prst="rect">
            <a:avLst/>
          </a:prstGeom>
          <a:noFill/>
        </p:spPr>
        <p:txBody>
          <a:bodyPr>
            <a:spAutoFit/>
          </a:bodyPr>
          <a:lstStyle/>
          <a:p>
            <a:pPr marR="0" defTabSz="914400">
              <a:buClrTx/>
              <a:buSzTx/>
              <a:buFontTx/>
              <a:buNone/>
              <a:defRPr/>
            </a:pPr>
            <a:r>
              <a:rPr kumimoji="0" lang="en-US" altLang="zh-CN" kern="1200" cap="none" spc="0" normalizeH="0" baseline="0" noProof="0" dirty="0">
                <a:latin typeface="+mn-lt"/>
                <a:ea typeface="MS PGothic" panose="020B0600070205080204" pitchFamily="34" charset="-128"/>
                <a:cs typeface="+mn-cs"/>
              </a:rPr>
              <a:t>After P4 is finished, all allocated resources must be released</a:t>
            </a:r>
            <a:endParaRPr kumimoji="0" lang="zh-CN" altLang="en-US" kern="1200" cap="none" spc="0" normalizeH="0" baseline="0" noProof="0" dirty="0">
              <a:latin typeface="+mn-lt"/>
              <a:ea typeface="MS PGothic" panose="020B0600070205080204" pitchFamily="34" charset="-128"/>
              <a:cs typeface="+mn-cs"/>
            </a:endParaRPr>
          </a:p>
        </p:txBody>
      </p:sp>
      <p:sp>
        <p:nvSpPr>
          <p:cNvPr id="15" name="文本框 14"/>
          <p:cNvSpPr txBox="1"/>
          <p:nvPr/>
        </p:nvSpPr>
        <p:spPr>
          <a:xfrm>
            <a:off x="5087938" y="4973638"/>
            <a:ext cx="4003675" cy="369888"/>
          </a:xfrm>
          <a:prstGeom prst="rect">
            <a:avLst/>
          </a:prstGeom>
          <a:noFill/>
        </p:spPr>
        <p:txBody>
          <a:bodyPr>
            <a:spAutoFit/>
          </a:bodyPr>
          <a:lstStyle/>
          <a:p>
            <a:pPr marR="0" defTabSz="914400">
              <a:buClrTx/>
              <a:buSzTx/>
              <a:buFontTx/>
              <a:buNone/>
              <a:defRPr/>
            </a:pPr>
            <a:r>
              <a:rPr kumimoji="0" lang="en-US" altLang="zh-CN" b="1" kern="1200" cap="none" spc="0" normalizeH="0" baseline="0" noProof="0" dirty="0">
                <a:solidFill>
                  <a:srgbClr val="FF0000"/>
                </a:solidFill>
                <a:latin typeface="+mn-lt"/>
                <a:ea typeface="MS PGothic" panose="020B0600070205080204" pitchFamily="34" charset="-128"/>
                <a:cs typeface="+mn-cs"/>
              </a:rPr>
              <a:t>available = 7  4  3  +  0  0  2 = 7  4  5</a:t>
            </a:r>
            <a:endParaRPr kumimoji="0" lang="zh-CN" altLang="en-US" b="1" kern="1200" cap="none" spc="0" normalizeH="0" baseline="0" noProof="0" dirty="0">
              <a:solidFill>
                <a:srgbClr val="FF0000"/>
              </a:solidFill>
              <a:latin typeface="+mn-lt"/>
              <a:ea typeface="MS PGothic" panose="020B0600070205080204" pitchFamily="34" charset="-128"/>
              <a:cs typeface="+mn-cs"/>
            </a:endParaRPr>
          </a:p>
        </p:txBody>
      </p:sp>
      <p:cxnSp>
        <p:nvCxnSpPr>
          <p:cNvPr id="76815" name="直接连接符 17"/>
          <p:cNvCxnSpPr/>
          <p:nvPr/>
        </p:nvCxnSpPr>
        <p:spPr>
          <a:xfrm>
            <a:off x="668338" y="3141663"/>
            <a:ext cx="3494087" cy="0"/>
          </a:xfrm>
          <a:prstGeom prst="line">
            <a:avLst/>
          </a:prstGeom>
          <a:ln w="19050" cap="flat" cmpd="sng">
            <a:solidFill>
              <a:srgbClr val="0066FF"/>
            </a:solidFill>
            <a:prstDash val="solid"/>
            <a:headEnd type="none" w="med" len="med"/>
            <a:tailEnd type="none" w="med" len="med"/>
          </a:ln>
        </p:spPr>
      </p:cxn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78850" name="图片 3" descr="表格&#10;&#10;描述已自动生成"/>
          <p:cNvPicPr>
            <a:picLocks noChangeAspect="1"/>
          </p:cNvPicPr>
          <p:nvPr/>
        </p:nvPicPr>
        <p:blipFill>
          <a:blip r:embed="rId1"/>
          <a:stretch>
            <a:fillRect/>
          </a:stretch>
        </p:blipFill>
        <p:spPr>
          <a:xfrm>
            <a:off x="369888" y="1322388"/>
            <a:ext cx="5173662" cy="2408237"/>
          </a:xfrm>
          <a:prstGeom prst="rect">
            <a:avLst/>
          </a:prstGeom>
          <a:noFill/>
          <a:ln w="9525">
            <a:noFill/>
          </a:ln>
        </p:spPr>
      </p:pic>
      <p:sp>
        <p:nvSpPr>
          <p:cNvPr id="78851" name="Rectangle 2"/>
          <p:cNvSpPr>
            <a:spLocks noGrp="1"/>
          </p:cNvSpPr>
          <p:nvPr>
            <p:ph type="title" idx="4294967295"/>
          </p:nvPr>
        </p:nvSpPr>
        <p:spPr>
          <a:xfrm>
            <a:off x="923925" y="198438"/>
            <a:ext cx="7762875" cy="576262"/>
          </a:xfrm>
        </p:spPr>
        <p:txBody>
          <a:bodyPr vert="horz" wrap="square" lIns="91440" tIns="45720" rIns="91440" bIns="45720" anchor="b" anchorCtr="0"/>
          <a:p>
            <a:pPr eaLnBrk="1" hangingPunct="1"/>
            <a:r>
              <a:rPr lang="en-US" altLang="en-US" dirty="0"/>
              <a:t>Banker’s Algorithm</a:t>
            </a:r>
            <a:endParaRPr lang="en-US" altLang="en-US" dirty="0"/>
          </a:p>
        </p:txBody>
      </p:sp>
      <p:pic>
        <p:nvPicPr>
          <p:cNvPr id="78852" name="图片 11" descr="表格&#10;&#10;描述已自动生成"/>
          <p:cNvPicPr>
            <a:picLocks noChangeAspect="1"/>
          </p:cNvPicPr>
          <p:nvPr/>
        </p:nvPicPr>
        <p:blipFill>
          <a:blip r:embed="rId2"/>
          <a:stretch>
            <a:fillRect/>
          </a:stretch>
        </p:blipFill>
        <p:spPr>
          <a:xfrm>
            <a:off x="5745163" y="1357313"/>
            <a:ext cx="2659062" cy="2462212"/>
          </a:xfrm>
          <a:prstGeom prst="rect">
            <a:avLst/>
          </a:prstGeom>
          <a:noFill/>
          <a:ln w="9525">
            <a:noFill/>
          </a:ln>
        </p:spPr>
      </p:pic>
      <p:sp>
        <p:nvSpPr>
          <p:cNvPr id="13" name="文本框 12"/>
          <p:cNvSpPr txBox="1"/>
          <p:nvPr/>
        </p:nvSpPr>
        <p:spPr>
          <a:xfrm>
            <a:off x="579438" y="4186238"/>
            <a:ext cx="7286625" cy="368300"/>
          </a:xfrm>
          <a:prstGeom prst="rect">
            <a:avLst/>
          </a:prstGeom>
          <a:noFill/>
        </p:spPr>
        <p:txBody>
          <a:bodyPr>
            <a:spAutoFit/>
          </a:bodyPr>
          <a:lstStyle/>
          <a:p>
            <a:pPr marR="0" defTabSz="914400">
              <a:buClrTx/>
              <a:buSzTx/>
              <a:buFontTx/>
              <a:buNone/>
              <a:defRPr/>
            </a:pPr>
            <a:r>
              <a:rPr kumimoji="0" lang="en-US" altLang="zh-CN" kern="1200" cap="none" spc="0" normalizeH="0" baseline="0" noProof="0" dirty="0">
                <a:latin typeface="+mn-lt"/>
                <a:ea typeface="MS PGothic" panose="020B0600070205080204" pitchFamily="34" charset="-128"/>
                <a:cs typeface="+mn-cs"/>
              </a:rPr>
              <a:t>For P</a:t>
            </a:r>
            <a:r>
              <a:rPr kumimoji="0" lang="en-US" altLang="zh-CN" kern="1200" cap="none" spc="0" normalizeH="0" baseline="-25000" noProof="0" dirty="0">
                <a:latin typeface="+mn-lt"/>
                <a:ea typeface="MS PGothic" panose="020B0600070205080204" pitchFamily="34" charset="-128"/>
                <a:cs typeface="+mn-cs"/>
              </a:rPr>
              <a:t>0</a:t>
            </a:r>
            <a:r>
              <a:rPr kumimoji="0" lang="en-US" altLang="zh-CN" kern="1200" cap="none" spc="0" normalizeH="0" baseline="0" noProof="0" dirty="0">
                <a:latin typeface="+mn-lt"/>
                <a:ea typeface="MS PGothic" panose="020B0600070205080204" pitchFamily="34" charset="-128"/>
                <a:cs typeface="+mn-cs"/>
              </a:rPr>
              <a:t>:</a:t>
            </a:r>
            <a:endParaRPr kumimoji="0" lang="zh-CN" altLang="en-US" kern="1200" cap="none" spc="0" normalizeH="0" baseline="0" noProof="0" dirty="0">
              <a:latin typeface="+mn-lt"/>
              <a:ea typeface="MS PGothic" panose="020B0600070205080204" pitchFamily="34" charset="-128"/>
              <a:cs typeface="+mn-cs"/>
            </a:endParaRPr>
          </a:p>
        </p:txBody>
      </p:sp>
      <p:sp>
        <p:nvSpPr>
          <p:cNvPr id="78854" name="矩形 9"/>
          <p:cNvSpPr/>
          <p:nvPr/>
        </p:nvSpPr>
        <p:spPr>
          <a:xfrm>
            <a:off x="6832600" y="2266950"/>
            <a:ext cx="1471613" cy="307975"/>
          </a:xfrm>
          <a:prstGeom prst="rect">
            <a:avLst/>
          </a:prstGeom>
          <a:noFill/>
          <a:ln w="19050" cap="flat" cmpd="sng">
            <a:solidFill>
              <a:srgbClr val="FF0000"/>
            </a:solidFill>
            <a:prstDash val="solid"/>
            <a:round/>
            <a:headEnd type="none" w="med" len="med"/>
            <a:tailEnd type="none" w="med" len="med"/>
          </a:ln>
        </p:spPr>
        <p:txBody>
          <a:bodyPr wrap="none"/>
          <a:lstStyle>
            <a:lvl1pPr marL="342900" indent="-342900" algn="l" rtl="0" eaLnBrk="0" fontAlgn="base" hangingPunct="0">
              <a:spcBef>
                <a:spcPct val="35000"/>
              </a:spcBef>
              <a:spcAft>
                <a:spcPct val="0"/>
              </a:spcAft>
              <a:buClr>
                <a:srgbClr val="993300"/>
              </a:buClr>
              <a:buSzPct val="90000"/>
              <a:buFont typeface="Monotype Sorts" pitchFamily="-84" charset="2"/>
              <a:buChar char="n"/>
              <a:defRPr kumimoji="1">
                <a:solidFill>
                  <a:schemeClr val="tx1"/>
                </a:solidFill>
                <a:latin typeface="+mn-lt"/>
                <a:ea typeface="MS PGothic" panose="020B0600070205080204" pitchFamily="34" charset="-128"/>
                <a:cs typeface="MS PGothic" panose="020B0600070205080204" pitchFamily="34" charset="-128"/>
              </a:defRPr>
            </a:lvl1pPr>
            <a:lvl2pPr marL="742950" indent="-285750" algn="l" rtl="0" eaLnBrk="0" fontAlgn="base" hangingPunct="0">
              <a:spcBef>
                <a:spcPct val="35000"/>
              </a:spcBef>
              <a:spcAft>
                <a:spcPct val="0"/>
              </a:spcAft>
              <a:buClr>
                <a:srgbClr val="CC6600"/>
              </a:buClr>
              <a:buSzPct val="80000"/>
              <a:buFont typeface="Monotype Sorts" pitchFamily="-84" charset="2"/>
              <a:buChar char="l"/>
              <a:defRPr kumimoji="1">
                <a:solidFill>
                  <a:schemeClr val="tx1"/>
                </a:solidFill>
                <a:latin typeface="+mn-lt"/>
                <a:ea typeface="MS PGothic" panose="020B0600070205080204" pitchFamily="34" charset="-128"/>
              </a:defRPr>
            </a:lvl2pPr>
            <a:lvl3pPr marL="1085850"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a:solidFill>
                  <a:schemeClr val="tx1"/>
                </a:solidFill>
                <a:latin typeface="+mn-lt"/>
                <a:ea typeface="MS PGothic" panose="020B0600070205080204" pitchFamily="34" charset="-128"/>
              </a:defRPr>
            </a:lvl3pPr>
            <a:lvl4pPr marL="1428750" indent="-228600" algn="l" rtl="0" eaLnBrk="0" fontAlgn="base" hangingPunct="0">
              <a:spcBef>
                <a:spcPct val="35000"/>
              </a:spcBef>
              <a:spcAft>
                <a:spcPct val="0"/>
              </a:spcAft>
              <a:buClr>
                <a:schemeClr val="hlink"/>
              </a:buClr>
              <a:buSzPct val="75000"/>
              <a:buChar char="–"/>
              <a:defRPr kumimoji="1">
                <a:solidFill>
                  <a:schemeClr val="tx1"/>
                </a:solidFill>
                <a:latin typeface="+mn-lt"/>
                <a:ea typeface="MS PGothic" panose="020B0600070205080204" pitchFamily="34" charset="-128"/>
              </a:defRPr>
            </a:lvl4pPr>
            <a:lvl5pPr marL="17716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anose="020B0600070205080204" pitchFamily="34" charset="-128"/>
              </a:defRPr>
            </a:lvl5pPr>
          </a:lstStyle>
          <a:p>
            <a:pPr marL="0" lvl="0" indent="0">
              <a:spcBef>
                <a:spcPct val="0"/>
              </a:spcBef>
              <a:buClrTx/>
              <a:buSzTx/>
              <a:buFontTx/>
              <a:buNone/>
            </a:pPr>
            <a:endParaRPr lang="zh-CN" altLang="en-US" dirty="0">
              <a:latin typeface="Verdana" panose="020B0604030504040204" pitchFamily="34" charset="0"/>
            </a:endParaRPr>
          </a:p>
        </p:txBody>
      </p:sp>
      <p:sp>
        <p:nvSpPr>
          <p:cNvPr id="17" name="文本框 16"/>
          <p:cNvSpPr txBox="1"/>
          <p:nvPr/>
        </p:nvSpPr>
        <p:spPr>
          <a:xfrm>
            <a:off x="1646238" y="4186238"/>
            <a:ext cx="2144713" cy="368300"/>
          </a:xfrm>
          <a:prstGeom prst="rect">
            <a:avLst/>
          </a:prstGeom>
          <a:noFill/>
        </p:spPr>
        <p:txBody>
          <a:bodyPr>
            <a:spAutoFit/>
          </a:bodyPr>
          <a:lstStyle/>
          <a:p>
            <a:pPr marR="0" defTabSz="914400">
              <a:buClrTx/>
              <a:buSzTx/>
              <a:buFontTx/>
              <a:buNone/>
              <a:defRPr/>
            </a:pPr>
            <a:r>
              <a:rPr kumimoji="0" lang="en-US" altLang="zh-CN" kern="1200" cap="none" spc="0" normalizeH="0" baseline="0" noProof="0" dirty="0">
                <a:latin typeface="+mn-lt"/>
                <a:ea typeface="MS PGothic" panose="020B0600070205080204" pitchFamily="34" charset="-128"/>
                <a:cs typeface="+mn-cs"/>
              </a:rPr>
              <a:t>need = 7  4  3 </a:t>
            </a:r>
            <a:endParaRPr kumimoji="0" lang="zh-CN" altLang="en-US" kern="1200" cap="none" spc="0" normalizeH="0" baseline="0" noProof="0" dirty="0">
              <a:latin typeface="+mn-lt"/>
              <a:ea typeface="MS PGothic" panose="020B0600070205080204" pitchFamily="34" charset="-128"/>
              <a:cs typeface="+mn-cs"/>
            </a:endParaRPr>
          </a:p>
        </p:txBody>
      </p:sp>
      <p:sp>
        <p:nvSpPr>
          <p:cNvPr id="20" name="文本框 19"/>
          <p:cNvSpPr txBox="1"/>
          <p:nvPr/>
        </p:nvSpPr>
        <p:spPr>
          <a:xfrm>
            <a:off x="1646238" y="4557713"/>
            <a:ext cx="2144713" cy="369888"/>
          </a:xfrm>
          <a:prstGeom prst="rect">
            <a:avLst/>
          </a:prstGeom>
          <a:noFill/>
        </p:spPr>
        <p:txBody>
          <a:bodyPr>
            <a:spAutoFit/>
          </a:bodyPr>
          <a:lstStyle/>
          <a:p>
            <a:pPr marR="0" defTabSz="914400">
              <a:buClrTx/>
              <a:buSzTx/>
              <a:buFontTx/>
              <a:buNone/>
              <a:defRPr/>
            </a:pPr>
            <a:r>
              <a:rPr kumimoji="0" lang="en-US" altLang="zh-CN" kern="1200" cap="none" spc="0" normalizeH="0" baseline="0" noProof="0" dirty="0">
                <a:latin typeface="+mn-lt"/>
                <a:ea typeface="MS PGothic" panose="020B0600070205080204" pitchFamily="34" charset="-128"/>
                <a:cs typeface="+mn-cs"/>
              </a:rPr>
              <a:t>available = 7  4  5</a:t>
            </a:r>
            <a:endParaRPr kumimoji="0" lang="zh-CN" altLang="en-US" kern="1200" cap="none" spc="0" normalizeH="0" baseline="0" noProof="0" dirty="0">
              <a:latin typeface="+mn-lt"/>
              <a:ea typeface="MS PGothic" panose="020B0600070205080204" pitchFamily="34" charset="-128"/>
              <a:cs typeface="+mn-cs"/>
            </a:endParaRPr>
          </a:p>
        </p:txBody>
      </p:sp>
      <p:sp>
        <p:nvSpPr>
          <p:cNvPr id="22" name="文本框 21"/>
          <p:cNvSpPr txBox="1"/>
          <p:nvPr/>
        </p:nvSpPr>
        <p:spPr>
          <a:xfrm>
            <a:off x="1646238" y="5006975"/>
            <a:ext cx="2144713" cy="369888"/>
          </a:xfrm>
          <a:prstGeom prst="rect">
            <a:avLst/>
          </a:prstGeom>
          <a:noFill/>
        </p:spPr>
        <p:txBody>
          <a:bodyPr>
            <a:spAutoFit/>
          </a:bodyPr>
          <a:lstStyle/>
          <a:p>
            <a:pPr marR="0" defTabSz="914400">
              <a:buClrTx/>
              <a:buSzTx/>
              <a:buFontTx/>
              <a:buNone/>
              <a:defRPr/>
            </a:pPr>
            <a:r>
              <a:rPr kumimoji="0" lang="en-US" altLang="zh-CN" kern="1200" cap="none" spc="0" normalizeH="0" baseline="0" noProof="0" dirty="0">
                <a:latin typeface="+mn-lt"/>
                <a:ea typeface="MS PGothic" panose="020B0600070205080204" pitchFamily="34" charset="-128"/>
                <a:cs typeface="+mn-cs"/>
              </a:rPr>
              <a:t>need &lt; available</a:t>
            </a:r>
            <a:endParaRPr kumimoji="0" lang="zh-CN" altLang="en-US" kern="1200" cap="none" spc="0" normalizeH="0" baseline="0" noProof="0" dirty="0">
              <a:latin typeface="+mn-lt"/>
              <a:ea typeface="MS PGothic" panose="020B0600070205080204" pitchFamily="34" charset="-128"/>
              <a:cs typeface="+mn-cs"/>
            </a:endParaRPr>
          </a:p>
        </p:txBody>
      </p:sp>
      <p:sp>
        <p:nvSpPr>
          <p:cNvPr id="78858" name="文本框 22"/>
          <p:cNvSpPr txBox="1"/>
          <p:nvPr/>
        </p:nvSpPr>
        <p:spPr>
          <a:xfrm>
            <a:off x="1646238" y="5513388"/>
            <a:ext cx="2516187" cy="646112"/>
          </a:xfrm>
          <a:prstGeom prst="rect">
            <a:avLst/>
          </a:prstGeom>
          <a:noFill/>
          <a:ln w="9525">
            <a:noFill/>
          </a:ln>
        </p:spPr>
        <p:txBody>
          <a:bodyPr>
            <a:spAutoFit/>
          </a:bodyPr>
          <a:lstStyle>
            <a:lvl1pPr marL="342900" indent="-342900" algn="l" rtl="0" eaLnBrk="0" fontAlgn="base" hangingPunct="0">
              <a:spcBef>
                <a:spcPct val="35000"/>
              </a:spcBef>
              <a:spcAft>
                <a:spcPct val="0"/>
              </a:spcAft>
              <a:buClr>
                <a:srgbClr val="993300"/>
              </a:buClr>
              <a:buSzPct val="90000"/>
              <a:buFont typeface="Monotype Sorts" pitchFamily="-84" charset="2"/>
              <a:buChar char="n"/>
              <a:defRPr kumimoji="1">
                <a:solidFill>
                  <a:schemeClr val="tx1"/>
                </a:solidFill>
                <a:latin typeface="+mn-lt"/>
                <a:ea typeface="MS PGothic" panose="020B0600070205080204" pitchFamily="34" charset="-128"/>
                <a:cs typeface="MS PGothic" panose="020B0600070205080204" pitchFamily="34" charset="-128"/>
              </a:defRPr>
            </a:lvl1pPr>
            <a:lvl2pPr marL="742950" indent="-285750" algn="l" rtl="0" eaLnBrk="0" fontAlgn="base" hangingPunct="0">
              <a:spcBef>
                <a:spcPct val="35000"/>
              </a:spcBef>
              <a:spcAft>
                <a:spcPct val="0"/>
              </a:spcAft>
              <a:buClr>
                <a:srgbClr val="CC6600"/>
              </a:buClr>
              <a:buSzPct val="80000"/>
              <a:buFont typeface="Monotype Sorts" pitchFamily="-84" charset="2"/>
              <a:buChar char="l"/>
              <a:defRPr kumimoji="1">
                <a:solidFill>
                  <a:schemeClr val="tx1"/>
                </a:solidFill>
                <a:latin typeface="+mn-lt"/>
                <a:ea typeface="MS PGothic" panose="020B0600070205080204" pitchFamily="34" charset="-128"/>
              </a:defRPr>
            </a:lvl2pPr>
            <a:lvl3pPr marL="1085850"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a:solidFill>
                  <a:schemeClr val="tx1"/>
                </a:solidFill>
                <a:latin typeface="+mn-lt"/>
                <a:ea typeface="MS PGothic" panose="020B0600070205080204" pitchFamily="34" charset="-128"/>
              </a:defRPr>
            </a:lvl3pPr>
            <a:lvl4pPr marL="1428750" indent="-228600" algn="l" rtl="0" eaLnBrk="0" fontAlgn="base" hangingPunct="0">
              <a:spcBef>
                <a:spcPct val="35000"/>
              </a:spcBef>
              <a:spcAft>
                <a:spcPct val="0"/>
              </a:spcAft>
              <a:buClr>
                <a:schemeClr val="hlink"/>
              </a:buClr>
              <a:buSzPct val="75000"/>
              <a:buChar char="–"/>
              <a:defRPr kumimoji="1">
                <a:solidFill>
                  <a:schemeClr val="tx1"/>
                </a:solidFill>
                <a:latin typeface="+mn-lt"/>
                <a:ea typeface="MS PGothic" panose="020B0600070205080204" pitchFamily="34" charset="-128"/>
              </a:defRPr>
            </a:lvl4pPr>
            <a:lvl5pPr marL="17716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anose="020B0600070205080204" pitchFamily="34" charset="-128"/>
              </a:defRPr>
            </a:lvl5pPr>
          </a:lstStyle>
          <a:p>
            <a:pPr marL="0" lvl="0" indent="0">
              <a:spcBef>
                <a:spcPct val="0"/>
              </a:spcBef>
              <a:buClrTx/>
              <a:buSzTx/>
              <a:buFontTx/>
              <a:buNone/>
            </a:pPr>
            <a:r>
              <a:rPr lang="en-US" altLang="zh-CN" dirty="0">
                <a:solidFill>
                  <a:srgbClr val="FF0000"/>
                </a:solidFill>
              </a:rPr>
              <a:t>P</a:t>
            </a:r>
            <a:r>
              <a:rPr lang="en-US" altLang="zh-CN" baseline="-25000" dirty="0">
                <a:solidFill>
                  <a:srgbClr val="FF0000"/>
                </a:solidFill>
              </a:rPr>
              <a:t>0</a:t>
            </a:r>
            <a:r>
              <a:rPr lang="en-US" altLang="zh-CN" dirty="0">
                <a:solidFill>
                  <a:srgbClr val="FF0000"/>
                </a:solidFill>
              </a:rPr>
              <a:t> can be allocated to resources</a:t>
            </a:r>
            <a:endParaRPr lang="zh-CN" altLang="en-US" dirty="0">
              <a:solidFill>
                <a:srgbClr val="FF0000"/>
              </a:solidFill>
            </a:endParaRPr>
          </a:p>
        </p:txBody>
      </p:sp>
      <p:sp>
        <p:nvSpPr>
          <p:cNvPr id="78859" name="矩形 18"/>
          <p:cNvSpPr/>
          <p:nvPr/>
        </p:nvSpPr>
        <p:spPr>
          <a:xfrm>
            <a:off x="4222750" y="2171700"/>
            <a:ext cx="1219200" cy="307975"/>
          </a:xfrm>
          <a:prstGeom prst="rect">
            <a:avLst/>
          </a:prstGeom>
          <a:noFill/>
          <a:ln w="19050" cap="flat" cmpd="sng">
            <a:solidFill>
              <a:srgbClr val="FF0000"/>
            </a:solidFill>
            <a:prstDash val="solid"/>
            <a:round/>
            <a:headEnd type="none" w="med" len="med"/>
            <a:tailEnd type="none" w="med" len="med"/>
          </a:ln>
        </p:spPr>
        <p:txBody>
          <a:bodyPr wrap="none"/>
          <a:lstStyle>
            <a:lvl1pPr marL="342900" indent="-342900" algn="l" rtl="0" eaLnBrk="0" fontAlgn="base" hangingPunct="0">
              <a:spcBef>
                <a:spcPct val="35000"/>
              </a:spcBef>
              <a:spcAft>
                <a:spcPct val="0"/>
              </a:spcAft>
              <a:buClr>
                <a:srgbClr val="993300"/>
              </a:buClr>
              <a:buSzPct val="90000"/>
              <a:buFont typeface="Monotype Sorts" pitchFamily="-84" charset="2"/>
              <a:buChar char="n"/>
              <a:defRPr kumimoji="1">
                <a:solidFill>
                  <a:schemeClr val="tx1"/>
                </a:solidFill>
                <a:latin typeface="+mn-lt"/>
                <a:ea typeface="MS PGothic" panose="020B0600070205080204" pitchFamily="34" charset="-128"/>
                <a:cs typeface="MS PGothic" panose="020B0600070205080204" pitchFamily="34" charset="-128"/>
              </a:defRPr>
            </a:lvl1pPr>
            <a:lvl2pPr marL="742950" indent="-285750" algn="l" rtl="0" eaLnBrk="0" fontAlgn="base" hangingPunct="0">
              <a:spcBef>
                <a:spcPct val="35000"/>
              </a:spcBef>
              <a:spcAft>
                <a:spcPct val="0"/>
              </a:spcAft>
              <a:buClr>
                <a:srgbClr val="CC6600"/>
              </a:buClr>
              <a:buSzPct val="80000"/>
              <a:buFont typeface="Monotype Sorts" pitchFamily="-84" charset="2"/>
              <a:buChar char="l"/>
              <a:defRPr kumimoji="1">
                <a:solidFill>
                  <a:schemeClr val="tx1"/>
                </a:solidFill>
                <a:latin typeface="+mn-lt"/>
                <a:ea typeface="MS PGothic" panose="020B0600070205080204" pitchFamily="34" charset="-128"/>
              </a:defRPr>
            </a:lvl2pPr>
            <a:lvl3pPr marL="1085850"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a:solidFill>
                  <a:schemeClr val="tx1"/>
                </a:solidFill>
                <a:latin typeface="+mn-lt"/>
                <a:ea typeface="MS PGothic" panose="020B0600070205080204" pitchFamily="34" charset="-128"/>
              </a:defRPr>
            </a:lvl3pPr>
            <a:lvl4pPr marL="1428750" indent="-228600" algn="l" rtl="0" eaLnBrk="0" fontAlgn="base" hangingPunct="0">
              <a:spcBef>
                <a:spcPct val="35000"/>
              </a:spcBef>
              <a:spcAft>
                <a:spcPct val="0"/>
              </a:spcAft>
              <a:buClr>
                <a:schemeClr val="hlink"/>
              </a:buClr>
              <a:buSzPct val="75000"/>
              <a:buChar char="–"/>
              <a:defRPr kumimoji="1">
                <a:solidFill>
                  <a:schemeClr val="tx1"/>
                </a:solidFill>
                <a:latin typeface="+mn-lt"/>
                <a:ea typeface="MS PGothic" panose="020B0600070205080204" pitchFamily="34" charset="-128"/>
              </a:defRPr>
            </a:lvl4pPr>
            <a:lvl5pPr marL="17716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anose="020B0600070205080204" pitchFamily="34" charset="-128"/>
              </a:defRPr>
            </a:lvl5pPr>
          </a:lstStyle>
          <a:p>
            <a:pPr marL="0" lvl="0" indent="0">
              <a:spcBef>
                <a:spcPct val="0"/>
              </a:spcBef>
              <a:buClrTx/>
              <a:buSzTx/>
              <a:buFontTx/>
              <a:buNone/>
            </a:pPr>
            <a:endParaRPr lang="zh-CN" altLang="en-US" dirty="0">
              <a:latin typeface="Verdana" panose="020B0604030504040204" pitchFamily="34" charset="0"/>
            </a:endParaRPr>
          </a:p>
        </p:txBody>
      </p:sp>
      <p:cxnSp>
        <p:nvCxnSpPr>
          <p:cNvPr id="78860" name="直接连接符 6"/>
          <p:cNvCxnSpPr/>
          <p:nvPr/>
        </p:nvCxnSpPr>
        <p:spPr>
          <a:xfrm>
            <a:off x="579438" y="2654300"/>
            <a:ext cx="3494087" cy="0"/>
          </a:xfrm>
          <a:prstGeom prst="line">
            <a:avLst/>
          </a:prstGeom>
          <a:ln w="19050" cap="flat" cmpd="sng">
            <a:solidFill>
              <a:srgbClr val="0066FF"/>
            </a:solidFill>
            <a:prstDash val="solid"/>
            <a:headEnd type="none" w="med" len="med"/>
            <a:tailEnd type="none" w="med" len="med"/>
          </a:ln>
        </p:spPr>
      </p:cxnSp>
      <p:sp>
        <p:nvSpPr>
          <p:cNvPr id="14" name="文本框 13"/>
          <p:cNvSpPr txBox="1"/>
          <p:nvPr/>
        </p:nvSpPr>
        <p:spPr>
          <a:xfrm>
            <a:off x="5087938" y="4186238"/>
            <a:ext cx="3598863" cy="646113"/>
          </a:xfrm>
          <a:prstGeom prst="rect">
            <a:avLst/>
          </a:prstGeom>
          <a:noFill/>
        </p:spPr>
        <p:txBody>
          <a:bodyPr>
            <a:spAutoFit/>
          </a:bodyPr>
          <a:lstStyle/>
          <a:p>
            <a:pPr marR="0" defTabSz="914400">
              <a:buClrTx/>
              <a:buSzTx/>
              <a:buFontTx/>
              <a:buNone/>
              <a:defRPr/>
            </a:pPr>
            <a:r>
              <a:rPr kumimoji="0" lang="en-US" altLang="zh-CN" kern="1200" cap="none" spc="0" normalizeH="0" baseline="0" noProof="0" dirty="0">
                <a:latin typeface="+mn-lt"/>
                <a:ea typeface="MS PGothic" panose="020B0600070205080204" pitchFamily="34" charset="-128"/>
                <a:cs typeface="+mn-cs"/>
              </a:rPr>
              <a:t>After P0 is finished, all allocated resources must be released</a:t>
            </a:r>
            <a:endParaRPr kumimoji="0" lang="zh-CN" altLang="en-US" kern="1200" cap="none" spc="0" normalizeH="0" baseline="0" noProof="0" dirty="0">
              <a:latin typeface="+mn-lt"/>
              <a:ea typeface="MS PGothic" panose="020B0600070205080204" pitchFamily="34" charset="-128"/>
              <a:cs typeface="+mn-cs"/>
            </a:endParaRPr>
          </a:p>
        </p:txBody>
      </p:sp>
      <p:sp>
        <p:nvSpPr>
          <p:cNvPr id="15" name="文本框 14"/>
          <p:cNvSpPr txBox="1"/>
          <p:nvPr/>
        </p:nvSpPr>
        <p:spPr>
          <a:xfrm>
            <a:off x="5087938" y="4973638"/>
            <a:ext cx="4003675" cy="369888"/>
          </a:xfrm>
          <a:prstGeom prst="rect">
            <a:avLst/>
          </a:prstGeom>
          <a:noFill/>
        </p:spPr>
        <p:txBody>
          <a:bodyPr>
            <a:spAutoFit/>
          </a:bodyPr>
          <a:lstStyle/>
          <a:p>
            <a:pPr marR="0" defTabSz="914400">
              <a:buClrTx/>
              <a:buSzTx/>
              <a:buFontTx/>
              <a:buNone/>
              <a:defRPr/>
            </a:pPr>
            <a:r>
              <a:rPr kumimoji="0" lang="en-US" altLang="zh-CN" b="1" kern="1200" cap="none" spc="0" normalizeH="0" baseline="0" noProof="0" dirty="0">
                <a:solidFill>
                  <a:srgbClr val="FF0000"/>
                </a:solidFill>
                <a:latin typeface="+mn-lt"/>
                <a:ea typeface="MS PGothic" panose="020B0600070205080204" pitchFamily="34" charset="-128"/>
                <a:cs typeface="+mn-cs"/>
              </a:rPr>
              <a:t>available = 7  4  5  +  0  1  0 = 7  5  5</a:t>
            </a:r>
            <a:endParaRPr kumimoji="0" lang="zh-CN" altLang="en-US" b="1" kern="1200" cap="none" spc="0" normalizeH="0" baseline="0" noProof="0" dirty="0">
              <a:solidFill>
                <a:srgbClr val="FF0000"/>
              </a:solidFill>
              <a:latin typeface="+mn-lt"/>
              <a:ea typeface="MS PGothic" panose="020B0600070205080204" pitchFamily="34" charset="-128"/>
              <a:cs typeface="+mn-cs"/>
            </a:endParaRPr>
          </a:p>
        </p:txBody>
      </p:sp>
      <p:cxnSp>
        <p:nvCxnSpPr>
          <p:cNvPr id="78863" name="直接连接符 17"/>
          <p:cNvCxnSpPr/>
          <p:nvPr/>
        </p:nvCxnSpPr>
        <p:spPr>
          <a:xfrm>
            <a:off x="668338" y="3141663"/>
            <a:ext cx="3494087" cy="0"/>
          </a:xfrm>
          <a:prstGeom prst="line">
            <a:avLst/>
          </a:prstGeom>
          <a:ln w="19050" cap="flat" cmpd="sng">
            <a:solidFill>
              <a:srgbClr val="0066FF"/>
            </a:solidFill>
            <a:prstDash val="solid"/>
            <a:headEnd type="none" w="med" len="med"/>
            <a:tailEnd type="none" w="med" len="med"/>
          </a:ln>
        </p:spPr>
      </p:cxnSp>
      <p:cxnSp>
        <p:nvCxnSpPr>
          <p:cNvPr id="78864" name="直接连接符 20"/>
          <p:cNvCxnSpPr/>
          <p:nvPr/>
        </p:nvCxnSpPr>
        <p:spPr>
          <a:xfrm>
            <a:off x="668338" y="3429000"/>
            <a:ext cx="3494087" cy="0"/>
          </a:xfrm>
          <a:prstGeom prst="line">
            <a:avLst/>
          </a:prstGeom>
          <a:ln w="19050" cap="flat" cmpd="sng">
            <a:solidFill>
              <a:srgbClr val="0066FF"/>
            </a:solidFill>
            <a:prstDash val="solid"/>
            <a:headEnd type="none" w="med" len="med"/>
            <a:tailEnd type="none" w="med" len="med"/>
          </a:ln>
        </p:spPr>
      </p:cxn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80898" name="图片 2" descr="表格&#10;&#10;描述已自动生成"/>
          <p:cNvPicPr>
            <a:picLocks noChangeAspect="1"/>
          </p:cNvPicPr>
          <p:nvPr/>
        </p:nvPicPr>
        <p:blipFill>
          <a:blip r:embed="rId1"/>
          <a:stretch>
            <a:fillRect/>
          </a:stretch>
        </p:blipFill>
        <p:spPr>
          <a:xfrm>
            <a:off x="419100" y="1096963"/>
            <a:ext cx="5173663" cy="2408237"/>
          </a:xfrm>
          <a:prstGeom prst="rect">
            <a:avLst/>
          </a:prstGeom>
          <a:noFill/>
          <a:ln w="9525">
            <a:noFill/>
          </a:ln>
        </p:spPr>
      </p:pic>
      <p:sp>
        <p:nvSpPr>
          <p:cNvPr id="80899" name="Rectangle 2"/>
          <p:cNvSpPr>
            <a:spLocks noGrp="1"/>
          </p:cNvSpPr>
          <p:nvPr>
            <p:ph type="title" idx="4294967295"/>
          </p:nvPr>
        </p:nvSpPr>
        <p:spPr>
          <a:xfrm>
            <a:off x="923925" y="198438"/>
            <a:ext cx="7762875" cy="576262"/>
          </a:xfrm>
        </p:spPr>
        <p:txBody>
          <a:bodyPr vert="horz" wrap="square" lIns="91440" tIns="45720" rIns="91440" bIns="45720" anchor="b" anchorCtr="0"/>
          <a:p>
            <a:pPr eaLnBrk="1" hangingPunct="1"/>
            <a:r>
              <a:rPr lang="en-US" altLang="en-US" dirty="0"/>
              <a:t>Banker’s Algorithm</a:t>
            </a:r>
            <a:endParaRPr lang="en-US" altLang="en-US" dirty="0"/>
          </a:p>
        </p:txBody>
      </p:sp>
      <p:pic>
        <p:nvPicPr>
          <p:cNvPr id="80900" name="图片 11" descr="表格&#10;&#10;描述已自动生成"/>
          <p:cNvPicPr>
            <a:picLocks noChangeAspect="1"/>
          </p:cNvPicPr>
          <p:nvPr/>
        </p:nvPicPr>
        <p:blipFill>
          <a:blip r:embed="rId2"/>
          <a:stretch>
            <a:fillRect/>
          </a:stretch>
        </p:blipFill>
        <p:spPr>
          <a:xfrm>
            <a:off x="5745163" y="1138238"/>
            <a:ext cx="2659062" cy="2462212"/>
          </a:xfrm>
          <a:prstGeom prst="rect">
            <a:avLst/>
          </a:prstGeom>
          <a:noFill/>
          <a:ln w="9525">
            <a:noFill/>
          </a:ln>
        </p:spPr>
      </p:pic>
      <p:sp>
        <p:nvSpPr>
          <p:cNvPr id="13" name="文本框 12"/>
          <p:cNvSpPr txBox="1"/>
          <p:nvPr/>
        </p:nvSpPr>
        <p:spPr>
          <a:xfrm>
            <a:off x="579438" y="3824288"/>
            <a:ext cx="7286625" cy="368300"/>
          </a:xfrm>
          <a:prstGeom prst="rect">
            <a:avLst/>
          </a:prstGeom>
          <a:noFill/>
        </p:spPr>
        <p:txBody>
          <a:bodyPr>
            <a:spAutoFit/>
          </a:bodyPr>
          <a:lstStyle/>
          <a:p>
            <a:pPr marR="0" defTabSz="914400">
              <a:buClrTx/>
              <a:buSzTx/>
              <a:buFontTx/>
              <a:buNone/>
              <a:defRPr/>
            </a:pPr>
            <a:r>
              <a:rPr kumimoji="0" lang="en-US" altLang="zh-CN" kern="1200" cap="none" spc="0" normalizeH="0" baseline="0" noProof="0" dirty="0">
                <a:latin typeface="+mn-lt"/>
                <a:ea typeface="MS PGothic" panose="020B0600070205080204" pitchFamily="34" charset="-128"/>
                <a:cs typeface="+mn-cs"/>
              </a:rPr>
              <a:t>For P</a:t>
            </a:r>
            <a:r>
              <a:rPr kumimoji="0" lang="en-US" altLang="zh-CN" kern="1200" cap="none" spc="0" normalizeH="0" baseline="-25000" noProof="0" dirty="0">
                <a:latin typeface="+mn-lt"/>
                <a:ea typeface="MS PGothic" panose="020B0600070205080204" pitchFamily="34" charset="-128"/>
                <a:cs typeface="+mn-cs"/>
              </a:rPr>
              <a:t>2</a:t>
            </a:r>
            <a:r>
              <a:rPr kumimoji="0" lang="en-US" altLang="zh-CN" kern="1200" cap="none" spc="0" normalizeH="0" baseline="0" noProof="0" dirty="0">
                <a:latin typeface="+mn-lt"/>
                <a:ea typeface="MS PGothic" panose="020B0600070205080204" pitchFamily="34" charset="-128"/>
                <a:cs typeface="+mn-cs"/>
              </a:rPr>
              <a:t>:</a:t>
            </a:r>
            <a:endParaRPr kumimoji="0" lang="zh-CN" altLang="en-US" kern="1200" cap="none" spc="0" normalizeH="0" baseline="0" noProof="0" dirty="0">
              <a:latin typeface="+mn-lt"/>
              <a:ea typeface="MS PGothic" panose="020B0600070205080204" pitchFamily="34" charset="-128"/>
              <a:cs typeface="+mn-cs"/>
            </a:endParaRPr>
          </a:p>
        </p:txBody>
      </p:sp>
      <p:sp>
        <p:nvSpPr>
          <p:cNvPr id="80902" name="矩形 9"/>
          <p:cNvSpPr/>
          <p:nvPr/>
        </p:nvSpPr>
        <p:spPr>
          <a:xfrm>
            <a:off x="6832600" y="2554288"/>
            <a:ext cx="1471613" cy="307975"/>
          </a:xfrm>
          <a:prstGeom prst="rect">
            <a:avLst/>
          </a:prstGeom>
          <a:noFill/>
          <a:ln w="19050" cap="flat" cmpd="sng">
            <a:solidFill>
              <a:srgbClr val="FF0000"/>
            </a:solidFill>
            <a:prstDash val="solid"/>
            <a:round/>
            <a:headEnd type="none" w="med" len="med"/>
            <a:tailEnd type="none" w="med" len="med"/>
          </a:ln>
        </p:spPr>
        <p:txBody>
          <a:bodyPr wrap="none"/>
          <a:lstStyle>
            <a:lvl1pPr marL="342900" indent="-342900" algn="l" rtl="0" eaLnBrk="0" fontAlgn="base" hangingPunct="0">
              <a:spcBef>
                <a:spcPct val="35000"/>
              </a:spcBef>
              <a:spcAft>
                <a:spcPct val="0"/>
              </a:spcAft>
              <a:buClr>
                <a:srgbClr val="993300"/>
              </a:buClr>
              <a:buSzPct val="90000"/>
              <a:buFont typeface="Monotype Sorts" pitchFamily="-84" charset="2"/>
              <a:buChar char="n"/>
              <a:defRPr kumimoji="1">
                <a:solidFill>
                  <a:schemeClr val="tx1"/>
                </a:solidFill>
                <a:latin typeface="+mn-lt"/>
                <a:ea typeface="MS PGothic" panose="020B0600070205080204" pitchFamily="34" charset="-128"/>
                <a:cs typeface="MS PGothic" panose="020B0600070205080204" pitchFamily="34" charset="-128"/>
              </a:defRPr>
            </a:lvl1pPr>
            <a:lvl2pPr marL="742950" indent="-285750" algn="l" rtl="0" eaLnBrk="0" fontAlgn="base" hangingPunct="0">
              <a:spcBef>
                <a:spcPct val="35000"/>
              </a:spcBef>
              <a:spcAft>
                <a:spcPct val="0"/>
              </a:spcAft>
              <a:buClr>
                <a:srgbClr val="CC6600"/>
              </a:buClr>
              <a:buSzPct val="80000"/>
              <a:buFont typeface="Monotype Sorts" pitchFamily="-84" charset="2"/>
              <a:buChar char="l"/>
              <a:defRPr kumimoji="1">
                <a:solidFill>
                  <a:schemeClr val="tx1"/>
                </a:solidFill>
                <a:latin typeface="+mn-lt"/>
                <a:ea typeface="MS PGothic" panose="020B0600070205080204" pitchFamily="34" charset="-128"/>
              </a:defRPr>
            </a:lvl2pPr>
            <a:lvl3pPr marL="1085850"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a:solidFill>
                  <a:schemeClr val="tx1"/>
                </a:solidFill>
                <a:latin typeface="+mn-lt"/>
                <a:ea typeface="MS PGothic" panose="020B0600070205080204" pitchFamily="34" charset="-128"/>
              </a:defRPr>
            </a:lvl3pPr>
            <a:lvl4pPr marL="1428750" indent="-228600" algn="l" rtl="0" eaLnBrk="0" fontAlgn="base" hangingPunct="0">
              <a:spcBef>
                <a:spcPct val="35000"/>
              </a:spcBef>
              <a:spcAft>
                <a:spcPct val="0"/>
              </a:spcAft>
              <a:buClr>
                <a:schemeClr val="hlink"/>
              </a:buClr>
              <a:buSzPct val="75000"/>
              <a:buChar char="–"/>
              <a:defRPr kumimoji="1">
                <a:solidFill>
                  <a:schemeClr val="tx1"/>
                </a:solidFill>
                <a:latin typeface="+mn-lt"/>
                <a:ea typeface="MS PGothic" panose="020B0600070205080204" pitchFamily="34" charset="-128"/>
              </a:defRPr>
            </a:lvl4pPr>
            <a:lvl5pPr marL="17716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anose="020B0600070205080204" pitchFamily="34" charset="-128"/>
              </a:defRPr>
            </a:lvl5pPr>
          </a:lstStyle>
          <a:p>
            <a:pPr marL="0" lvl="0" indent="0">
              <a:spcBef>
                <a:spcPct val="0"/>
              </a:spcBef>
              <a:buClrTx/>
              <a:buSzTx/>
              <a:buFontTx/>
              <a:buNone/>
            </a:pPr>
            <a:endParaRPr lang="zh-CN" altLang="en-US" dirty="0">
              <a:latin typeface="Verdana" panose="020B0604030504040204" pitchFamily="34" charset="0"/>
            </a:endParaRPr>
          </a:p>
        </p:txBody>
      </p:sp>
      <p:sp>
        <p:nvSpPr>
          <p:cNvPr id="17" name="文本框 16"/>
          <p:cNvSpPr txBox="1"/>
          <p:nvPr/>
        </p:nvSpPr>
        <p:spPr>
          <a:xfrm>
            <a:off x="1646238" y="3824288"/>
            <a:ext cx="2144713" cy="368300"/>
          </a:xfrm>
          <a:prstGeom prst="rect">
            <a:avLst/>
          </a:prstGeom>
          <a:noFill/>
        </p:spPr>
        <p:txBody>
          <a:bodyPr>
            <a:spAutoFit/>
          </a:bodyPr>
          <a:lstStyle/>
          <a:p>
            <a:pPr marR="0" defTabSz="914400">
              <a:buClrTx/>
              <a:buSzTx/>
              <a:buFontTx/>
              <a:buNone/>
              <a:defRPr/>
            </a:pPr>
            <a:r>
              <a:rPr kumimoji="0" lang="en-US" altLang="zh-CN" kern="1200" cap="none" spc="0" normalizeH="0" baseline="0" noProof="0" dirty="0">
                <a:latin typeface="+mn-lt"/>
                <a:ea typeface="MS PGothic" panose="020B0600070205080204" pitchFamily="34" charset="-128"/>
                <a:cs typeface="+mn-cs"/>
              </a:rPr>
              <a:t>need = 6  0  0 </a:t>
            </a:r>
            <a:endParaRPr kumimoji="0" lang="zh-CN" altLang="en-US" kern="1200" cap="none" spc="0" normalizeH="0" baseline="0" noProof="0" dirty="0">
              <a:latin typeface="+mn-lt"/>
              <a:ea typeface="MS PGothic" panose="020B0600070205080204" pitchFamily="34" charset="-128"/>
              <a:cs typeface="+mn-cs"/>
            </a:endParaRPr>
          </a:p>
        </p:txBody>
      </p:sp>
      <p:sp>
        <p:nvSpPr>
          <p:cNvPr id="20" name="文本框 19"/>
          <p:cNvSpPr txBox="1"/>
          <p:nvPr/>
        </p:nvSpPr>
        <p:spPr>
          <a:xfrm>
            <a:off x="1646238" y="4195763"/>
            <a:ext cx="2144713" cy="369888"/>
          </a:xfrm>
          <a:prstGeom prst="rect">
            <a:avLst/>
          </a:prstGeom>
          <a:noFill/>
        </p:spPr>
        <p:txBody>
          <a:bodyPr>
            <a:spAutoFit/>
          </a:bodyPr>
          <a:lstStyle/>
          <a:p>
            <a:pPr marR="0" defTabSz="914400">
              <a:buClrTx/>
              <a:buSzTx/>
              <a:buFontTx/>
              <a:buNone/>
              <a:defRPr/>
            </a:pPr>
            <a:r>
              <a:rPr kumimoji="0" lang="en-US" altLang="zh-CN" kern="1200" cap="none" spc="0" normalizeH="0" baseline="0" noProof="0" dirty="0">
                <a:latin typeface="+mn-lt"/>
                <a:ea typeface="MS PGothic" panose="020B0600070205080204" pitchFamily="34" charset="-128"/>
                <a:cs typeface="+mn-cs"/>
              </a:rPr>
              <a:t>available = 7  5  5</a:t>
            </a:r>
            <a:endParaRPr kumimoji="0" lang="zh-CN" altLang="en-US" kern="1200" cap="none" spc="0" normalizeH="0" baseline="0" noProof="0" dirty="0">
              <a:latin typeface="+mn-lt"/>
              <a:ea typeface="MS PGothic" panose="020B0600070205080204" pitchFamily="34" charset="-128"/>
              <a:cs typeface="+mn-cs"/>
            </a:endParaRPr>
          </a:p>
        </p:txBody>
      </p:sp>
      <p:sp>
        <p:nvSpPr>
          <p:cNvPr id="22" name="文本框 21"/>
          <p:cNvSpPr txBox="1"/>
          <p:nvPr/>
        </p:nvSpPr>
        <p:spPr>
          <a:xfrm>
            <a:off x="1646238" y="4645025"/>
            <a:ext cx="2144713" cy="369888"/>
          </a:xfrm>
          <a:prstGeom prst="rect">
            <a:avLst/>
          </a:prstGeom>
          <a:noFill/>
        </p:spPr>
        <p:txBody>
          <a:bodyPr>
            <a:spAutoFit/>
          </a:bodyPr>
          <a:lstStyle/>
          <a:p>
            <a:pPr marR="0" defTabSz="914400">
              <a:buClrTx/>
              <a:buSzTx/>
              <a:buFontTx/>
              <a:buNone/>
              <a:defRPr/>
            </a:pPr>
            <a:r>
              <a:rPr kumimoji="0" lang="en-US" altLang="zh-CN" kern="1200" cap="none" spc="0" normalizeH="0" baseline="0" noProof="0" dirty="0">
                <a:latin typeface="+mn-lt"/>
                <a:ea typeface="MS PGothic" panose="020B0600070205080204" pitchFamily="34" charset="-128"/>
                <a:cs typeface="+mn-cs"/>
              </a:rPr>
              <a:t>need &lt; available</a:t>
            </a:r>
            <a:endParaRPr kumimoji="0" lang="zh-CN" altLang="en-US" kern="1200" cap="none" spc="0" normalizeH="0" baseline="0" noProof="0" dirty="0">
              <a:latin typeface="+mn-lt"/>
              <a:ea typeface="MS PGothic" panose="020B0600070205080204" pitchFamily="34" charset="-128"/>
              <a:cs typeface="+mn-cs"/>
            </a:endParaRPr>
          </a:p>
        </p:txBody>
      </p:sp>
      <p:sp>
        <p:nvSpPr>
          <p:cNvPr id="80906" name="文本框 22"/>
          <p:cNvSpPr txBox="1"/>
          <p:nvPr/>
        </p:nvSpPr>
        <p:spPr>
          <a:xfrm>
            <a:off x="1646238" y="5151438"/>
            <a:ext cx="2516187" cy="646112"/>
          </a:xfrm>
          <a:prstGeom prst="rect">
            <a:avLst/>
          </a:prstGeom>
          <a:noFill/>
          <a:ln w="9525">
            <a:noFill/>
          </a:ln>
        </p:spPr>
        <p:txBody>
          <a:bodyPr>
            <a:spAutoFit/>
          </a:bodyPr>
          <a:lstStyle>
            <a:lvl1pPr marL="342900" indent="-342900" algn="l" rtl="0" eaLnBrk="0" fontAlgn="base" hangingPunct="0">
              <a:spcBef>
                <a:spcPct val="35000"/>
              </a:spcBef>
              <a:spcAft>
                <a:spcPct val="0"/>
              </a:spcAft>
              <a:buClr>
                <a:srgbClr val="993300"/>
              </a:buClr>
              <a:buSzPct val="90000"/>
              <a:buFont typeface="Monotype Sorts" pitchFamily="-84" charset="2"/>
              <a:buChar char="n"/>
              <a:defRPr kumimoji="1">
                <a:solidFill>
                  <a:schemeClr val="tx1"/>
                </a:solidFill>
                <a:latin typeface="+mn-lt"/>
                <a:ea typeface="MS PGothic" panose="020B0600070205080204" pitchFamily="34" charset="-128"/>
                <a:cs typeface="MS PGothic" panose="020B0600070205080204" pitchFamily="34" charset="-128"/>
              </a:defRPr>
            </a:lvl1pPr>
            <a:lvl2pPr marL="742950" indent="-285750" algn="l" rtl="0" eaLnBrk="0" fontAlgn="base" hangingPunct="0">
              <a:spcBef>
                <a:spcPct val="35000"/>
              </a:spcBef>
              <a:spcAft>
                <a:spcPct val="0"/>
              </a:spcAft>
              <a:buClr>
                <a:srgbClr val="CC6600"/>
              </a:buClr>
              <a:buSzPct val="80000"/>
              <a:buFont typeface="Monotype Sorts" pitchFamily="-84" charset="2"/>
              <a:buChar char="l"/>
              <a:defRPr kumimoji="1">
                <a:solidFill>
                  <a:schemeClr val="tx1"/>
                </a:solidFill>
                <a:latin typeface="+mn-lt"/>
                <a:ea typeface="MS PGothic" panose="020B0600070205080204" pitchFamily="34" charset="-128"/>
              </a:defRPr>
            </a:lvl2pPr>
            <a:lvl3pPr marL="1085850"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a:solidFill>
                  <a:schemeClr val="tx1"/>
                </a:solidFill>
                <a:latin typeface="+mn-lt"/>
                <a:ea typeface="MS PGothic" panose="020B0600070205080204" pitchFamily="34" charset="-128"/>
              </a:defRPr>
            </a:lvl3pPr>
            <a:lvl4pPr marL="1428750" indent="-228600" algn="l" rtl="0" eaLnBrk="0" fontAlgn="base" hangingPunct="0">
              <a:spcBef>
                <a:spcPct val="35000"/>
              </a:spcBef>
              <a:spcAft>
                <a:spcPct val="0"/>
              </a:spcAft>
              <a:buClr>
                <a:schemeClr val="hlink"/>
              </a:buClr>
              <a:buSzPct val="75000"/>
              <a:buChar char="–"/>
              <a:defRPr kumimoji="1">
                <a:solidFill>
                  <a:schemeClr val="tx1"/>
                </a:solidFill>
                <a:latin typeface="+mn-lt"/>
                <a:ea typeface="MS PGothic" panose="020B0600070205080204" pitchFamily="34" charset="-128"/>
              </a:defRPr>
            </a:lvl4pPr>
            <a:lvl5pPr marL="17716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anose="020B0600070205080204" pitchFamily="34" charset="-128"/>
              </a:defRPr>
            </a:lvl5pPr>
          </a:lstStyle>
          <a:p>
            <a:pPr marL="0" lvl="0" indent="0">
              <a:spcBef>
                <a:spcPct val="0"/>
              </a:spcBef>
              <a:buClrTx/>
              <a:buSzTx/>
              <a:buFontTx/>
              <a:buNone/>
            </a:pPr>
            <a:r>
              <a:rPr lang="en-US" altLang="zh-CN" dirty="0">
                <a:solidFill>
                  <a:srgbClr val="FF0000"/>
                </a:solidFill>
              </a:rPr>
              <a:t>P</a:t>
            </a:r>
            <a:r>
              <a:rPr lang="en-US" altLang="zh-CN" baseline="-25000" dirty="0">
                <a:solidFill>
                  <a:srgbClr val="FF0000"/>
                </a:solidFill>
              </a:rPr>
              <a:t>2</a:t>
            </a:r>
            <a:r>
              <a:rPr lang="en-US" altLang="zh-CN" dirty="0">
                <a:solidFill>
                  <a:srgbClr val="FF0000"/>
                </a:solidFill>
              </a:rPr>
              <a:t> can be allocated to resources</a:t>
            </a:r>
            <a:endParaRPr lang="zh-CN" altLang="en-US" dirty="0">
              <a:solidFill>
                <a:srgbClr val="FF0000"/>
              </a:solidFill>
            </a:endParaRPr>
          </a:p>
        </p:txBody>
      </p:sp>
      <p:sp>
        <p:nvSpPr>
          <p:cNvPr id="80907" name="矩形 18"/>
          <p:cNvSpPr/>
          <p:nvPr/>
        </p:nvSpPr>
        <p:spPr>
          <a:xfrm>
            <a:off x="4222750" y="1952625"/>
            <a:ext cx="1219200" cy="307975"/>
          </a:xfrm>
          <a:prstGeom prst="rect">
            <a:avLst/>
          </a:prstGeom>
          <a:noFill/>
          <a:ln w="19050" cap="flat" cmpd="sng">
            <a:solidFill>
              <a:srgbClr val="FF0000"/>
            </a:solidFill>
            <a:prstDash val="solid"/>
            <a:round/>
            <a:headEnd type="none" w="med" len="med"/>
            <a:tailEnd type="none" w="med" len="med"/>
          </a:ln>
        </p:spPr>
        <p:txBody>
          <a:bodyPr wrap="none"/>
          <a:lstStyle>
            <a:lvl1pPr marL="342900" indent="-342900" algn="l" rtl="0" eaLnBrk="0" fontAlgn="base" hangingPunct="0">
              <a:spcBef>
                <a:spcPct val="35000"/>
              </a:spcBef>
              <a:spcAft>
                <a:spcPct val="0"/>
              </a:spcAft>
              <a:buClr>
                <a:srgbClr val="993300"/>
              </a:buClr>
              <a:buSzPct val="90000"/>
              <a:buFont typeface="Monotype Sorts" pitchFamily="-84" charset="2"/>
              <a:buChar char="n"/>
              <a:defRPr kumimoji="1">
                <a:solidFill>
                  <a:schemeClr val="tx1"/>
                </a:solidFill>
                <a:latin typeface="+mn-lt"/>
                <a:ea typeface="MS PGothic" panose="020B0600070205080204" pitchFamily="34" charset="-128"/>
                <a:cs typeface="MS PGothic" panose="020B0600070205080204" pitchFamily="34" charset="-128"/>
              </a:defRPr>
            </a:lvl1pPr>
            <a:lvl2pPr marL="742950" indent="-285750" algn="l" rtl="0" eaLnBrk="0" fontAlgn="base" hangingPunct="0">
              <a:spcBef>
                <a:spcPct val="35000"/>
              </a:spcBef>
              <a:spcAft>
                <a:spcPct val="0"/>
              </a:spcAft>
              <a:buClr>
                <a:srgbClr val="CC6600"/>
              </a:buClr>
              <a:buSzPct val="80000"/>
              <a:buFont typeface="Monotype Sorts" pitchFamily="-84" charset="2"/>
              <a:buChar char="l"/>
              <a:defRPr kumimoji="1">
                <a:solidFill>
                  <a:schemeClr val="tx1"/>
                </a:solidFill>
                <a:latin typeface="+mn-lt"/>
                <a:ea typeface="MS PGothic" panose="020B0600070205080204" pitchFamily="34" charset="-128"/>
              </a:defRPr>
            </a:lvl2pPr>
            <a:lvl3pPr marL="1085850"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a:solidFill>
                  <a:schemeClr val="tx1"/>
                </a:solidFill>
                <a:latin typeface="+mn-lt"/>
                <a:ea typeface="MS PGothic" panose="020B0600070205080204" pitchFamily="34" charset="-128"/>
              </a:defRPr>
            </a:lvl3pPr>
            <a:lvl4pPr marL="1428750" indent="-228600" algn="l" rtl="0" eaLnBrk="0" fontAlgn="base" hangingPunct="0">
              <a:spcBef>
                <a:spcPct val="35000"/>
              </a:spcBef>
              <a:spcAft>
                <a:spcPct val="0"/>
              </a:spcAft>
              <a:buClr>
                <a:schemeClr val="hlink"/>
              </a:buClr>
              <a:buSzPct val="75000"/>
              <a:buChar char="–"/>
              <a:defRPr kumimoji="1">
                <a:solidFill>
                  <a:schemeClr val="tx1"/>
                </a:solidFill>
                <a:latin typeface="+mn-lt"/>
                <a:ea typeface="MS PGothic" panose="020B0600070205080204" pitchFamily="34" charset="-128"/>
              </a:defRPr>
            </a:lvl4pPr>
            <a:lvl5pPr marL="17716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anose="020B0600070205080204" pitchFamily="34" charset="-128"/>
              </a:defRPr>
            </a:lvl5pPr>
          </a:lstStyle>
          <a:p>
            <a:pPr marL="0" lvl="0" indent="0">
              <a:spcBef>
                <a:spcPct val="0"/>
              </a:spcBef>
              <a:buClrTx/>
              <a:buSzTx/>
              <a:buFontTx/>
              <a:buNone/>
            </a:pPr>
            <a:endParaRPr lang="zh-CN" altLang="en-US" dirty="0">
              <a:latin typeface="Verdana" panose="020B0604030504040204" pitchFamily="34" charset="0"/>
            </a:endParaRPr>
          </a:p>
        </p:txBody>
      </p:sp>
      <p:cxnSp>
        <p:nvCxnSpPr>
          <p:cNvPr id="80908" name="直接连接符 6"/>
          <p:cNvCxnSpPr/>
          <p:nvPr/>
        </p:nvCxnSpPr>
        <p:spPr>
          <a:xfrm>
            <a:off x="579438" y="2435225"/>
            <a:ext cx="3494087" cy="0"/>
          </a:xfrm>
          <a:prstGeom prst="line">
            <a:avLst/>
          </a:prstGeom>
          <a:ln w="19050" cap="flat" cmpd="sng">
            <a:solidFill>
              <a:srgbClr val="0066FF"/>
            </a:solidFill>
            <a:prstDash val="solid"/>
            <a:headEnd type="none" w="med" len="med"/>
            <a:tailEnd type="none" w="med" len="med"/>
          </a:ln>
        </p:spPr>
      </p:cxnSp>
      <p:sp>
        <p:nvSpPr>
          <p:cNvPr id="14" name="文本框 13"/>
          <p:cNvSpPr txBox="1"/>
          <p:nvPr/>
        </p:nvSpPr>
        <p:spPr>
          <a:xfrm>
            <a:off x="5087938" y="3824288"/>
            <a:ext cx="3598863" cy="646113"/>
          </a:xfrm>
          <a:prstGeom prst="rect">
            <a:avLst/>
          </a:prstGeom>
          <a:noFill/>
        </p:spPr>
        <p:txBody>
          <a:bodyPr>
            <a:spAutoFit/>
          </a:bodyPr>
          <a:lstStyle/>
          <a:p>
            <a:pPr marR="0" defTabSz="914400">
              <a:buClrTx/>
              <a:buSzTx/>
              <a:buFontTx/>
              <a:buNone/>
              <a:defRPr/>
            </a:pPr>
            <a:r>
              <a:rPr kumimoji="0" lang="en-US" altLang="zh-CN" kern="1200" cap="none" spc="0" normalizeH="0" baseline="0" noProof="0" dirty="0">
                <a:latin typeface="+mn-lt"/>
                <a:ea typeface="MS PGothic" panose="020B0600070205080204" pitchFamily="34" charset="-128"/>
                <a:cs typeface="+mn-cs"/>
              </a:rPr>
              <a:t>After P2 is finished, all allocated resources must be released</a:t>
            </a:r>
            <a:endParaRPr kumimoji="0" lang="zh-CN" altLang="en-US" kern="1200" cap="none" spc="0" normalizeH="0" baseline="0" noProof="0" dirty="0">
              <a:latin typeface="+mn-lt"/>
              <a:ea typeface="MS PGothic" panose="020B0600070205080204" pitchFamily="34" charset="-128"/>
              <a:cs typeface="+mn-cs"/>
            </a:endParaRPr>
          </a:p>
        </p:txBody>
      </p:sp>
      <p:sp>
        <p:nvSpPr>
          <p:cNvPr id="15" name="文本框 14"/>
          <p:cNvSpPr txBox="1"/>
          <p:nvPr/>
        </p:nvSpPr>
        <p:spPr>
          <a:xfrm>
            <a:off x="4981575" y="4611688"/>
            <a:ext cx="4110038" cy="369888"/>
          </a:xfrm>
          <a:prstGeom prst="rect">
            <a:avLst/>
          </a:prstGeom>
          <a:noFill/>
        </p:spPr>
        <p:txBody>
          <a:bodyPr>
            <a:spAutoFit/>
          </a:bodyPr>
          <a:lstStyle/>
          <a:p>
            <a:pPr marR="0" defTabSz="914400">
              <a:buClrTx/>
              <a:buSzTx/>
              <a:buFontTx/>
              <a:buNone/>
              <a:defRPr/>
            </a:pPr>
            <a:r>
              <a:rPr kumimoji="0" lang="en-US" altLang="zh-CN" b="1" kern="1200" cap="none" spc="0" normalizeH="0" baseline="0" noProof="0" dirty="0">
                <a:solidFill>
                  <a:srgbClr val="FF0000"/>
                </a:solidFill>
                <a:latin typeface="+mn-lt"/>
                <a:ea typeface="MS PGothic" panose="020B0600070205080204" pitchFamily="34" charset="-128"/>
                <a:cs typeface="+mn-cs"/>
              </a:rPr>
              <a:t>available = 7  5  5  +  3  0  2 = 10  5  7</a:t>
            </a:r>
            <a:endParaRPr kumimoji="0" lang="zh-CN" altLang="en-US" b="1" kern="1200" cap="none" spc="0" normalizeH="0" baseline="0" noProof="0" dirty="0">
              <a:solidFill>
                <a:srgbClr val="FF0000"/>
              </a:solidFill>
              <a:latin typeface="+mn-lt"/>
              <a:ea typeface="MS PGothic" panose="020B0600070205080204" pitchFamily="34" charset="-128"/>
              <a:cs typeface="+mn-cs"/>
            </a:endParaRPr>
          </a:p>
        </p:txBody>
      </p:sp>
      <p:cxnSp>
        <p:nvCxnSpPr>
          <p:cNvPr id="80911" name="直接连接符 17"/>
          <p:cNvCxnSpPr/>
          <p:nvPr/>
        </p:nvCxnSpPr>
        <p:spPr>
          <a:xfrm>
            <a:off x="668338" y="2922588"/>
            <a:ext cx="3494087" cy="0"/>
          </a:xfrm>
          <a:prstGeom prst="line">
            <a:avLst/>
          </a:prstGeom>
          <a:ln w="19050" cap="flat" cmpd="sng">
            <a:solidFill>
              <a:srgbClr val="0066FF"/>
            </a:solidFill>
            <a:prstDash val="solid"/>
            <a:headEnd type="none" w="med" len="med"/>
            <a:tailEnd type="none" w="med" len="med"/>
          </a:ln>
        </p:spPr>
      </p:cxnSp>
      <p:cxnSp>
        <p:nvCxnSpPr>
          <p:cNvPr id="80912" name="直接连接符 20"/>
          <p:cNvCxnSpPr/>
          <p:nvPr/>
        </p:nvCxnSpPr>
        <p:spPr>
          <a:xfrm>
            <a:off x="668338" y="3209925"/>
            <a:ext cx="3494087" cy="0"/>
          </a:xfrm>
          <a:prstGeom prst="line">
            <a:avLst/>
          </a:prstGeom>
          <a:ln w="19050" cap="flat" cmpd="sng">
            <a:solidFill>
              <a:srgbClr val="0066FF"/>
            </a:solidFill>
            <a:prstDash val="solid"/>
            <a:headEnd type="none" w="med" len="med"/>
            <a:tailEnd type="none" w="med" len="med"/>
          </a:ln>
        </p:spPr>
      </p:cxnSp>
      <p:cxnSp>
        <p:nvCxnSpPr>
          <p:cNvPr id="80913" name="直接连接符 23"/>
          <p:cNvCxnSpPr/>
          <p:nvPr/>
        </p:nvCxnSpPr>
        <p:spPr>
          <a:xfrm>
            <a:off x="579438" y="2178050"/>
            <a:ext cx="3494087" cy="0"/>
          </a:xfrm>
          <a:prstGeom prst="line">
            <a:avLst/>
          </a:prstGeom>
          <a:ln w="19050" cap="flat" cmpd="sng">
            <a:solidFill>
              <a:srgbClr val="0066FF"/>
            </a:solidFill>
            <a:prstDash val="solid"/>
            <a:headEnd type="none" w="med" len="med"/>
            <a:tailEnd type="none" w="med" len="med"/>
          </a:ln>
        </p:spPr>
      </p:cxnSp>
      <p:sp>
        <p:nvSpPr>
          <p:cNvPr id="2" name="文本框 1"/>
          <p:cNvSpPr txBox="1"/>
          <p:nvPr/>
        </p:nvSpPr>
        <p:spPr>
          <a:xfrm>
            <a:off x="704850" y="5934075"/>
            <a:ext cx="7808913" cy="646113"/>
          </a:xfrm>
          <a:prstGeom prst="rect">
            <a:avLst/>
          </a:prstGeom>
          <a:noFill/>
        </p:spPr>
        <p:txBody>
          <a:bodyPr>
            <a:spAutoFit/>
          </a:bodyPr>
          <a:lstStyle/>
          <a:p>
            <a:pPr marR="0" defTabSz="914400">
              <a:buClrTx/>
              <a:buSzTx/>
              <a:buFontTx/>
              <a:buNone/>
              <a:defRPr/>
            </a:pPr>
            <a:r>
              <a:rPr kumimoji="0" lang="en-US" altLang="zh-CN" kern="1200" cap="none" spc="0" normalizeH="0" baseline="0" noProof="0" dirty="0">
                <a:latin typeface="+mn-lt"/>
                <a:ea typeface="MS PGothic" panose="020B0600070205080204" pitchFamily="34" charset="-128"/>
                <a:cs typeface="+mn-cs"/>
              </a:rPr>
              <a:t>Hence,</a:t>
            </a:r>
            <a:r>
              <a:rPr kumimoji="0" lang="zh-CN" altLang="en-US" kern="1200" cap="none" spc="0" normalizeH="0" baseline="0" noProof="0" dirty="0">
                <a:latin typeface="+mn-lt"/>
                <a:ea typeface="MS PGothic" panose="020B0600070205080204" pitchFamily="34" charset="-128"/>
                <a:cs typeface="+mn-cs"/>
              </a:rPr>
              <a:t> </a:t>
            </a:r>
            <a:r>
              <a:rPr kumimoji="0" lang="en-US" altLang="zh-CN" kern="1200" cap="none" spc="0" normalizeH="0" baseline="0" noProof="0" dirty="0">
                <a:latin typeface="+mn-lt"/>
                <a:ea typeface="MS PGothic" panose="020B0600070205080204" pitchFamily="34" charset="-128"/>
                <a:cs typeface="+mn-cs"/>
              </a:rPr>
              <a:t>the</a:t>
            </a:r>
            <a:r>
              <a:rPr kumimoji="0" lang="zh-CN" altLang="en-US" kern="1200" cap="none" spc="0" normalizeH="0" baseline="0" noProof="0" dirty="0">
                <a:latin typeface="+mn-lt"/>
                <a:ea typeface="MS PGothic" panose="020B0600070205080204" pitchFamily="34" charset="-128"/>
                <a:cs typeface="+mn-cs"/>
              </a:rPr>
              <a:t> </a:t>
            </a:r>
            <a:r>
              <a:rPr kumimoji="0" lang="en-US" altLang="zh-CN" kern="1200" cap="none" spc="0" normalizeH="0" baseline="0" noProof="0" dirty="0">
                <a:latin typeface="+mn-lt"/>
                <a:ea typeface="MS PGothic" panose="020B0600070205080204" pitchFamily="34" charset="-128"/>
                <a:cs typeface="+mn-cs"/>
              </a:rPr>
              <a:t>system</a:t>
            </a:r>
            <a:r>
              <a:rPr kumimoji="0" lang="zh-CN" altLang="en-US" kern="1200" cap="none" spc="0" normalizeH="0" baseline="0" noProof="0" dirty="0">
                <a:latin typeface="+mn-lt"/>
                <a:ea typeface="MS PGothic" panose="020B0600070205080204" pitchFamily="34" charset="-128"/>
                <a:cs typeface="+mn-cs"/>
              </a:rPr>
              <a:t> </a:t>
            </a:r>
            <a:r>
              <a:rPr kumimoji="0" lang="en-US" altLang="zh-CN" kern="1200" cap="none" spc="0" normalizeH="0" baseline="0" noProof="0" dirty="0">
                <a:latin typeface="+mn-lt"/>
                <a:ea typeface="MS PGothic" panose="020B0600070205080204" pitchFamily="34" charset="-128"/>
                <a:cs typeface="+mn-cs"/>
              </a:rPr>
              <a:t>is</a:t>
            </a:r>
            <a:r>
              <a:rPr kumimoji="0" lang="zh-CN" altLang="en-US" kern="1200" cap="none" spc="0" normalizeH="0" baseline="0" noProof="0" dirty="0">
                <a:latin typeface="+mn-lt"/>
                <a:ea typeface="MS PGothic" panose="020B0600070205080204" pitchFamily="34" charset="-128"/>
                <a:cs typeface="+mn-cs"/>
              </a:rPr>
              <a:t> </a:t>
            </a:r>
            <a:r>
              <a:rPr kumimoji="0" lang="en-US" altLang="zh-CN" kern="1200" cap="none" spc="0" normalizeH="0" baseline="0" noProof="0" dirty="0">
                <a:latin typeface="+mn-lt"/>
                <a:ea typeface="MS PGothic" panose="020B0600070205080204" pitchFamily="34" charset="-128"/>
                <a:cs typeface="+mn-cs"/>
              </a:rPr>
              <a:t>in</a:t>
            </a:r>
            <a:r>
              <a:rPr kumimoji="0" lang="zh-CN" altLang="en-US" kern="1200" cap="none" spc="0" normalizeH="0" baseline="0" noProof="0" dirty="0">
                <a:latin typeface="+mn-lt"/>
                <a:ea typeface="MS PGothic" panose="020B0600070205080204" pitchFamily="34" charset="-128"/>
                <a:cs typeface="+mn-cs"/>
              </a:rPr>
              <a:t> </a:t>
            </a:r>
            <a:r>
              <a:rPr kumimoji="0" lang="en-US" altLang="zh-CN" kern="1200" cap="none" spc="0" normalizeH="0" baseline="0" noProof="0" dirty="0">
                <a:latin typeface="+mn-lt"/>
                <a:ea typeface="MS PGothic" panose="020B0600070205080204" pitchFamily="34" charset="-128"/>
                <a:cs typeface="+mn-cs"/>
              </a:rPr>
              <a:t>safe</a:t>
            </a:r>
            <a:r>
              <a:rPr kumimoji="0" lang="zh-CN" altLang="en-US" kern="1200" cap="none" spc="0" normalizeH="0" baseline="0" noProof="0" dirty="0">
                <a:latin typeface="+mn-lt"/>
                <a:ea typeface="MS PGothic" panose="020B0600070205080204" pitchFamily="34" charset="-128"/>
                <a:cs typeface="+mn-cs"/>
              </a:rPr>
              <a:t> </a:t>
            </a:r>
            <a:r>
              <a:rPr kumimoji="0" lang="en-US" altLang="zh-CN" kern="1200" cap="none" spc="0" normalizeH="0" baseline="0" noProof="0" dirty="0">
                <a:latin typeface="+mn-lt"/>
                <a:ea typeface="MS PGothic" panose="020B0600070205080204" pitchFamily="34" charset="-128"/>
                <a:cs typeface="+mn-cs"/>
              </a:rPr>
              <a:t>state!</a:t>
            </a:r>
            <a:endParaRPr kumimoji="0" lang="en-US" altLang="zh-CN" kern="1200" cap="none" spc="0" normalizeH="0" baseline="0" noProof="0" dirty="0">
              <a:latin typeface="+mn-lt"/>
              <a:ea typeface="MS PGothic" panose="020B0600070205080204" pitchFamily="34" charset="-128"/>
              <a:cs typeface="+mn-cs"/>
            </a:endParaRPr>
          </a:p>
          <a:p>
            <a:pPr marR="0" defTabSz="914400">
              <a:buClrTx/>
              <a:buSzTx/>
              <a:buFontTx/>
              <a:buNone/>
              <a:defRPr/>
            </a:pPr>
            <a:r>
              <a:rPr kumimoji="0" lang="en-US" altLang="zh-CN" kern="1200" cap="none" spc="0" normalizeH="0" baseline="0" noProof="0" dirty="0">
                <a:latin typeface="+mn-lt"/>
                <a:ea typeface="MS PGothic" panose="020B0600070205080204" pitchFamily="34" charset="-128"/>
                <a:cs typeface="+mn-cs"/>
              </a:rPr>
              <a:t>The safe sequence is P1, P3, P4, P0, P2</a:t>
            </a:r>
            <a:endParaRPr kumimoji="0" lang="zh-CN" altLang="en-US" kern="1200" cap="none" spc="0" normalizeH="0" baseline="0" noProof="0" dirty="0">
              <a:latin typeface="+mn-lt"/>
              <a:ea typeface="MS PGothic" panose="020B0600070205080204" pitchFamily="34" charset="-128"/>
              <a:cs typeface="+mn-cs"/>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2946" name="Rectangle 2"/>
          <p:cNvSpPr>
            <a:spLocks noGrp="1"/>
          </p:cNvSpPr>
          <p:nvPr>
            <p:ph type="title" idx="4294967295"/>
          </p:nvPr>
        </p:nvSpPr>
        <p:spPr>
          <a:xfrm>
            <a:off x="923925" y="198438"/>
            <a:ext cx="7762875" cy="576262"/>
          </a:xfrm>
        </p:spPr>
        <p:txBody>
          <a:bodyPr vert="horz" wrap="square" lIns="91440" tIns="45720" rIns="91440" bIns="45720" anchor="b" anchorCtr="0"/>
          <a:p>
            <a:pPr eaLnBrk="1" hangingPunct="1"/>
            <a:r>
              <a:rPr lang="en-US" altLang="zh-CN" dirty="0"/>
              <a:t>Quiz</a:t>
            </a:r>
            <a:endParaRPr lang="en-US" altLang="en-US" dirty="0"/>
          </a:p>
        </p:txBody>
      </p:sp>
      <p:sp>
        <p:nvSpPr>
          <p:cNvPr id="82947" name="文本框 2"/>
          <p:cNvSpPr txBox="1"/>
          <p:nvPr/>
        </p:nvSpPr>
        <p:spPr>
          <a:xfrm>
            <a:off x="614363" y="1004888"/>
            <a:ext cx="7875587" cy="923925"/>
          </a:xfrm>
          <a:prstGeom prst="rect">
            <a:avLst/>
          </a:prstGeom>
          <a:noFill/>
          <a:ln w="9525">
            <a:noFill/>
          </a:ln>
        </p:spPr>
        <p:txBody>
          <a:bodyPr>
            <a:spAutoFit/>
          </a:bodyPr>
          <a:lstStyle>
            <a:lvl1pPr marL="342900" indent="-342900" algn="l" rtl="0" eaLnBrk="0" fontAlgn="base" hangingPunct="0">
              <a:spcBef>
                <a:spcPct val="35000"/>
              </a:spcBef>
              <a:spcAft>
                <a:spcPct val="0"/>
              </a:spcAft>
              <a:buClr>
                <a:srgbClr val="993300"/>
              </a:buClr>
              <a:buSzPct val="90000"/>
              <a:buFont typeface="Monotype Sorts" pitchFamily="-84" charset="2"/>
              <a:buChar char="n"/>
              <a:defRPr kumimoji="1">
                <a:solidFill>
                  <a:schemeClr val="tx1"/>
                </a:solidFill>
                <a:latin typeface="+mn-lt"/>
                <a:ea typeface="MS PGothic" panose="020B0600070205080204" pitchFamily="34" charset="-128"/>
                <a:cs typeface="MS PGothic" panose="020B0600070205080204" pitchFamily="34" charset="-128"/>
              </a:defRPr>
            </a:lvl1pPr>
            <a:lvl2pPr marL="742950" indent="-285750" algn="l" rtl="0" eaLnBrk="0" fontAlgn="base" hangingPunct="0">
              <a:spcBef>
                <a:spcPct val="35000"/>
              </a:spcBef>
              <a:spcAft>
                <a:spcPct val="0"/>
              </a:spcAft>
              <a:buClr>
                <a:srgbClr val="CC6600"/>
              </a:buClr>
              <a:buSzPct val="80000"/>
              <a:buFont typeface="Monotype Sorts" pitchFamily="-84" charset="2"/>
              <a:buChar char="l"/>
              <a:defRPr kumimoji="1">
                <a:solidFill>
                  <a:schemeClr val="tx1"/>
                </a:solidFill>
                <a:latin typeface="+mn-lt"/>
                <a:ea typeface="MS PGothic" panose="020B0600070205080204" pitchFamily="34" charset="-128"/>
              </a:defRPr>
            </a:lvl2pPr>
            <a:lvl3pPr marL="1085850"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a:solidFill>
                  <a:schemeClr val="tx1"/>
                </a:solidFill>
                <a:latin typeface="+mn-lt"/>
                <a:ea typeface="MS PGothic" panose="020B0600070205080204" pitchFamily="34" charset="-128"/>
              </a:defRPr>
            </a:lvl3pPr>
            <a:lvl4pPr marL="1428750" indent="-228600" algn="l" rtl="0" eaLnBrk="0" fontAlgn="base" hangingPunct="0">
              <a:spcBef>
                <a:spcPct val="35000"/>
              </a:spcBef>
              <a:spcAft>
                <a:spcPct val="0"/>
              </a:spcAft>
              <a:buClr>
                <a:schemeClr val="hlink"/>
              </a:buClr>
              <a:buSzPct val="75000"/>
              <a:buChar char="–"/>
              <a:defRPr kumimoji="1">
                <a:solidFill>
                  <a:schemeClr val="tx1"/>
                </a:solidFill>
                <a:latin typeface="+mn-lt"/>
                <a:ea typeface="MS PGothic" panose="020B0600070205080204" pitchFamily="34" charset="-128"/>
              </a:defRPr>
            </a:lvl4pPr>
            <a:lvl5pPr marL="17716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anose="020B0600070205080204" pitchFamily="34" charset="-128"/>
              </a:defRPr>
            </a:lvl5pPr>
          </a:lstStyle>
          <a:p>
            <a:pPr marL="0" lvl="0" indent="0">
              <a:spcBef>
                <a:spcPct val="0"/>
              </a:spcBef>
              <a:buClrTx/>
              <a:buSzTx/>
              <a:buFontTx/>
              <a:buNone/>
            </a:pPr>
            <a:r>
              <a:rPr lang="en-US" altLang="zh-CN" dirty="0">
                <a:latin typeface="Times New Roman" panose="02020603050405020304" pitchFamily="18" charset="0"/>
                <a:cs typeface="Times New Roman" panose="02020603050405020304" pitchFamily="18" charset="0"/>
              </a:rPr>
              <a:t>Consider a three process system in which processes may request any of 12 drives. Suppose the allocation state given below. Show that the allocation state is unsafe. Will this system deadlock?</a:t>
            </a:r>
            <a:endParaRPr lang="zh-CN" altLang="en-US" dirty="0">
              <a:latin typeface="Times New Roman" panose="02020603050405020304" pitchFamily="18" charset="0"/>
              <a:ea typeface="Times New Roman" panose="02020603050405020304" pitchFamily="18" charset="0"/>
            </a:endParaRPr>
          </a:p>
        </p:txBody>
      </p:sp>
      <p:pic>
        <p:nvPicPr>
          <p:cNvPr id="82948" name="图片 6"/>
          <p:cNvPicPr>
            <a:picLocks noChangeAspect="1"/>
          </p:cNvPicPr>
          <p:nvPr/>
        </p:nvPicPr>
        <p:blipFill>
          <a:blip r:embed="rId1"/>
          <a:stretch>
            <a:fillRect/>
          </a:stretch>
        </p:blipFill>
        <p:spPr>
          <a:xfrm>
            <a:off x="2227263" y="2071688"/>
            <a:ext cx="4189412" cy="1166812"/>
          </a:xfrm>
          <a:prstGeom prst="rect">
            <a:avLst/>
          </a:prstGeom>
          <a:noFill/>
          <a:ln w="9525">
            <a:noFill/>
          </a:ln>
        </p:spPr>
      </p:pic>
      <p:pic>
        <p:nvPicPr>
          <p:cNvPr id="9" name="图片 8"/>
          <p:cNvPicPr>
            <a:picLocks noChangeAspect="1"/>
          </p:cNvPicPr>
          <p:nvPr/>
        </p:nvPicPr>
        <p:blipFill>
          <a:blip r:embed="rId2"/>
          <a:stretch>
            <a:fillRect/>
          </a:stretch>
        </p:blipFill>
        <p:spPr>
          <a:xfrm>
            <a:off x="401638" y="923925"/>
            <a:ext cx="8088312" cy="5676900"/>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randombar(horizontal)">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7042" name="Rectangle 2"/>
          <p:cNvSpPr>
            <a:spLocks noGrp="1"/>
          </p:cNvSpPr>
          <p:nvPr>
            <p:ph type="title" idx="4294967295"/>
          </p:nvPr>
        </p:nvSpPr>
        <p:spPr>
          <a:xfrm>
            <a:off x="1141413" y="198438"/>
            <a:ext cx="7421562" cy="576262"/>
          </a:xfrm>
        </p:spPr>
        <p:txBody>
          <a:bodyPr vert="horz" wrap="square" lIns="91440" tIns="45720" rIns="91440" bIns="45720" anchor="b" anchorCtr="0"/>
          <a:p>
            <a:pPr eaLnBrk="1" hangingPunct="1"/>
            <a:r>
              <a:rPr lang="en-US" altLang="en-US" dirty="0"/>
              <a:t>Deadlock Detection</a:t>
            </a:r>
            <a:endParaRPr lang="en-US" altLang="en-US" dirty="0"/>
          </a:p>
        </p:txBody>
      </p:sp>
      <p:sp>
        <p:nvSpPr>
          <p:cNvPr id="44035" name="Rectangle 3"/>
          <p:cNvSpPr>
            <a:spLocks noGrp="1" noChangeArrowheads="1"/>
          </p:cNvSpPr>
          <p:nvPr>
            <p:ph type="body" idx="1"/>
          </p:nvPr>
        </p:nvSpPr>
        <p:spPr>
          <a:xfrm>
            <a:off x="901700" y="1233488"/>
            <a:ext cx="7391400" cy="4530725"/>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35000"/>
              </a:spcBef>
              <a:spcAft>
                <a:spcPct val="0"/>
              </a:spcAft>
              <a:buClr>
                <a:srgbClr val="993300"/>
              </a:buClr>
              <a:buSzPct val="90000"/>
              <a:buFont typeface="Wingdings" panose="05000000000000000000" pitchFamily="2" charset="2"/>
              <a:buChar char="q"/>
              <a:defRPr/>
            </a:pPr>
            <a:r>
              <a:rPr kumimoji="1" lang="en-US" altLang="en-US" sz="1800" b="0" i="0" u="none" strike="noStrike" kern="0" cap="none" spc="0" normalizeH="0" baseline="0" noProof="0" dirty="0">
                <a:ln>
                  <a:noFill/>
                </a:ln>
                <a:solidFill>
                  <a:schemeClr val="tx1"/>
                </a:solidFill>
                <a:effectLst/>
                <a:uLnTx/>
                <a:uFillTx/>
                <a:latin typeface="+mn-lt"/>
                <a:ea typeface="MS PGothic" panose="020B0600070205080204" pitchFamily="34" charset="-128"/>
                <a:cs typeface="MS PGothic" panose="020B0600070205080204" pitchFamily="34" charset="-128"/>
              </a:rPr>
              <a:t>Allow system to enter deadlock state </a:t>
            </a:r>
            <a:br>
              <a:rPr kumimoji="1" lang="en-US" altLang="en-US" sz="1800" b="0" i="0" u="none" strike="noStrike" kern="0" cap="none" spc="0" normalizeH="0" baseline="0" noProof="0" dirty="0">
                <a:ln>
                  <a:noFill/>
                </a:ln>
                <a:solidFill>
                  <a:schemeClr val="tx1"/>
                </a:solidFill>
                <a:effectLst/>
                <a:uLnTx/>
                <a:uFillTx/>
                <a:latin typeface="+mn-lt"/>
                <a:ea typeface="MS PGothic" panose="020B0600070205080204" pitchFamily="34" charset="-128"/>
                <a:cs typeface="MS PGothic" panose="020B0600070205080204" pitchFamily="34" charset="-128"/>
              </a:rPr>
            </a:br>
            <a:endParaRPr kumimoji="1" lang="en-US" altLang="en-US" sz="1800" b="0" i="0" u="none" strike="noStrike" kern="0" cap="none" spc="0" normalizeH="0" baseline="0" noProof="0" dirty="0">
              <a:ln>
                <a:noFill/>
              </a:ln>
              <a:solidFill>
                <a:schemeClr val="tx1"/>
              </a:solidFill>
              <a:effectLst/>
              <a:uLnTx/>
              <a:uFillTx/>
              <a:latin typeface="+mn-lt"/>
              <a:ea typeface="MS PGothic" panose="020B0600070205080204" pitchFamily="34" charset="-128"/>
              <a:cs typeface="MS PGothic" panose="020B0600070205080204" pitchFamily="34" charset="-128"/>
            </a:endParaRPr>
          </a:p>
          <a:p>
            <a:pPr marL="342900" marR="0" lvl="0" indent="-342900" algn="l" defTabSz="914400" rtl="0" eaLnBrk="0" fontAlgn="base" latinLnBrk="0" hangingPunct="0">
              <a:lnSpc>
                <a:spcPct val="100000"/>
              </a:lnSpc>
              <a:spcBef>
                <a:spcPct val="35000"/>
              </a:spcBef>
              <a:spcAft>
                <a:spcPct val="0"/>
              </a:spcAft>
              <a:buClr>
                <a:srgbClr val="993300"/>
              </a:buClr>
              <a:buSzPct val="90000"/>
              <a:buFont typeface="Wingdings" panose="05000000000000000000" pitchFamily="2" charset="2"/>
              <a:buChar char="q"/>
              <a:defRPr/>
            </a:pPr>
            <a:r>
              <a:rPr kumimoji="1" lang="en-US" altLang="en-US" sz="1800" b="0" i="0" u="none" strike="noStrike" kern="0" cap="none" spc="0" normalizeH="0" baseline="0" noProof="0" dirty="0">
                <a:ln>
                  <a:noFill/>
                </a:ln>
                <a:solidFill>
                  <a:schemeClr val="tx1"/>
                </a:solidFill>
                <a:effectLst/>
                <a:uLnTx/>
                <a:uFillTx/>
                <a:latin typeface="+mn-lt"/>
                <a:ea typeface="MS PGothic" panose="020B0600070205080204" pitchFamily="34" charset="-128"/>
                <a:cs typeface="MS PGothic" panose="020B0600070205080204" pitchFamily="34" charset="-128"/>
              </a:rPr>
              <a:t>Detection algorithm</a:t>
            </a:r>
            <a:endParaRPr kumimoji="1" lang="en-US" altLang="en-US" sz="1800" b="0" i="0" u="none" strike="noStrike" kern="0" cap="none" spc="0" normalizeH="0" baseline="0" noProof="0" dirty="0">
              <a:ln>
                <a:noFill/>
              </a:ln>
              <a:solidFill>
                <a:schemeClr val="tx1"/>
              </a:solidFill>
              <a:effectLst/>
              <a:uLnTx/>
              <a:uFillTx/>
              <a:latin typeface="+mn-lt"/>
              <a:ea typeface="MS PGothic" panose="020B0600070205080204" pitchFamily="34" charset="-128"/>
              <a:cs typeface="MS PGothic" panose="020B0600070205080204" pitchFamily="34" charset="-128"/>
            </a:endParaRPr>
          </a:p>
          <a:p>
            <a:pPr marL="742950" marR="0" lvl="1" indent="-285750" algn="l" defTabSz="914400" rtl="0" eaLnBrk="0" fontAlgn="base" latinLnBrk="0" hangingPunct="0">
              <a:lnSpc>
                <a:spcPct val="100000"/>
              </a:lnSpc>
              <a:spcBef>
                <a:spcPct val="35000"/>
              </a:spcBef>
              <a:spcAft>
                <a:spcPct val="0"/>
              </a:spcAft>
              <a:buClr>
                <a:srgbClr val="CC6600"/>
              </a:buClr>
              <a:buSzPct val="80000"/>
              <a:buFont typeface="Wingdings" panose="05000000000000000000" pitchFamily="2" charset="2"/>
              <a:buChar char="Ø"/>
              <a:defRPr/>
            </a:pPr>
            <a:r>
              <a:rPr kumimoji="1" lang="en-US" altLang="en-US" sz="1800" b="0" i="0" u="none" strike="noStrike" kern="0" cap="none" spc="0" normalizeH="0" baseline="0" noProof="0" dirty="0">
                <a:ln>
                  <a:noFill/>
                </a:ln>
                <a:solidFill>
                  <a:schemeClr val="tx1"/>
                </a:solidFill>
                <a:effectLst/>
                <a:uLnTx/>
                <a:uFillTx/>
                <a:latin typeface="+mn-lt"/>
                <a:ea typeface="MS PGothic" panose="020B0600070205080204" pitchFamily="34" charset="-128"/>
              </a:rPr>
              <a:t>An algorithm that examines the state of the system to determine whether a deadlock has occurred</a:t>
            </a:r>
            <a:endParaRPr kumimoji="1" lang="en-US" altLang="en-US" sz="1800" b="0" i="0" u="none" strike="noStrike" kern="0" cap="none" spc="0" normalizeH="0" baseline="0" noProof="0" dirty="0">
              <a:ln>
                <a:noFill/>
              </a:ln>
              <a:solidFill>
                <a:schemeClr val="tx1"/>
              </a:solidFill>
              <a:effectLst/>
              <a:uLnTx/>
              <a:uFillTx/>
              <a:latin typeface="+mn-lt"/>
              <a:ea typeface="MS PGothic" panose="020B0600070205080204" pitchFamily="34" charset="-128"/>
            </a:endParaRPr>
          </a:p>
          <a:p>
            <a:pPr marL="0" marR="0" lvl="0" indent="0" algn="l" defTabSz="914400" rtl="0" eaLnBrk="0" fontAlgn="base" latinLnBrk="0" hangingPunct="0">
              <a:lnSpc>
                <a:spcPct val="100000"/>
              </a:lnSpc>
              <a:spcBef>
                <a:spcPct val="35000"/>
              </a:spcBef>
              <a:spcAft>
                <a:spcPct val="0"/>
              </a:spcAft>
              <a:buClr>
                <a:srgbClr val="993300"/>
              </a:buClr>
              <a:buSzPct val="90000"/>
              <a:buFont typeface="Monotype Sorts" pitchFamily="-84" charset="2"/>
              <a:buNone/>
              <a:defRPr/>
            </a:pPr>
            <a:endParaRPr kumimoji="1" lang="en-US" altLang="en-US" sz="1800" b="0" i="0" u="none" strike="noStrike" kern="0" cap="none" spc="0" normalizeH="0" baseline="0" noProof="0" dirty="0">
              <a:ln>
                <a:noFill/>
              </a:ln>
              <a:solidFill>
                <a:schemeClr val="tx1"/>
              </a:solidFill>
              <a:effectLst/>
              <a:uLnTx/>
              <a:uFillTx/>
              <a:latin typeface="+mn-lt"/>
              <a:ea typeface="MS PGothic" panose="020B0600070205080204" pitchFamily="34" charset="-128"/>
              <a:cs typeface="MS PGothic" panose="020B0600070205080204" pitchFamily="34" charset="-128"/>
            </a:endParaRPr>
          </a:p>
          <a:p>
            <a:pPr marL="342900" marR="0" lvl="0" indent="-342900" algn="l" defTabSz="914400" rtl="0" eaLnBrk="0" fontAlgn="base" latinLnBrk="0" hangingPunct="0">
              <a:lnSpc>
                <a:spcPct val="100000"/>
              </a:lnSpc>
              <a:spcBef>
                <a:spcPct val="35000"/>
              </a:spcBef>
              <a:spcAft>
                <a:spcPct val="0"/>
              </a:spcAft>
              <a:buClr>
                <a:srgbClr val="993300"/>
              </a:buClr>
              <a:buSzPct val="90000"/>
              <a:buFont typeface="Wingdings" panose="05000000000000000000" pitchFamily="2" charset="2"/>
              <a:buChar char="q"/>
              <a:defRPr/>
            </a:pPr>
            <a:r>
              <a:rPr kumimoji="1" lang="en-US" altLang="en-US" sz="1800" b="0" i="0" u="none" strike="noStrike" kern="0" cap="none" spc="0" normalizeH="0" baseline="0" noProof="0" dirty="0">
                <a:ln>
                  <a:noFill/>
                </a:ln>
                <a:solidFill>
                  <a:schemeClr val="tx1"/>
                </a:solidFill>
                <a:effectLst/>
                <a:uLnTx/>
                <a:uFillTx/>
                <a:latin typeface="+mn-lt"/>
                <a:ea typeface="MS PGothic" panose="020B0600070205080204" pitchFamily="34" charset="-128"/>
                <a:cs typeface="MS PGothic" panose="020B0600070205080204" pitchFamily="34" charset="-128"/>
              </a:rPr>
              <a:t>Recovery scheme</a:t>
            </a:r>
            <a:endParaRPr kumimoji="1" lang="en-US" altLang="en-US" sz="1800" b="0" i="0" u="none" strike="noStrike" kern="0" cap="none" spc="0" normalizeH="0" baseline="0" noProof="0" dirty="0">
              <a:ln>
                <a:noFill/>
              </a:ln>
              <a:solidFill>
                <a:schemeClr val="tx1"/>
              </a:solidFill>
              <a:effectLst/>
              <a:uLnTx/>
              <a:uFillTx/>
              <a:latin typeface="+mn-lt"/>
              <a:ea typeface="MS PGothic" panose="020B0600070205080204" pitchFamily="34" charset="-128"/>
              <a:cs typeface="MS PGothic" panose="020B0600070205080204" pitchFamily="34" charset="-128"/>
            </a:endParaRPr>
          </a:p>
          <a:p>
            <a:pPr marL="742950" marR="0" lvl="1" indent="-285750" algn="l" defTabSz="914400" rtl="0" eaLnBrk="0" fontAlgn="base" latinLnBrk="0" hangingPunct="0">
              <a:lnSpc>
                <a:spcPct val="100000"/>
              </a:lnSpc>
              <a:spcBef>
                <a:spcPct val="35000"/>
              </a:spcBef>
              <a:spcAft>
                <a:spcPct val="0"/>
              </a:spcAft>
              <a:buClr>
                <a:srgbClr val="CC6600"/>
              </a:buClr>
              <a:buSzPct val="80000"/>
              <a:buFont typeface="Wingdings" panose="05000000000000000000" pitchFamily="2" charset="2"/>
              <a:buChar char="Ø"/>
              <a:defRPr/>
            </a:pPr>
            <a:r>
              <a:rPr kumimoji="1" lang="en-US" altLang="en-US" sz="1800" b="0" i="0" u="none" strike="noStrike" kern="0" cap="none" spc="0" normalizeH="0" baseline="0" noProof="0" dirty="0">
                <a:ln>
                  <a:noFill/>
                </a:ln>
                <a:solidFill>
                  <a:schemeClr val="tx1"/>
                </a:solidFill>
                <a:effectLst/>
                <a:uLnTx/>
                <a:uFillTx/>
                <a:latin typeface="+mn-lt"/>
                <a:ea typeface="MS PGothic" panose="020B0600070205080204" pitchFamily="34" charset="-128"/>
              </a:rPr>
              <a:t>Option 1: Process Termination------abort one or more processes to break the circular wait</a:t>
            </a:r>
            <a:endParaRPr kumimoji="1" lang="en-US" altLang="en-US" sz="1800" b="0" i="0" u="none" strike="noStrike" kern="0" cap="none" spc="0" normalizeH="0" baseline="0" noProof="0" dirty="0">
              <a:ln>
                <a:noFill/>
              </a:ln>
              <a:solidFill>
                <a:schemeClr val="tx1"/>
              </a:solidFill>
              <a:effectLst/>
              <a:uLnTx/>
              <a:uFillTx/>
              <a:latin typeface="+mn-lt"/>
              <a:ea typeface="MS PGothic" panose="020B0600070205080204" pitchFamily="34" charset="-128"/>
            </a:endParaRPr>
          </a:p>
          <a:p>
            <a:pPr marL="742950" marR="0" lvl="1" indent="-285750" algn="l" defTabSz="914400" rtl="0" eaLnBrk="0" fontAlgn="base" latinLnBrk="0" hangingPunct="0">
              <a:lnSpc>
                <a:spcPct val="100000"/>
              </a:lnSpc>
              <a:spcBef>
                <a:spcPct val="35000"/>
              </a:spcBef>
              <a:spcAft>
                <a:spcPct val="0"/>
              </a:spcAft>
              <a:buClr>
                <a:srgbClr val="CC6600"/>
              </a:buClr>
              <a:buSzPct val="80000"/>
              <a:buFont typeface="Wingdings" panose="05000000000000000000" pitchFamily="2" charset="2"/>
              <a:buChar char="Ø"/>
              <a:defRPr/>
            </a:pPr>
            <a:r>
              <a:rPr kumimoji="1" lang="en-US" altLang="en-US" sz="1800" b="0" i="0" u="none" strike="noStrike" kern="0" cap="none" spc="0" normalizeH="0" baseline="0" noProof="0" dirty="0">
                <a:ln>
                  <a:noFill/>
                </a:ln>
                <a:solidFill>
                  <a:schemeClr val="tx1"/>
                </a:solidFill>
                <a:effectLst/>
                <a:uLnTx/>
                <a:uFillTx/>
                <a:latin typeface="+mn-lt"/>
                <a:ea typeface="MS PGothic" panose="020B0600070205080204" pitchFamily="34" charset="-128"/>
              </a:rPr>
              <a:t>Option 2: Process Preemption------preempt some resources from one or more of the deadlocked processes</a:t>
            </a:r>
            <a:endParaRPr kumimoji="1" lang="en-US" altLang="en-US" sz="1800" b="0" i="0" u="none" strike="noStrike" kern="0" cap="none" spc="0" normalizeH="0" baseline="0" noProof="0" dirty="0">
              <a:ln>
                <a:noFill/>
              </a:ln>
              <a:solidFill>
                <a:schemeClr val="tx1"/>
              </a:solidFill>
              <a:effectLst/>
              <a:uLnTx/>
              <a:uFillTx/>
              <a:latin typeface="+mn-lt"/>
              <a:ea typeface="MS PGothic" panose="020B0600070205080204" pitchFamily="34" charset="-128"/>
            </a:endParaRPr>
          </a:p>
          <a:p>
            <a:pPr marL="742950" marR="0" lvl="1" indent="-285750" algn="l" defTabSz="914400" rtl="0" eaLnBrk="0" fontAlgn="base" latinLnBrk="0" hangingPunct="0">
              <a:lnSpc>
                <a:spcPct val="100000"/>
              </a:lnSpc>
              <a:spcBef>
                <a:spcPct val="35000"/>
              </a:spcBef>
              <a:spcAft>
                <a:spcPct val="0"/>
              </a:spcAft>
              <a:buClr>
                <a:srgbClr val="CC6600"/>
              </a:buClr>
              <a:buSzPct val="80000"/>
              <a:buFont typeface="Wingdings" panose="05000000000000000000" pitchFamily="2" charset="2"/>
              <a:buChar char="Ø"/>
              <a:defRPr/>
            </a:pPr>
            <a:endParaRPr kumimoji="1" lang="en-US" altLang="en-US" sz="1800" b="0" i="0" u="none" strike="noStrike" kern="0" cap="none" spc="0" normalizeH="0" baseline="0" noProof="0" dirty="0">
              <a:ln>
                <a:noFill/>
              </a:ln>
              <a:solidFill>
                <a:schemeClr val="tx1"/>
              </a:solidFill>
              <a:effectLst/>
              <a:uLnTx/>
              <a:uFillTx/>
              <a:latin typeface="+mn-lt"/>
              <a:ea typeface="MS PGothic" panose="020B0600070205080204" pitchFamily="34" charset="-128"/>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9090" name="Rectangle 2"/>
          <p:cNvSpPr>
            <a:spLocks noGrp="1"/>
          </p:cNvSpPr>
          <p:nvPr>
            <p:ph type="title" idx="4294967295"/>
          </p:nvPr>
        </p:nvSpPr>
        <p:spPr>
          <a:xfrm>
            <a:off x="823913" y="228600"/>
            <a:ext cx="8588375" cy="457200"/>
          </a:xfrm>
        </p:spPr>
        <p:txBody>
          <a:bodyPr vert="horz" wrap="square" lIns="91440" tIns="45720" rIns="91440" bIns="45720" anchor="b" anchorCtr="0"/>
          <a:p>
            <a:pPr eaLnBrk="1" hangingPunct="1"/>
            <a:r>
              <a:rPr lang="en-US" altLang="en-US" sz="2400" dirty="0"/>
              <a:t>Recovery from Deadlock:  Process Termination</a:t>
            </a:r>
            <a:endParaRPr lang="en-US" altLang="en-US" sz="2400" dirty="0"/>
          </a:p>
        </p:txBody>
      </p:sp>
      <p:sp>
        <p:nvSpPr>
          <p:cNvPr id="24579" name="Rectangle 3"/>
          <p:cNvSpPr>
            <a:spLocks noGrp="1" noChangeArrowheads="1"/>
          </p:cNvSpPr>
          <p:nvPr>
            <p:ph type="body" idx="1"/>
          </p:nvPr>
        </p:nvSpPr>
        <p:spPr>
          <a:xfrm>
            <a:off x="963613" y="1108075"/>
            <a:ext cx="7694613" cy="4530725"/>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35000"/>
              </a:spcBef>
              <a:spcAft>
                <a:spcPct val="0"/>
              </a:spcAft>
              <a:buClr>
                <a:srgbClr val="993300"/>
              </a:buClr>
              <a:buSzPct val="90000"/>
              <a:buFont typeface="Wingdings" panose="05000000000000000000" pitchFamily="2" charset="2"/>
              <a:buChar char="q"/>
              <a:defRPr/>
            </a:pPr>
            <a:r>
              <a:rPr kumimoji="1" lang="en-US" altLang="en-US" sz="1800" b="0" i="0" u="none" strike="noStrike" kern="0" cap="none" spc="0" normalizeH="0" baseline="0" noProof="0" dirty="0">
                <a:ln>
                  <a:noFill/>
                </a:ln>
                <a:solidFill>
                  <a:schemeClr val="tx1"/>
                </a:solidFill>
                <a:effectLst/>
                <a:uLnTx/>
                <a:uFillTx/>
                <a:latin typeface="+mn-lt"/>
                <a:ea typeface="MS PGothic" panose="020B0600070205080204" pitchFamily="34" charset="-128"/>
                <a:cs typeface="MS PGothic" panose="020B0600070205080204" pitchFamily="34" charset="-128"/>
              </a:rPr>
              <a:t>Abort all deadlocked processes</a:t>
            </a:r>
            <a:endParaRPr kumimoji="1" lang="en-US" altLang="en-US" sz="1800" b="0" i="0" u="none" strike="noStrike" kern="0" cap="none" spc="0" normalizeH="0" baseline="0" noProof="0" dirty="0">
              <a:ln>
                <a:noFill/>
              </a:ln>
              <a:solidFill>
                <a:schemeClr val="tx1"/>
              </a:solidFill>
              <a:effectLst/>
              <a:uLnTx/>
              <a:uFillTx/>
              <a:latin typeface="+mn-lt"/>
              <a:ea typeface="MS PGothic" panose="020B0600070205080204" pitchFamily="34" charset="-128"/>
              <a:cs typeface="MS PGothic" panose="020B0600070205080204" pitchFamily="34" charset="-128"/>
            </a:endParaRPr>
          </a:p>
          <a:p>
            <a:pPr marL="742950" marR="0" lvl="1" indent="-285750" algn="l" defTabSz="914400" rtl="0" eaLnBrk="0" fontAlgn="base" latinLnBrk="0" hangingPunct="0">
              <a:lnSpc>
                <a:spcPct val="100000"/>
              </a:lnSpc>
              <a:spcBef>
                <a:spcPct val="35000"/>
              </a:spcBef>
              <a:spcAft>
                <a:spcPct val="0"/>
              </a:spcAft>
              <a:buClr>
                <a:srgbClr val="CC6600"/>
              </a:buClr>
              <a:buSzPct val="80000"/>
              <a:buFont typeface="Wingdings" panose="05000000000000000000" pitchFamily="2" charset="2"/>
              <a:buChar char="Ø"/>
              <a:defRPr/>
            </a:pPr>
            <a:r>
              <a:rPr kumimoji="1" lang="en-US" altLang="en-US" sz="1800" b="0" i="0" u="none" strike="noStrike" kern="0" cap="none" spc="0" normalizeH="0" baseline="0" noProof="0" dirty="0">
                <a:ln>
                  <a:noFill/>
                </a:ln>
                <a:solidFill>
                  <a:srgbClr val="FF0000"/>
                </a:solidFill>
                <a:effectLst/>
                <a:uLnTx/>
                <a:uFillTx/>
                <a:latin typeface="+mn-lt"/>
                <a:ea typeface="MS PGothic" panose="020B0600070205080204" pitchFamily="34" charset="-128"/>
              </a:rPr>
              <a:t>What’s drawback?</a:t>
            </a:r>
            <a:endParaRPr kumimoji="1" lang="en-US" altLang="en-US" sz="1800" b="0" i="0" u="none" strike="noStrike" kern="0" cap="none" spc="0" normalizeH="0" baseline="0" noProof="0" dirty="0">
              <a:ln>
                <a:noFill/>
              </a:ln>
              <a:solidFill>
                <a:srgbClr val="FF0000"/>
              </a:solidFill>
              <a:effectLst/>
              <a:uLnTx/>
              <a:uFillTx/>
              <a:latin typeface="+mn-lt"/>
              <a:ea typeface="MS PGothic" panose="020B0600070205080204" pitchFamily="34" charset="-128"/>
            </a:endParaRPr>
          </a:p>
          <a:p>
            <a:pPr marL="742950" marR="0" lvl="1" indent="-285750" algn="l" defTabSz="914400" rtl="0" eaLnBrk="0" fontAlgn="base" latinLnBrk="0" hangingPunct="0">
              <a:lnSpc>
                <a:spcPct val="100000"/>
              </a:lnSpc>
              <a:spcBef>
                <a:spcPct val="35000"/>
              </a:spcBef>
              <a:spcAft>
                <a:spcPct val="0"/>
              </a:spcAft>
              <a:buClr>
                <a:srgbClr val="CC6600"/>
              </a:buClr>
              <a:buSzPct val="80000"/>
              <a:buFont typeface="Wingdings" panose="05000000000000000000" pitchFamily="2" charset="2"/>
              <a:buChar char="Ø"/>
              <a:defRPr/>
            </a:pPr>
            <a:r>
              <a:rPr kumimoji="1" lang="en-US" altLang="en-US" sz="1800" b="0" i="0" u="none" strike="noStrike" kern="0" cap="none" spc="0" normalizeH="0" baseline="0" noProof="0" dirty="0">
                <a:ln>
                  <a:noFill/>
                </a:ln>
                <a:solidFill>
                  <a:srgbClr val="FF0000"/>
                </a:solidFill>
                <a:effectLst/>
                <a:uLnTx/>
                <a:uFillTx/>
                <a:latin typeface="+mn-lt"/>
                <a:ea typeface="MS PGothic" panose="020B0600070205080204" pitchFamily="34" charset="-128"/>
              </a:rPr>
              <a:t>Break, but at great expense</a:t>
            </a:r>
            <a:endParaRPr kumimoji="1" lang="en-US" altLang="en-US" sz="1800" b="0" i="0" u="none" strike="noStrike" kern="0" cap="none" spc="0" normalizeH="0" baseline="0" noProof="0" dirty="0">
              <a:ln>
                <a:noFill/>
              </a:ln>
              <a:solidFill>
                <a:srgbClr val="FF0000"/>
              </a:solidFill>
              <a:effectLst/>
              <a:uLnTx/>
              <a:uFillTx/>
              <a:latin typeface="+mn-lt"/>
              <a:ea typeface="MS PGothic" panose="020B0600070205080204" pitchFamily="34" charset="-128"/>
            </a:endParaRPr>
          </a:p>
          <a:p>
            <a:pPr marL="342900" marR="0" lvl="0" indent="-342900" algn="l" defTabSz="914400" rtl="0" eaLnBrk="0" fontAlgn="base" latinLnBrk="0" hangingPunct="0">
              <a:lnSpc>
                <a:spcPct val="100000"/>
              </a:lnSpc>
              <a:spcBef>
                <a:spcPct val="35000"/>
              </a:spcBef>
              <a:spcAft>
                <a:spcPct val="0"/>
              </a:spcAft>
              <a:buClr>
                <a:srgbClr val="993300"/>
              </a:buClr>
              <a:buSzPct val="90000"/>
              <a:buFont typeface="Wingdings" panose="05000000000000000000" pitchFamily="2" charset="2"/>
              <a:buChar char="q"/>
              <a:defRPr/>
            </a:pPr>
            <a:r>
              <a:rPr kumimoji="1" lang="en-US" altLang="en-US" sz="1800" b="0" i="0" u="none" strike="noStrike" kern="0" cap="none" spc="0" normalizeH="0" baseline="0" noProof="0" dirty="0">
                <a:ln>
                  <a:noFill/>
                </a:ln>
                <a:solidFill>
                  <a:schemeClr val="tx1"/>
                </a:solidFill>
                <a:effectLst/>
                <a:uLnTx/>
                <a:uFillTx/>
                <a:latin typeface="+mn-lt"/>
                <a:ea typeface="MS PGothic" panose="020B0600070205080204" pitchFamily="34" charset="-128"/>
                <a:cs typeface="MS PGothic" panose="020B0600070205080204" pitchFamily="34" charset="-128"/>
              </a:rPr>
              <a:t>Abort one process at a time until the deadlock cycle is eliminated</a:t>
            </a:r>
            <a:endParaRPr kumimoji="1" lang="en-US" altLang="en-US" sz="1800" b="0" i="0" u="none" strike="noStrike" kern="0" cap="none" spc="0" normalizeH="0" baseline="0" noProof="0" dirty="0">
              <a:ln>
                <a:noFill/>
              </a:ln>
              <a:solidFill>
                <a:schemeClr val="tx1"/>
              </a:solidFill>
              <a:effectLst/>
              <a:uLnTx/>
              <a:uFillTx/>
              <a:latin typeface="+mn-lt"/>
              <a:ea typeface="MS PGothic" panose="020B0600070205080204" pitchFamily="34" charset="-128"/>
              <a:cs typeface="MS PGothic" panose="020B0600070205080204" pitchFamily="34" charset="-128"/>
            </a:endParaRPr>
          </a:p>
          <a:p>
            <a:pPr marL="742950" marR="0" lvl="1" indent="-285750" algn="l" defTabSz="914400" rtl="0" eaLnBrk="0" fontAlgn="base" latinLnBrk="0" hangingPunct="0">
              <a:lnSpc>
                <a:spcPct val="100000"/>
              </a:lnSpc>
              <a:spcBef>
                <a:spcPct val="35000"/>
              </a:spcBef>
              <a:spcAft>
                <a:spcPct val="0"/>
              </a:spcAft>
              <a:buClr>
                <a:srgbClr val="CC6600"/>
              </a:buClr>
              <a:buSzPct val="80000"/>
              <a:buFont typeface="Wingdings" panose="05000000000000000000" pitchFamily="2" charset="2"/>
              <a:buChar char="Ø"/>
              <a:defRPr/>
            </a:pPr>
            <a:r>
              <a:rPr kumimoji="1" lang="en-US" altLang="en-US" sz="1800" b="0" i="0" u="none" strike="noStrike" kern="0" cap="none" spc="0" normalizeH="0" baseline="0" noProof="0" dirty="0">
                <a:ln>
                  <a:noFill/>
                </a:ln>
                <a:solidFill>
                  <a:srgbClr val="FF0000"/>
                </a:solidFill>
                <a:effectLst/>
                <a:uLnTx/>
                <a:uFillTx/>
                <a:latin typeface="+mn-lt"/>
                <a:ea typeface="MS PGothic" panose="020B0600070205080204" pitchFamily="34" charset="-128"/>
              </a:rPr>
              <a:t>What’s drawback?</a:t>
            </a:r>
            <a:endParaRPr kumimoji="1" lang="en-US" altLang="en-US" sz="1800" b="0" i="0" u="none" strike="noStrike" kern="0" cap="none" spc="0" normalizeH="0" baseline="0" noProof="0" dirty="0">
              <a:ln>
                <a:noFill/>
              </a:ln>
              <a:solidFill>
                <a:srgbClr val="FF0000"/>
              </a:solidFill>
              <a:effectLst/>
              <a:uLnTx/>
              <a:uFillTx/>
              <a:latin typeface="+mn-lt"/>
              <a:ea typeface="MS PGothic" panose="020B0600070205080204" pitchFamily="34" charset="-128"/>
            </a:endParaRPr>
          </a:p>
          <a:p>
            <a:pPr marL="742950" marR="0" lvl="1" indent="-285750" algn="l" defTabSz="914400" rtl="0" eaLnBrk="0" fontAlgn="base" latinLnBrk="0" hangingPunct="0">
              <a:lnSpc>
                <a:spcPct val="100000"/>
              </a:lnSpc>
              <a:spcBef>
                <a:spcPct val="35000"/>
              </a:spcBef>
              <a:spcAft>
                <a:spcPct val="0"/>
              </a:spcAft>
              <a:buClr>
                <a:srgbClr val="CC6600"/>
              </a:buClr>
              <a:buSzPct val="80000"/>
              <a:buFont typeface="Wingdings" panose="05000000000000000000" pitchFamily="2" charset="2"/>
              <a:buChar char="Ø"/>
              <a:defRPr/>
            </a:pPr>
            <a:r>
              <a:rPr kumimoji="1" lang="en-US" altLang="en-US" sz="1800" b="0" i="0" u="none" strike="noStrike" kern="0" cap="none" spc="0" normalizeH="0" baseline="0" noProof="0" dirty="0">
                <a:ln>
                  <a:noFill/>
                </a:ln>
                <a:solidFill>
                  <a:srgbClr val="FF0000"/>
                </a:solidFill>
                <a:effectLst/>
                <a:uLnTx/>
                <a:uFillTx/>
                <a:latin typeface="+mn-lt"/>
                <a:ea typeface="MS PGothic" panose="020B0600070205080204" pitchFamily="34" charset="-128"/>
              </a:rPr>
              <a:t>Incurs considerable overhead, </a:t>
            </a:r>
            <a:r>
              <a:rPr kumimoji="1" lang="en-US" sz="1800" b="0" i="0" u="none" strike="noStrike" kern="0" cap="none" spc="0" normalizeH="0" baseline="0" noProof="0" dirty="0">
                <a:ln>
                  <a:noFill/>
                </a:ln>
                <a:solidFill>
                  <a:srgbClr val="FF0000"/>
                </a:solidFill>
                <a:effectLst/>
                <a:uLnTx/>
                <a:uFillTx/>
                <a:latin typeface="+mn-lt"/>
                <a:ea typeface="MS PGothic" panose="020B0600070205080204" pitchFamily="34" charset="-128"/>
              </a:rPr>
              <a:t>deadlock-detection algorithm</a:t>
            </a:r>
            <a:r>
              <a:rPr kumimoji="1" lang="en-US" altLang="en-US" sz="1800" b="0" i="0" u="none" strike="noStrike" kern="0" cap="none" spc="0" normalizeH="0" baseline="0" noProof="0" dirty="0">
                <a:ln>
                  <a:noFill/>
                </a:ln>
                <a:solidFill>
                  <a:srgbClr val="FF0000"/>
                </a:solidFill>
                <a:effectLst/>
                <a:uLnTx/>
                <a:uFillTx/>
                <a:latin typeface="+mn-lt"/>
                <a:ea typeface="MS PGothic" panose="020B0600070205080204" pitchFamily="34" charset="-128"/>
              </a:rPr>
              <a:t> invoked frequently</a:t>
            </a:r>
            <a:endParaRPr kumimoji="1" lang="en-US" altLang="en-US" sz="1800" b="0" i="0" u="none" strike="noStrike" kern="0" cap="none" spc="0" normalizeH="0" baseline="0" noProof="0" dirty="0">
              <a:ln>
                <a:noFill/>
              </a:ln>
              <a:solidFill>
                <a:srgbClr val="FF0000"/>
              </a:solidFill>
              <a:effectLst/>
              <a:uLnTx/>
              <a:uFillTx/>
              <a:latin typeface="+mn-lt"/>
              <a:ea typeface="MS PGothic" panose="020B0600070205080204" pitchFamily="34" charset="-128"/>
            </a:endParaRPr>
          </a:p>
          <a:p>
            <a:pPr marL="342900" marR="0" lvl="0" indent="-342900" algn="l" defTabSz="914400" rtl="0" eaLnBrk="0" fontAlgn="base" latinLnBrk="0" hangingPunct="0">
              <a:lnSpc>
                <a:spcPct val="100000"/>
              </a:lnSpc>
              <a:spcBef>
                <a:spcPct val="35000"/>
              </a:spcBef>
              <a:spcAft>
                <a:spcPct val="0"/>
              </a:spcAft>
              <a:buClr>
                <a:srgbClr val="993300"/>
              </a:buClr>
              <a:buSzPct val="90000"/>
              <a:buFont typeface="Wingdings" panose="05000000000000000000" pitchFamily="2" charset="2"/>
              <a:buChar char="q"/>
              <a:defRPr/>
            </a:pPr>
            <a:r>
              <a:rPr kumimoji="1" lang="en-US" altLang="en-US" sz="1800" b="0" i="0" u="none" strike="noStrike" kern="0" cap="none" spc="0" normalizeH="0" baseline="0" noProof="0" dirty="0">
                <a:ln>
                  <a:noFill/>
                </a:ln>
                <a:solidFill>
                  <a:schemeClr val="tx1"/>
                </a:solidFill>
                <a:effectLst/>
                <a:uLnTx/>
                <a:uFillTx/>
                <a:latin typeface="+mn-lt"/>
                <a:ea typeface="MS PGothic" panose="020B0600070205080204" pitchFamily="34" charset="-128"/>
                <a:cs typeface="MS PGothic" panose="020B0600070205080204" pitchFamily="34" charset="-128"/>
              </a:rPr>
              <a:t>In which order should we choose to abort?</a:t>
            </a:r>
            <a:endParaRPr kumimoji="1" lang="en-US" altLang="en-US" sz="1800" b="0" i="0" u="none" strike="noStrike" kern="0" cap="none" spc="0" normalizeH="0" baseline="0" noProof="0" dirty="0">
              <a:ln>
                <a:noFill/>
              </a:ln>
              <a:solidFill>
                <a:schemeClr val="tx1"/>
              </a:solidFill>
              <a:effectLst/>
              <a:uLnTx/>
              <a:uFillTx/>
              <a:latin typeface="+mn-lt"/>
              <a:ea typeface="MS PGothic" panose="020B0600070205080204" pitchFamily="34" charset="-128"/>
              <a:cs typeface="MS PGothic" panose="020B0600070205080204" pitchFamily="34" charset="-128"/>
            </a:endParaRPr>
          </a:p>
          <a:p>
            <a:pPr marL="800100" marR="0" lvl="1" indent="-342900" algn="l" defTabSz="914400" rtl="0" eaLnBrk="0" fontAlgn="base" latinLnBrk="0" hangingPunct="0">
              <a:lnSpc>
                <a:spcPct val="100000"/>
              </a:lnSpc>
              <a:spcBef>
                <a:spcPct val="35000"/>
              </a:spcBef>
              <a:spcAft>
                <a:spcPct val="0"/>
              </a:spcAft>
              <a:buClr>
                <a:srgbClr val="CC6600"/>
              </a:buClr>
              <a:buSzPct val="80000"/>
              <a:buFont typeface="Arial" panose="020B0604020202020204" pitchFamily="34" charset="0"/>
              <a:buAutoNum type="arabicPeriod"/>
              <a:defRPr/>
            </a:pPr>
            <a:r>
              <a:rPr kumimoji="1" lang="en-US" altLang="en-US" sz="1800" b="0" i="0" u="none" strike="noStrike" kern="0" cap="none" spc="0" normalizeH="0" baseline="0" noProof="0" dirty="0">
                <a:ln>
                  <a:noFill/>
                </a:ln>
                <a:solidFill>
                  <a:schemeClr val="tx1"/>
                </a:solidFill>
                <a:effectLst/>
                <a:uLnTx/>
                <a:uFillTx/>
                <a:latin typeface="+mn-lt"/>
                <a:ea typeface="MS PGothic" panose="020B0600070205080204" pitchFamily="34" charset="-128"/>
              </a:rPr>
              <a:t>Priority of the process</a:t>
            </a:r>
            <a:endParaRPr kumimoji="1" lang="en-US" altLang="en-US" sz="1800" b="0" i="0" u="none" strike="noStrike" kern="0" cap="none" spc="0" normalizeH="0" baseline="0" noProof="0" dirty="0">
              <a:ln>
                <a:noFill/>
              </a:ln>
              <a:solidFill>
                <a:schemeClr val="tx1"/>
              </a:solidFill>
              <a:effectLst/>
              <a:uLnTx/>
              <a:uFillTx/>
              <a:latin typeface="+mn-lt"/>
              <a:ea typeface="MS PGothic" panose="020B0600070205080204" pitchFamily="34" charset="-128"/>
            </a:endParaRPr>
          </a:p>
          <a:p>
            <a:pPr marL="800100" marR="0" lvl="1" indent="-342900" algn="l" defTabSz="914400" rtl="0" eaLnBrk="0" fontAlgn="base" latinLnBrk="0" hangingPunct="0">
              <a:lnSpc>
                <a:spcPct val="100000"/>
              </a:lnSpc>
              <a:spcBef>
                <a:spcPct val="35000"/>
              </a:spcBef>
              <a:spcAft>
                <a:spcPct val="0"/>
              </a:spcAft>
              <a:buClr>
                <a:srgbClr val="CC6600"/>
              </a:buClr>
              <a:buSzPct val="80000"/>
              <a:buFont typeface="Arial" panose="020B0604020202020204" pitchFamily="34" charset="0"/>
              <a:buAutoNum type="arabicPeriod"/>
              <a:defRPr/>
            </a:pPr>
            <a:r>
              <a:rPr kumimoji="1" lang="en-US" altLang="en-US" sz="1800" b="0" i="0" u="none" strike="noStrike" kern="0" cap="none" spc="0" normalizeH="0" baseline="0" noProof="0" dirty="0">
                <a:ln>
                  <a:noFill/>
                </a:ln>
                <a:solidFill>
                  <a:schemeClr val="tx1"/>
                </a:solidFill>
                <a:effectLst/>
                <a:uLnTx/>
                <a:uFillTx/>
                <a:latin typeface="+mn-lt"/>
                <a:ea typeface="MS PGothic" panose="020B0600070205080204" pitchFamily="34" charset="-128"/>
              </a:rPr>
              <a:t>How long process has computed, and how much longer to completion</a:t>
            </a:r>
            <a:endParaRPr kumimoji="1" lang="en-US" altLang="en-US" sz="1800" b="0" i="0" u="none" strike="noStrike" kern="0" cap="none" spc="0" normalizeH="0" baseline="0" noProof="0" dirty="0">
              <a:ln>
                <a:noFill/>
              </a:ln>
              <a:solidFill>
                <a:schemeClr val="tx1"/>
              </a:solidFill>
              <a:effectLst/>
              <a:uLnTx/>
              <a:uFillTx/>
              <a:latin typeface="+mn-lt"/>
              <a:ea typeface="MS PGothic" panose="020B0600070205080204" pitchFamily="34" charset="-128"/>
            </a:endParaRPr>
          </a:p>
          <a:p>
            <a:pPr marL="800100" marR="0" lvl="1" indent="-342900" algn="l" defTabSz="914400" rtl="0" eaLnBrk="0" fontAlgn="base" latinLnBrk="0" hangingPunct="0">
              <a:lnSpc>
                <a:spcPct val="100000"/>
              </a:lnSpc>
              <a:spcBef>
                <a:spcPct val="35000"/>
              </a:spcBef>
              <a:spcAft>
                <a:spcPct val="0"/>
              </a:spcAft>
              <a:buClr>
                <a:srgbClr val="CC6600"/>
              </a:buClr>
              <a:buSzPct val="80000"/>
              <a:buFont typeface="Arial" panose="020B0604020202020204" pitchFamily="34" charset="0"/>
              <a:buAutoNum type="arabicPeriod"/>
              <a:defRPr/>
            </a:pPr>
            <a:r>
              <a:rPr kumimoji="1" lang="en-US" altLang="en-US" sz="1800" b="0" i="0" u="none" strike="noStrike" kern="0" cap="none" spc="0" normalizeH="0" baseline="0" noProof="0" dirty="0">
                <a:ln>
                  <a:noFill/>
                </a:ln>
                <a:solidFill>
                  <a:schemeClr val="tx1"/>
                </a:solidFill>
                <a:effectLst/>
                <a:uLnTx/>
                <a:uFillTx/>
                <a:latin typeface="+mn-lt"/>
                <a:ea typeface="MS PGothic" panose="020B0600070205080204" pitchFamily="34" charset="-128"/>
              </a:rPr>
              <a:t>Resources the process has used</a:t>
            </a:r>
            <a:endParaRPr kumimoji="1" lang="en-US" altLang="en-US" sz="1800" b="0" i="0" u="none" strike="noStrike" kern="0" cap="none" spc="0" normalizeH="0" baseline="0" noProof="0" dirty="0">
              <a:ln>
                <a:noFill/>
              </a:ln>
              <a:solidFill>
                <a:schemeClr val="tx1"/>
              </a:solidFill>
              <a:effectLst/>
              <a:uLnTx/>
              <a:uFillTx/>
              <a:latin typeface="+mn-lt"/>
              <a:ea typeface="MS PGothic" panose="020B0600070205080204" pitchFamily="34" charset="-128"/>
            </a:endParaRPr>
          </a:p>
          <a:p>
            <a:pPr marL="800100" marR="0" lvl="1" indent="-342900" algn="l" defTabSz="914400" rtl="0" eaLnBrk="0" fontAlgn="base" latinLnBrk="0" hangingPunct="0">
              <a:lnSpc>
                <a:spcPct val="100000"/>
              </a:lnSpc>
              <a:spcBef>
                <a:spcPct val="35000"/>
              </a:spcBef>
              <a:spcAft>
                <a:spcPct val="0"/>
              </a:spcAft>
              <a:buClr>
                <a:srgbClr val="CC6600"/>
              </a:buClr>
              <a:buSzPct val="80000"/>
              <a:buFont typeface="Arial" panose="020B0604020202020204" pitchFamily="34" charset="0"/>
              <a:buAutoNum type="arabicPeriod"/>
              <a:defRPr/>
            </a:pPr>
            <a:r>
              <a:rPr kumimoji="1" lang="en-US" altLang="en-US" sz="1800" b="0" i="0" u="none" strike="noStrike" kern="0" cap="none" spc="0" normalizeH="0" baseline="0" noProof="0" dirty="0">
                <a:ln>
                  <a:noFill/>
                </a:ln>
                <a:solidFill>
                  <a:schemeClr val="tx1"/>
                </a:solidFill>
                <a:effectLst/>
                <a:uLnTx/>
                <a:uFillTx/>
                <a:latin typeface="+mn-lt"/>
                <a:ea typeface="MS PGothic" panose="020B0600070205080204" pitchFamily="34" charset="-128"/>
              </a:rPr>
              <a:t>Resources process needs to complete</a:t>
            </a:r>
            <a:endParaRPr kumimoji="1" lang="en-US" altLang="en-US" sz="1800" b="0" i="0" u="none" strike="noStrike" kern="0" cap="none" spc="0" normalizeH="0" baseline="0" noProof="0" dirty="0">
              <a:ln>
                <a:noFill/>
              </a:ln>
              <a:solidFill>
                <a:schemeClr val="tx1"/>
              </a:solidFill>
              <a:effectLst/>
              <a:uLnTx/>
              <a:uFillTx/>
              <a:latin typeface="+mn-lt"/>
              <a:ea typeface="MS PGothic" panose="020B0600070205080204" pitchFamily="34" charset="-128"/>
            </a:endParaRPr>
          </a:p>
          <a:p>
            <a:pPr marL="800100" marR="0" lvl="1" indent="-342900" algn="l" defTabSz="914400" rtl="0" eaLnBrk="0" fontAlgn="base" latinLnBrk="0" hangingPunct="0">
              <a:lnSpc>
                <a:spcPct val="100000"/>
              </a:lnSpc>
              <a:spcBef>
                <a:spcPct val="35000"/>
              </a:spcBef>
              <a:spcAft>
                <a:spcPct val="0"/>
              </a:spcAft>
              <a:buClr>
                <a:srgbClr val="CC6600"/>
              </a:buClr>
              <a:buSzPct val="80000"/>
              <a:buFont typeface="Arial" panose="020B0604020202020204" pitchFamily="34" charset="0"/>
              <a:buAutoNum type="arabicPeriod"/>
              <a:defRPr/>
            </a:pPr>
            <a:r>
              <a:rPr kumimoji="1" lang="en-US" altLang="en-US" sz="1800" b="0" i="0" u="none" strike="noStrike" kern="0" cap="none" spc="0" normalizeH="0" baseline="0" noProof="0" dirty="0">
                <a:ln>
                  <a:noFill/>
                </a:ln>
                <a:solidFill>
                  <a:schemeClr val="tx1"/>
                </a:solidFill>
                <a:effectLst/>
                <a:uLnTx/>
                <a:uFillTx/>
                <a:latin typeface="+mn-lt"/>
                <a:ea typeface="MS PGothic" panose="020B0600070205080204" pitchFamily="34" charset="-128"/>
              </a:rPr>
              <a:t>How many processes will need to be terminated</a:t>
            </a:r>
            <a:endParaRPr kumimoji="1" lang="en-US" altLang="en-US" sz="1800" b="0" i="0" u="none" strike="noStrike" kern="0" cap="none" spc="0" normalizeH="0" baseline="0" noProof="0" dirty="0">
              <a:ln>
                <a:noFill/>
              </a:ln>
              <a:solidFill>
                <a:schemeClr val="tx1"/>
              </a:solidFill>
              <a:effectLst/>
              <a:uLnTx/>
              <a:uFillTx/>
              <a:latin typeface="+mn-lt"/>
              <a:ea typeface="MS PGothic" panose="020B0600070205080204" pitchFamily="34" charset="-128"/>
            </a:endParaRPr>
          </a:p>
          <a:p>
            <a:pPr marL="800100" marR="0" lvl="1" indent="-342900" algn="l" defTabSz="914400" rtl="0" eaLnBrk="0" fontAlgn="base" latinLnBrk="0" hangingPunct="0">
              <a:lnSpc>
                <a:spcPct val="100000"/>
              </a:lnSpc>
              <a:spcBef>
                <a:spcPct val="35000"/>
              </a:spcBef>
              <a:spcAft>
                <a:spcPct val="0"/>
              </a:spcAft>
              <a:buClr>
                <a:srgbClr val="CC6600"/>
              </a:buClr>
              <a:buSzPct val="80000"/>
              <a:buFont typeface="Arial" panose="020B0604020202020204" pitchFamily="34" charset="0"/>
              <a:buAutoNum type="arabicPeriod"/>
              <a:defRPr/>
            </a:pPr>
            <a:r>
              <a:rPr kumimoji="1" lang="en-US" altLang="en-US" sz="1800" b="0" i="0" u="none" strike="noStrike" kern="0" cap="none" spc="0" normalizeH="0" baseline="0" noProof="0" dirty="0">
                <a:ln>
                  <a:noFill/>
                </a:ln>
                <a:solidFill>
                  <a:schemeClr val="tx1"/>
                </a:solidFill>
                <a:effectLst/>
                <a:uLnTx/>
                <a:uFillTx/>
                <a:latin typeface="+mn-lt"/>
                <a:ea typeface="MS PGothic" panose="020B0600070205080204" pitchFamily="34" charset="-128"/>
              </a:rPr>
              <a:t>Is process interactive or batch?</a:t>
            </a:r>
            <a:endParaRPr kumimoji="1" lang="en-US" altLang="en-US" sz="1800" b="0" i="0" u="none" strike="noStrike" kern="0" cap="none" spc="0" normalizeH="0" baseline="0" noProof="0" dirty="0">
              <a:ln>
                <a:noFill/>
              </a:ln>
              <a:solidFill>
                <a:schemeClr val="tx1"/>
              </a:solidFill>
              <a:effectLst/>
              <a:uLnTx/>
              <a:uFillTx/>
              <a:latin typeface="+mn-lt"/>
              <a:ea typeface="MS PGothic" panose="020B0600070205080204" pitchFamily="34" charset="-128"/>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4579">
                                            <p:txEl>
                                              <p:charRg st="48" end="76"/>
                                            </p:txEl>
                                          </p:spTgt>
                                        </p:tgtEl>
                                        <p:attrNameLst>
                                          <p:attrName>style.visibility</p:attrName>
                                        </p:attrNameLst>
                                      </p:cBhvr>
                                      <p:to>
                                        <p:strVal val="visible"/>
                                      </p:to>
                                    </p:set>
                                    <p:anim calcmode="lin" valueType="num">
                                      <p:cBhvr additive="base">
                                        <p:cTn id="7" dur="500" fill="hold"/>
                                        <p:tgtEl>
                                          <p:spTgt spid="24579">
                                            <p:txEl>
                                              <p:charRg st="48" end="76"/>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4579">
                                            <p:txEl>
                                              <p:charRg st="48" end="76"/>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4579">
                                            <p:txEl>
                                              <p:charRg st="160" end="238"/>
                                            </p:txEl>
                                          </p:spTgt>
                                        </p:tgtEl>
                                        <p:attrNameLst>
                                          <p:attrName>style.visibility</p:attrName>
                                        </p:attrNameLst>
                                      </p:cBhvr>
                                      <p:to>
                                        <p:strVal val="visible"/>
                                      </p:to>
                                    </p:set>
                                    <p:anim calcmode="lin" valueType="num">
                                      <p:cBhvr additive="base">
                                        <p:cTn id="13" dur="500" fill="hold"/>
                                        <p:tgtEl>
                                          <p:spTgt spid="24579">
                                            <p:txEl>
                                              <p:charRg st="160" end="238"/>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4579">
                                            <p:txEl>
                                              <p:charRg st="160" end="23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1138" name="Rectangle 2"/>
          <p:cNvSpPr>
            <a:spLocks noGrp="1"/>
          </p:cNvSpPr>
          <p:nvPr>
            <p:ph type="title" idx="4294967295"/>
          </p:nvPr>
        </p:nvSpPr>
        <p:spPr>
          <a:xfrm>
            <a:off x="1147763" y="255588"/>
            <a:ext cx="8020050" cy="457200"/>
          </a:xfrm>
        </p:spPr>
        <p:txBody>
          <a:bodyPr vert="horz" wrap="square" lIns="91440" tIns="45720" rIns="91440" bIns="45720" anchor="b" anchorCtr="0"/>
          <a:p>
            <a:pPr eaLnBrk="1" hangingPunct="1"/>
            <a:r>
              <a:rPr lang="en-US" altLang="en-US" sz="2400" dirty="0"/>
              <a:t>Recovery from Deadlock:  Resource Preemption</a:t>
            </a:r>
            <a:endParaRPr lang="en-US" altLang="en-US" sz="2400" dirty="0"/>
          </a:p>
        </p:txBody>
      </p:sp>
      <p:sp>
        <p:nvSpPr>
          <p:cNvPr id="25603" name="Rectangle 3"/>
          <p:cNvSpPr>
            <a:spLocks noGrp="1" noChangeArrowheads="1"/>
          </p:cNvSpPr>
          <p:nvPr>
            <p:ph type="body" idx="1"/>
          </p:nvPr>
        </p:nvSpPr>
        <p:spPr>
          <a:xfrm>
            <a:off x="858838" y="1150938"/>
            <a:ext cx="6802438" cy="4483100"/>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35000"/>
              </a:spcBef>
              <a:spcAft>
                <a:spcPct val="0"/>
              </a:spcAft>
              <a:buClr>
                <a:srgbClr val="993300"/>
              </a:buClr>
              <a:buSzPct val="90000"/>
              <a:buFont typeface="Wingdings" panose="05000000000000000000" pitchFamily="2" charset="2"/>
              <a:buChar char="q"/>
              <a:defRPr/>
            </a:pPr>
            <a:r>
              <a:rPr kumimoji="1" lang="en-US" altLang="en-US" sz="1800" b="0" i="0" u="none" strike="noStrike" kern="0" cap="none" spc="0" normalizeH="0" baseline="0" noProof="0" dirty="0">
                <a:ln>
                  <a:noFill/>
                </a:ln>
                <a:solidFill>
                  <a:schemeClr val="tx1"/>
                </a:solidFill>
                <a:effectLst/>
                <a:uLnTx/>
                <a:uFillTx/>
                <a:latin typeface="+mn-lt"/>
                <a:ea typeface="MS PGothic" panose="020B0600070205080204" pitchFamily="34" charset="-128"/>
                <a:cs typeface="MS PGothic" panose="020B0600070205080204" pitchFamily="34" charset="-128"/>
              </a:rPr>
              <a:t>Successively preempt some resources from processes and give these resources to other processes until the deadlock cycle is broken</a:t>
            </a:r>
            <a:endParaRPr kumimoji="1" lang="en-US" altLang="en-US" sz="1800" b="0" i="0" u="none" strike="noStrike" kern="0" cap="none" spc="0" normalizeH="0" baseline="0" noProof="0" dirty="0">
              <a:ln>
                <a:noFill/>
              </a:ln>
              <a:solidFill>
                <a:schemeClr val="tx1"/>
              </a:solidFill>
              <a:effectLst/>
              <a:uLnTx/>
              <a:uFillTx/>
              <a:latin typeface="+mn-lt"/>
              <a:ea typeface="MS PGothic" panose="020B0600070205080204" pitchFamily="34" charset="-128"/>
              <a:cs typeface="MS PGothic" panose="020B0600070205080204" pitchFamily="34" charset="-128"/>
            </a:endParaRPr>
          </a:p>
          <a:p>
            <a:pPr marL="342900" marR="0" lvl="0" indent="-342900" algn="l" defTabSz="914400" rtl="0" eaLnBrk="0" fontAlgn="base" latinLnBrk="0" hangingPunct="0">
              <a:lnSpc>
                <a:spcPct val="100000"/>
              </a:lnSpc>
              <a:spcBef>
                <a:spcPct val="35000"/>
              </a:spcBef>
              <a:spcAft>
                <a:spcPct val="0"/>
              </a:spcAft>
              <a:buClr>
                <a:srgbClr val="993300"/>
              </a:buClr>
              <a:buSzPct val="90000"/>
              <a:buFont typeface="Wingdings" panose="05000000000000000000" pitchFamily="2" charset="2"/>
              <a:buChar char="q"/>
              <a:defRPr/>
            </a:pPr>
            <a:r>
              <a:rPr kumimoji="1" lang="en-US" altLang="en-US" sz="1800" b="1" i="0" u="none" strike="noStrike" kern="0" cap="none" spc="0" normalizeH="0" baseline="0" noProof="0" dirty="0">
                <a:ln>
                  <a:noFill/>
                </a:ln>
                <a:solidFill>
                  <a:schemeClr val="tx1"/>
                </a:solidFill>
                <a:effectLst/>
                <a:uLnTx/>
                <a:uFillTx/>
                <a:latin typeface="+mn-lt"/>
                <a:ea typeface="MS PGothic" panose="020B0600070205080204" pitchFamily="34" charset="-128"/>
                <a:cs typeface="MS PGothic" panose="020B0600070205080204" pitchFamily="34" charset="-128"/>
              </a:rPr>
              <a:t>Selecting a victim </a:t>
            </a:r>
            <a:r>
              <a:rPr kumimoji="1" lang="en-US" altLang="en-US" sz="1800" b="0" i="0" u="none" strike="noStrike" kern="0" cap="none" spc="0" normalizeH="0" baseline="0" noProof="0" dirty="0">
                <a:ln>
                  <a:noFill/>
                </a:ln>
                <a:solidFill>
                  <a:schemeClr val="tx1"/>
                </a:solidFill>
                <a:effectLst/>
                <a:uLnTx/>
                <a:uFillTx/>
                <a:latin typeface="+mn-lt"/>
                <a:ea typeface="MS PGothic" panose="020B0600070205080204" pitchFamily="34" charset="-128"/>
                <a:cs typeface="MS PGothic" panose="020B0600070205080204" pitchFamily="34" charset="-128"/>
              </a:rPr>
              <a:t>– minimize cost</a:t>
            </a:r>
            <a:endParaRPr kumimoji="1" lang="en-US" altLang="en-US" sz="1800" b="0" i="0" u="none" strike="noStrike" kern="0" cap="none" spc="0" normalizeH="0" baseline="0" noProof="0" dirty="0">
              <a:ln>
                <a:noFill/>
              </a:ln>
              <a:solidFill>
                <a:schemeClr val="tx1"/>
              </a:solidFill>
              <a:effectLst/>
              <a:uLnTx/>
              <a:uFillTx/>
              <a:latin typeface="+mn-lt"/>
              <a:ea typeface="MS PGothic" panose="020B0600070205080204" pitchFamily="34" charset="-128"/>
              <a:cs typeface="MS PGothic" panose="020B0600070205080204" pitchFamily="34" charset="-128"/>
            </a:endParaRPr>
          </a:p>
          <a:p>
            <a:pPr marL="742950" marR="0" lvl="1" indent="-285750" algn="l" defTabSz="914400" rtl="0" eaLnBrk="0" fontAlgn="base" latinLnBrk="0" hangingPunct="0">
              <a:lnSpc>
                <a:spcPct val="100000"/>
              </a:lnSpc>
              <a:spcBef>
                <a:spcPct val="35000"/>
              </a:spcBef>
              <a:spcAft>
                <a:spcPct val="0"/>
              </a:spcAft>
              <a:buClr>
                <a:srgbClr val="CC6600"/>
              </a:buClr>
              <a:buSzPct val="80000"/>
              <a:buFont typeface="Wingdings" panose="05000000000000000000" pitchFamily="2" charset="2"/>
              <a:buChar char="Ø"/>
              <a:defRPr/>
            </a:pPr>
            <a:r>
              <a:rPr kumimoji="1" lang="en-US" altLang="en-US" sz="1800" b="0" i="0" u="none" strike="noStrike" kern="0" cap="none" spc="0" normalizeH="0" baseline="0" noProof="0" dirty="0">
                <a:ln>
                  <a:noFill/>
                </a:ln>
                <a:solidFill>
                  <a:srgbClr val="FF0000"/>
                </a:solidFill>
                <a:effectLst/>
                <a:uLnTx/>
                <a:uFillTx/>
                <a:latin typeface="+mn-lt"/>
                <a:ea typeface="MS PGothic" panose="020B0600070205080204" pitchFamily="34" charset="-128"/>
              </a:rPr>
              <a:t>Number of resources is holding; amount of time has thus far consumed</a:t>
            </a:r>
            <a:endParaRPr kumimoji="1" lang="en-US" altLang="en-US" sz="1800" b="0" i="0" u="none" strike="noStrike" kern="0" cap="none" spc="0" normalizeH="0" baseline="0" noProof="0" dirty="0">
              <a:ln>
                <a:noFill/>
              </a:ln>
              <a:solidFill>
                <a:srgbClr val="FF0000"/>
              </a:solidFill>
              <a:effectLst/>
              <a:uLnTx/>
              <a:uFillTx/>
              <a:latin typeface="+mn-lt"/>
              <a:ea typeface="MS PGothic" panose="020B0600070205080204" pitchFamily="34" charset="-128"/>
            </a:endParaRPr>
          </a:p>
          <a:p>
            <a:pPr marL="0" marR="0" lvl="0" indent="0" algn="l" defTabSz="914400" rtl="0" eaLnBrk="0" fontAlgn="base" latinLnBrk="0" hangingPunct="0">
              <a:lnSpc>
                <a:spcPct val="100000"/>
              </a:lnSpc>
              <a:spcBef>
                <a:spcPct val="35000"/>
              </a:spcBef>
              <a:spcAft>
                <a:spcPct val="0"/>
              </a:spcAft>
              <a:buClr>
                <a:srgbClr val="993300"/>
              </a:buClr>
              <a:buSzPct val="90000"/>
              <a:buFont typeface="Monotype Sorts" pitchFamily="-84" charset="2"/>
              <a:buNone/>
              <a:defRPr/>
            </a:pPr>
            <a:endParaRPr kumimoji="1" lang="en-US" altLang="en-US" sz="1800" b="0" i="0" u="none" strike="noStrike" kern="0" cap="none" spc="0" normalizeH="0" baseline="0" noProof="0" dirty="0">
              <a:ln>
                <a:noFill/>
              </a:ln>
              <a:solidFill>
                <a:schemeClr val="tx1"/>
              </a:solidFill>
              <a:effectLst/>
              <a:uLnTx/>
              <a:uFillTx/>
              <a:latin typeface="+mn-lt"/>
              <a:ea typeface="MS PGothic" panose="020B0600070205080204" pitchFamily="34" charset="-128"/>
              <a:cs typeface="MS PGothic" panose="020B0600070205080204" pitchFamily="34" charset="-128"/>
            </a:endParaRPr>
          </a:p>
          <a:p>
            <a:pPr marL="342900" marR="0" lvl="0" indent="-342900" algn="l" defTabSz="914400" rtl="0" eaLnBrk="0" fontAlgn="base" latinLnBrk="0" hangingPunct="0">
              <a:lnSpc>
                <a:spcPct val="100000"/>
              </a:lnSpc>
              <a:spcBef>
                <a:spcPct val="35000"/>
              </a:spcBef>
              <a:spcAft>
                <a:spcPct val="0"/>
              </a:spcAft>
              <a:buClr>
                <a:srgbClr val="993300"/>
              </a:buClr>
              <a:buSzPct val="90000"/>
              <a:buFont typeface="Wingdings" panose="05000000000000000000" pitchFamily="2" charset="2"/>
              <a:buChar char="q"/>
              <a:defRPr/>
            </a:pPr>
            <a:r>
              <a:rPr kumimoji="1" lang="en-US" altLang="en-US" sz="1800" b="1" i="0" u="none" strike="noStrike" kern="0" cap="none" spc="0" normalizeH="0" baseline="0" noProof="0" dirty="0">
                <a:ln>
                  <a:noFill/>
                </a:ln>
                <a:solidFill>
                  <a:schemeClr val="tx1"/>
                </a:solidFill>
                <a:effectLst/>
                <a:uLnTx/>
                <a:uFillTx/>
                <a:latin typeface="+mn-lt"/>
                <a:ea typeface="MS PGothic" panose="020B0600070205080204" pitchFamily="34" charset="-128"/>
                <a:cs typeface="MS PGothic" panose="020B0600070205080204" pitchFamily="34" charset="-128"/>
              </a:rPr>
              <a:t>Rollback</a:t>
            </a:r>
            <a:r>
              <a:rPr kumimoji="1" lang="en-US" altLang="en-US" sz="1800" b="0" i="0" u="none" strike="noStrike" kern="0" cap="none" spc="0" normalizeH="0" baseline="0" noProof="0" dirty="0">
                <a:ln>
                  <a:noFill/>
                </a:ln>
                <a:solidFill>
                  <a:schemeClr val="tx1"/>
                </a:solidFill>
                <a:effectLst/>
                <a:uLnTx/>
                <a:uFillTx/>
                <a:latin typeface="+mn-lt"/>
                <a:ea typeface="MS PGothic" panose="020B0600070205080204" pitchFamily="34" charset="-128"/>
                <a:cs typeface="MS PGothic" panose="020B0600070205080204" pitchFamily="34" charset="-128"/>
              </a:rPr>
              <a:t> – return to some safe state, restart process from that state</a:t>
            </a:r>
            <a:endParaRPr kumimoji="1" lang="en-US" altLang="en-US" sz="1800" b="0" i="0" u="none" strike="noStrike" kern="0" cap="none" spc="0" normalizeH="0" baseline="0" noProof="0" dirty="0">
              <a:ln>
                <a:noFill/>
              </a:ln>
              <a:solidFill>
                <a:schemeClr val="tx1"/>
              </a:solidFill>
              <a:effectLst/>
              <a:uLnTx/>
              <a:uFillTx/>
              <a:latin typeface="+mn-lt"/>
              <a:ea typeface="MS PGothic" panose="020B0600070205080204" pitchFamily="34" charset="-128"/>
              <a:cs typeface="MS PGothic" panose="020B0600070205080204" pitchFamily="34" charset="-128"/>
            </a:endParaRPr>
          </a:p>
          <a:p>
            <a:pPr marL="742950" marR="0" lvl="1" indent="-285750" algn="l" defTabSz="914400" rtl="0" eaLnBrk="0" fontAlgn="base" latinLnBrk="0" hangingPunct="0">
              <a:lnSpc>
                <a:spcPct val="100000"/>
              </a:lnSpc>
              <a:spcBef>
                <a:spcPct val="35000"/>
              </a:spcBef>
              <a:spcAft>
                <a:spcPct val="0"/>
              </a:spcAft>
              <a:buClr>
                <a:srgbClr val="CC6600"/>
              </a:buClr>
              <a:buSzPct val="80000"/>
              <a:buFont typeface="Wingdings" panose="05000000000000000000" pitchFamily="2" charset="2"/>
              <a:buChar char="Ø"/>
              <a:defRPr/>
            </a:pPr>
            <a:r>
              <a:rPr kumimoji="1" lang="en-US" altLang="en-US" sz="1800" b="0" i="0" u="none" strike="noStrike" kern="0" cap="none" spc="0" normalizeH="0" baseline="0" noProof="0" dirty="0">
                <a:ln>
                  <a:noFill/>
                </a:ln>
                <a:solidFill>
                  <a:srgbClr val="FF0000"/>
                </a:solidFill>
                <a:effectLst/>
                <a:uLnTx/>
                <a:uFillTx/>
                <a:latin typeface="+mn-lt"/>
                <a:ea typeface="MS PGothic" panose="020B0600070205080204" pitchFamily="34" charset="-128"/>
              </a:rPr>
              <a:t>Hard to determine, so total rollback</a:t>
            </a:r>
            <a:endParaRPr kumimoji="1" lang="en-US" altLang="en-US" sz="1800" b="0" i="0" u="none" strike="noStrike" kern="0" cap="none" spc="0" normalizeH="0" baseline="0" noProof="0" dirty="0">
              <a:ln>
                <a:noFill/>
              </a:ln>
              <a:solidFill>
                <a:srgbClr val="FF0000"/>
              </a:solidFill>
              <a:effectLst/>
              <a:uLnTx/>
              <a:uFillTx/>
              <a:latin typeface="+mn-lt"/>
              <a:ea typeface="MS PGothic" panose="020B0600070205080204" pitchFamily="34" charset="-128"/>
            </a:endParaRPr>
          </a:p>
          <a:p>
            <a:pPr marL="0" marR="0" lvl="0" indent="0" algn="l" defTabSz="914400" rtl="0" eaLnBrk="0" fontAlgn="base" latinLnBrk="0" hangingPunct="0">
              <a:lnSpc>
                <a:spcPct val="100000"/>
              </a:lnSpc>
              <a:spcBef>
                <a:spcPct val="35000"/>
              </a:spcBef>
              <a:spcAft>
                <a:spcPct val="0"/>
              </a:spcAft>
              <a:buClr>
                <a:srgbClr val="993300"/>
              </a:buClr>
              <a:buSzPct val="90000"/>
              <a:buFont typeface="Monotype Sorts" pitchFamily="-84" charset="2"/>
              <a:buNone/>
              <a:defRPr/>
            </a:pPr>
            <a:endParaRPr kumimoji="1" lang="en-US" altLang="en-US" sz="1800" b="0" i="0" u="none" strike="noStrike" kern="0" cap="none" spc="0" normalizeH="0" baseline="0" noProof="0" dirty="0">
              <a:ln>
                <a:noFill/>
              </a:ln>
              <a:solidFill>
                <a:schemeClr val="tx1"/>
              </a:solidFill>
              <a:effectLst/>
              <a:uLnTx/>
              <a:uFillTx/>
              <a:latin typeface="+mn-lt"/>
              <a:ea typeface="MS PGothic" panose="020B0600070205080204" pitchFamily="34" charset="-128"/>
              <a:cs typeface="MS PGothic" panose="020B0600070205080204" pitchFamily="34" charset="-128"/>
            </a:endParaRPr>
          </a:p>
          <a:p>
            <a:pPr marL="342900" marR="0" lvl="0" indent="-342900" algn="l" defTabSz="914400" rtl="0" eaLnBrk="0" fontAlgn="base" latinLnBrk="0" hangingPunct="0">
              <a:lnSpc>
                <a:spcPct val="100000"/>
              </a:lnSpc>
              <a:spcBef>
                <a:spcPct val="35000"/>
              </a:spcBef>
              <a:spcAft>
                <a:spcPct val="0"/>
              </a:spcAft>
              <a:buClr>
                <a:srgbClr val="993300"/>
              </a:buClr>
              <a:buSzPct val="90000"/>
              <a:buFont typeface="Wingdings" panose="05000000000000000000" pitchFamily="2" charset="2"/>
              <a:buChar char="q"/>
              <a:defRPr/>
            </a:pPr>
            <a:r>
              <a:rPr kumimoji="1" lang="en-US" altLang="en-US" sz="1800" b="1" i="0" u="none" strike="noStrike" kern="0" cap="none" spc="0" normalizeH="0" baseline="0" noProof="0" dirty="0">
                <a:ln>
                  <a:noFill/>
                </a:ln>
                <a:solidFill>
                  <a:schemeClr val="tx1"/>
                </a:solidFill>
                <a:effectLst/>
                <a:uLnTx/>
                <a:uFillTx/>
                <a:latin typeface="+mn-lt"/>
                <a:ea typeface="MS PGothic" panose="020B0600070205080204" pitchFamily="34" charset="-128"/>
                <a:cs typeface="MS PGothic" panose="020B0600070205080204" pitchFamily="34" charset="-128"/>
              </a:rPr>
              <a:t>Starvation</a:t>
            </a:r>
            <a:r>
              <a:rPr kumimoji="1" lang="en-US" altLang="en-US" sz="1800" b="0" i="0" u="none" strike="noStrike" kern="0" cap="none" spc="0" normalizeH="0" baseline="0" noProof="0" dirty="0">
                <a:ln>
                  <a:noFill/>
                </a:ln>
                <a:solidFill>
                  <a:schemeClr val="tx1"/>
                </a:solidFill>
                <a:effectLst/>
                <a:uLnTx/>
                <a:uFillTx/>
                <a:latin typeface="+mn-lt"/>
                <a:ea typeface="MS PGothic" panose="020B0600070205080204" pitchFamily="34" charset="-128"/>
                <a:cs typeface="MS PGothic" panose="020B0600070205080204" pitchFamily="34" charset="-128"/>
              </a:rPr>
              <a:t> –  same process may always be picked as victim, include number of rollback in cost factor</a:t>
            </a:r>
            <a:endParaRPr kumimoji="1" lang="en-US" altLang="en-US" sz="1800" b="0" i="0" u="none" strike="noStrike" kern="0" cap="none" spc="0" normalizeH="0" baseline="0" noProof="0" dirty="0">
              <a:ln>
                <a:noFill/>
              </a:ln>
              <a:solidFill>
                <a:schemeClr val="tx1"/>
              </a:solidFill>
              <a:effectLst/>
              <a:uLnTx/>
              <a:uFillTx/>
              <a:latin typeface="+mn-lt"/>
              <a:ea typeface="MS PGothic" panose="020B0600070205080204" pitchFamily="34" charset="-128"/>
              <a:cs typeface="MS PGothic" panose="020B0600070205080204" pitchFamily="34" charset="-128"/>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3186" name="Rectangle 2"/>
          <p:cNvSpPr>
            <a:spLocks noGrp="1"/>
          </p:cNvSpPr>
          <p:nvPr>
            <p:ph type="title"/>
          </p:nvPr>
        </p:nvSpPr>
        <p:spPr>
          <a:xfrm>
            <a:off x="1109663" y="214313"/>
            <a:ext cx="7577137" cy="576262"/>
          </a:xfrm>
        </p:spPr>
        <p:txBody>
          <a:bodyPr vert="horz" wrap="square" lIns="91440" tIns="45720" rIns="91440" bIns="45720" anchor="b" anchorCtr="0"/>
          <a:p>
            <a:pPr eaLnBrk="1" hangingPunct="1"/>
            <a:r>
              <a:rPr lang="en-US" altLang="en-US" dirty="0"/>
              <a:t>Deadlock prevention</a:t>
            </a:r>
            <a:endParaRPr lang="en-US" altLang="en-US" dirty="0"/>
          </a:p>
        </p:txBody>
      </p:sp>
      <p:sp>
        <p:nvSpPr>
          <p:cNvPr id="5" name="Rectangle 3"/>
          <p:cNvSpPr txBox="1">
            <a:spLocks noChangeArrowheads="1"/>
          </p:cNvSpPr>
          <p:nvPr/>
        </p:nvSpPr>
        <p:spPr bwMode="auto">
          <a:xfrm>
            <a:off x="882650" y="2852738"/>
            <a:ext cx="7804150" cy="576263"/>
          </a:xfrm>
          <a:prstGeom prst="rect">
            <a:avLst/>
          </a:prstGeom>
          <a:noFill/>
          <a:ln>
            <a:noFill/>
          </a:ln>
        </p:spPr>
        <p:txBody>
          <a:bodyPr/>
          <a:lstStyle>
            <a:lvl1pPr marL="342900" indent="-342900" algn="l" rtl="0" eaLnBrk="0" fontAlgn="base" hangingPunct="0">
              <a:spcBef>
                <a:spcPct val="35000"/>
              </a:spcBef>
              <a:spcAft>
                <a:spcPct val="0"/>
              </a:spcAft>
              <a:buClr>
                <a:srgbClr val="993300"/>
              </a:buClr>
              <a:buSzPct val="90000"/>
              <a:buFont typeface="Monotype Sorts" pitchFamily="-84" charset="2"/>
              <a:buChar char="n"/>
              <a:defRPr kumimoji="1">
                <a:solidFill>
                  <a:schemeClr val="tx1"/>
                </a:solidFill>
                <a:latin typeface="+mn-lt"/>
                <a:ea typeface="MS PGothic" panose="020B0600070205080204" pitchFamily="34" charset="-128"/>
                <a:cs typeface="MS PGothic" panose="020B0600070205080204" pitchFamily="34" charset="-128"/>
              </a:defRPr>
            </a:lvl1pPr>
            <a:lvl2pPr marL="742950" indent="-285750" algn="l" rtl="0" eaLnBrk="0" fontAlgn="base" hangingPunct="0">
              <a:spcBef>
                <a:spcPct val="35000"/>
              </a:spcBef>
              <a:spcAft>
                <a:spcPct val="0"/>
              </a:spcAft>
              <a:buClr>
                <a:srgbClr val="CC6600"/>
              </a:buClr>
              <a:buSzPct val="80000"/>
              <a:buFont typeface="Monotype Sorts" pitchFamily="-84" charset="2"/>
              <a:buChar char="l"/>
              <a:defRPr kumimoji="1">
                <a:solidFill>
                  <a:schemeClr val="tx1"/>
                </a:solidFill>
                <a:latin typeface="+mn-lt"/>
                <a:ea typeface="MS PGothic" panose="020B0600070205080204" pitchFamily="34" charset="-128"/>
              </a:defRPr>
            </a:lvl2pPr>
            <a:lvl3pPr marL="1085850"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a:solidFill>
                  <a:schemeClr val="tx1"/>
                </a:solidFill>
                <a:latin typeface="+mn-lt"/>
                <a:ea typeface="MS PGothic" panose="020B0600070205080204" pitchFamily="34" charset="-128"/>
              </a:defRPr>
            </a:lvl3pPr>
            <a:lvl4pPr marL="1428750" indent="-228600" algn="l" rtl="0" eaLnBrk="0" fontAlgn="base" hangingPunct="0">
              <a:spcBef>
                <a:spcPct val="35000"/>
              </a:spcBef>
              <a:spcAft>
                <a:spcPct val="0"/>
              </a:spcAft>
              <a:buClr>
                <a:schemeClr val="hlink"/>
              </a:buClr>
              <a:buSzPct val="75000"/>
              <a:buChar char="–"/>
              <a:defRPr kumimoji="1">
                <a:solidFill>
                  <a:schemeClr val="tx1"/>
                </a:solidFill>
                <a:latin typeface="+mn-lt"/>
                <a:ea typeface="MS PGothic" panose="020B0600070205080204" pitchFamily="34" charset="-128"/>
              </a:defRPr>
            </a:lvl4pPr>
            <a:lvl5pPr marL="17716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anose="020B0600070205080204" pitchFamily="34" charset="-128"/>
              </a:defRPr>
            </a:lvl5pPr>
            <a:lvl6pPr marL="22288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anose="020B0600070205080204" pitchFamily="34" charset="-128"/>
              </a:defRPr>
            </a:lvl6pPr>
            <a:lvl7pPr marL="26860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anose="020B0600070205080204" pitchFamily="34" charset="-128"/>
              </a:defRPr>
            </a:lvl7pPr>
            <a:lvl8pPr marL="31432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anose="020B0600070205080204" pitchFamily="34" charset="-128"/>
              </a:defRPr>
            </a:lvl8pPr>
            <a:lvl9pPr marL="36004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anose="020B0600070205080204" pitchFamily="34" charset="-128"/>
              </a:defRPr>
            </a:lvl9pPr>
          </a:lstStyle>
          <a:p>
            <a:pPr marL="0" marR="0" lvl="0" indent="0" algn="l" defTabSz="914400" rtl="0" eaLnBrk="0" fontAlgn="base" latinLnBrk="0" hangingPunct="0">
              <a:lnSpc>
                <a:spcPct val="100000"/>
              </a:lnSpc>
              <a:spcBef>
                <a:spcPct val="35000"/>
              </a:spcBef>
              <a:spcAft>
                <a:spcPct val="0"/>
              </a:spcAft>
              <a:buClr>
                <a:srgbClr val="993300"/>
              </a:buClr>
              <a:buSzPct val="90000"/>
              <a:buFont typeface="Monotype Sorts" pitchFamily="-84" charset="2"/>
              <a:buNone/>
              <a:defRPr/>
            </a:pPr>
            <a:r>
              <a:rPr kumimoji="1" lang="en-US" altLang="en-US" sz="2800" b="1" i="0" u="none" strike="noStrike" kern="0" cap="none" spc="0" normalizeH="0" baseline="0" noProof="0" dirty="0">
                <a:ln>
                  <a:noFill/>
                </a:ln>
                <a:solidFill>
                  <a:srgbClr val="000000"/>
                </a:solidFill>
                <a:effectLst/>
                <a:uLnTx/>
                <a:uFillTx/>
                <a:latin typeface="+mn-lt"/>
                <a:ea typeface="MS PGothic" panose="020B0600070205080204" pitchFamily="34" charset="-128"/>
                <a:cs typeface="MS PGothic" panose="020B0600070205080204" pitchFamily="34" charset="-128"/>
              </a:rPr>
              <a:t>Deadlock prevention by </a:t>
            </a:r>
            <a:r>
              <a:rPr kumimoji="1" lang="en-US" altLang="en-US" sz="2800" b="1" i="0" u="none" strike="noStrike" kern="0" cap="none" spc="0" normalizeH="0" baseline="0" noProof="0" dirty="0">
                <a:ln>
                  <a:noFill/>
                </a:ln>
                <a:solidFill>
                  <a:srgbClr val="FF0000"/>
                </a:solidFill>
                <a:effectLst/>
                <a:uLnTx/>
                <a:uFillTx/>
                <a:latin typeface="+mn-lt"/>
                <a:ea typeface="MS PGothic" panose="020B0600070205080204" pitchFamily="34" charset="-128"/>
                <a:cs typeface="MS PGothic" panose="020B0600070205080204" pitchFamily="34" charset="-128"/>
              </a:rPr>
              <a:t>ordering</a:t>
            </a:r>
            <a:r>
              <a:rPr kumimoji="1" lang="en-US" altLang="en-US" sz="2800" b="1" i="0" u="none" strike="noStrike" kern="0" cap="none" spc="0" normalizeH="0" baseline="0" noProof="0" dirty="0">
                <a:ln>
                  <a:noFill/>
                </a:ln>
                <a:solidFill>
                  <a:srgbClr val="000000"/>
                </a:solidFill>
                <a:effectLst/>
                <a:uLnTx/>
                <a:uFillTx/>
                <a:latin typeface="+mn-lt"/>
                <a:ea typeface="MS PGothic" panose="020B0600070205080204" pitchFamily="34" charset="-128"/>
                <a:cs typeface="MS PGothic" panose="020B0600070205080204" pitchFamily="34" charset="-128"/>
              </a:rPr>
              <a:t> the resource requesting</a:t>
            </a:r>
            <a:endParaRPr kumimoji="1" lang="en-US" altLang="en-US" sz="2800" b="1" i="0" u="none" strike="noStrike" kern="0" cap="none" spc="0" normalizeH="0" baseline="0" noProof="0" dirty="0">
              <a:ln>
                <a:noFill/>
              </a:ln>
              <a:solidFill>
                <a:srgbClr val="000000"/>
              </a:solidFill>
              <a:effectLst/>
              <a:uLnTx/>
              <a:uFillTx/>
              <a:latin typeface="+mn-lt"/>
              <a:ea typeface="MS PGothic" panose="020B0600070205080204" pitchFamily="34" charset="-128"/>
              <a:cs typeface="MS PGothic" panose="020B0600070205080204" pitchFamily="34" charset="-128"/>
            </a:endParaRPr>
          </a:p>
          <a:p>
            <a:pPr marL="342900" marR="0" lvl="0" indent="-342900" algn="l" defTabSz="914400" rtl="0" eaLnBrk="0" fontAlgn="base" latinLnBrk="0" hangingPunct="0">
              <a:lnSpc>
                <a:spcPct val="100000"/>
              </a:lnSpc>
              <a:spcBef>
                <a:spcPct val="35000"/>
              </a:spcBef>
              <a:spcAft>
                <a:spcPct val="0"/>
              </a:spcAft>
              <a:buClr>
                <a:srgbClr val="993300"/>
              </a:buClr>
              <a:buSzPct val="90000"/>
              <a:buFont typeface="Wingdings" panose="05000000000000000000" pitchFamily="2" charset="2"/>
              <a:buChar char="q"/>
              <a:defRPr/>
            </a:pPr>
            <a:endParaRPr kumimoji="1" lang="en-US" altLang="en-US" sz="1800" b="0" i="0" u="none" strike="noStrike" kern="0" cap="none" spc="0" normalizeH="0" baseline="0" noProof="0" dirty="0">
              <a:ln>
                <a:noFill/>
              </a:ln>
              <a:solidFill>
                <a:srgbClr val="000000"/>
              </a:solidFill>
              <a:effectLst/>
              <a:uLnTx/>
              <a:uFillTx/>
              <a:latin typeface="+mn-lt"/>
              <a:ea typeface="MS PGothic" panose="020B0600070205080204" pitchFamily="34" charset="-128"/>
              <a:cs typeface="MS PGothic" panose="020B0600070205080204" pitchFamily="34" charset="-128"/>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5234" name="Rectangle 2"/>
          <p:cNvSpPr>
            <a:spLocks noGrp="1"/>
          </p:cNvSpPr>
          <p:nvPr>
            <p:ph type="title"/>
          </p:nvPr>
        </p:nvSpPr>
        <p:spPr>
          <a:xfrm>
            <a:off x="1109663" y="214313"/>
            <a:ext cx="7577137" cy="576262"/>
          </a:xfrm>
        </p:spPr>
        <p:txBody>
          <a:bodyPr vert="horz" wrap="square" lIns="91440" tIns="45720" rIns="91440" bIns="45720" anchor="b" anchorCtr="0"/>
          <a:p>
            <a:pPr eaLnBrk="1" hangingPunct="1"/>
            <a:r>
              <a:rPr lang="en-US" altLang="en-US" dirty="0"/>
              <a:t>Deadlock prevention</a:t>
            </a:r>
            <a:endParaRPr lang="en-US" altLang="en-US" dirty="0"/>
          </a:p>
        </p:txBody>
      </p:sp>
      <p:sp>
        <p:nvSpPr>
          <p:cNvPr id="5" name="Rectangle 3"/>
          <p:cNvSpPr txBox="1">
            <a:spLocks noChangeArrowheads="1"/>
          </p:cNvSpPr>
          <p:nvPr/>
        </p:nvSpPr>
        <p:spPr bwMode="auto">
          <a:xfrm>
            <a:off x="882650" y="1198563"/>
            <a:ext cx="7804150" cy="3295650"/>
          </a:xfrm>
          <a:prstGeom prst="rect">
            <a:avLst/>
          </a:prstGeom>
          <a:noFill/>
          <a:ln>
            <a:noFill/>
          </a:ln>
        </p:spPr>
        <p:txBody>
          <a:bodyPr/>
          <a:lstStyle>
            <a:lvl1pPr marL="342900" indent="-342900" algn="l" rtl="0" eaLnBrk="0" fontAlgn="base" hangingPunct="0">
              <a:spcBef>
                <a:spcPct val="35000"/>
              </a:spcBef>
              <a:spcAft>
                <a:spcPct val="0"/>
              </a:spcAft>
              <a:buClr>
                <a:srgbClr val="993300"/>
              </a:buClr>
              <a:buSzPct val="90000"/>
              <a:buFont typeface="Monotype Sorts" pitchFamily="-84" charset="2"/>
              <a:buChar char="n"/>
              <a:defRPr kumimoji="1">
                <a:solidFill>
                  <a:schemeClr val="tx1"/>
                </a:solidFill>
                <a:latin typeface="+mn-lt"/>
                <a:ea typeface="MS PGothic" panose="020B0600070205080204" pitchFamily="34" charset="-128"/>
                <a:cs typeface="MS PGothic" panose="020B0600070205080204" pitchFamily="34" charset="-128"/>
              </a:defRPr>
            </a:lvl1pPr>
            <a:lvl2pPr marL="742950" indent="-285750" algn="l" rtl="0" eaLnBrk="0" fontAlgn="base" hangingPunct="0">
              <a:spcBef>
                <a:spcPct val="35000"/>
              </a:spcBef>
              <a:spcAft>
                <a:spcPct val="0"/>
              </a:spcAft>
              <a:buClr>
                <a:srgbClr val="CC6600"/>
              </a:buClr>
              <a:buSzPct val="80000"/>
              <a:buFont typeface="Monotype Sorts" pitchFamily="-84" charset="2"/>
              <a:buChar char="l"/>
              <a:defRPr kumimoji="1">
                <a:solidFill>
                  <a:schemeClr val="tx1"/>
                </a:solidFill>
                <a:latin typeface="+mn-lt"/>
                <a:ea typeface="MS PGothic" panose="020B0600070205080204" pitchFamily="34" charset="-128"/>
              </a:defRPr>
            </a:lvl2pPr>
            <a:lvl3pPr marL="1085850"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a:solidFill>
                  <a:schemeClr val="tx1"/>
                </a:solidFill>
                <a:latin typeface="+mn-lt"/>
                <a:ea typeface="MS PGothic" panose="020B0600070205080204" pitchFamily="34" charset="-128"/>
              </a:defRPr>
            </a:lvl3pPr>
            <a:lvl4pPr marL="1428750" indent="-228600" algn="l" rtl="0" eaLnBrk="0" fontAlgn="base" hangingPunct="0">
              <a:spcBef>
                <a:spcPct val="35000"/>
              </a:spcBef>
              <a:spcAft>
                <a:spcPct val="0"/>
              </a:spcAft>
              <a:buClr>
                <a:schemeClr val="hlink"/>
              </a:buClr>
              <a:buSzPct val="75000"/>
              <a:buChar char="–"/>
              <a:defRPr kumimoji="1">
                <a:solidFill>
                  <a:schemeClr val="tx1"/>
                </a:solidFill>
                <a:latin typeface="+mn-lt"/>
                <a:ea typeface="MS PGothic" panose="020B0600070205080204" pitchFamily="34" charset="-128"/>
              </a:defRPr>
            </a:lvl4pPr>
            <a:lvl5pPr marL="17716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anose="020B0600070205080204" pitchFamily="34" charset="-128"/>
              </a:defRPr>
            </a:lvl5pPr>
            <a:lvl6pPr marL="22288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anose="020B0600070205080204" pitchFamily="34" charset="-128"/>
              </a:defRPr>
            </a:lvl6pPr>
            <a:lvl7pPr marL="26860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anose="020B0600070205080204" pitchFamily="34" charset="-128"/>
              </a:defRPr>
            </a:lvl7pPr>
            <a:lvl8pPr marL="31432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anose="020B0600070205080204" pitchFamily="34" charset="-128"/>
              </a:defRPr>
            </a:lvl8pPr>
            <a:lvl9pPr marL="36004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anose="020B0600070205080204" pitchFamily="34" charset="-128"/>
              </a:defRPr>
            </a:lvl9pPr>
          </a:lstStyle>
          <a:p>
            <a:pPr marL="0" marR="0" lvl="0" indent="0" algn="l" defTabSz="914400" rtl="0" eaLnBrk="0" fontAlgn="base" latinLnBrk="0" hangingPunct="0">
              <a:lnSpc>
                <a:spcPct val="100000"/>
              </a:lnSpc>
              <a:spcBef>
                <a:spcPct val="35000"/>
              </a:spcBef>
              <a:spcAft>
                <a:spcPct val="0"/>
              </a:spcAft>
              <a:buClr>
                <a:srgbClr val="993300"/>
              </a:buClr>
              <a:buSzPct val="90000"/>
              <a:buFont typeface="Monotype Sorts" pitchFamily="-84" charset="2"/>
              <a:buNone/>
              <a:defRPr/>
            </a:pPr>
            <a:r>
              <a:rPr kumimoji="1" lang="en-US" altLang="en-US" sz="1800" b="1" i="0" u="none" strike="noStrike" kern="0" cap="none" spc="0" normalizeH="0" baseline="0" noProof="0" dirty="0">
                <a:ln>
                  <a:noFill/>
                </a:ln>
                <a:solidFill>
                  <a:srgbClr val="000000"/>
                </a:solidFill>
                <a:effectLst/>
                <a:uLnTx/>
                <a:uFillTx/>
                <a:latin typeface="+mn-lt"/>
                <a:ea typeface="MS PGothic" panose="020B0600070205080204" pitchFamily="34" charset="-128"/>
                <a:cs typeface="MS PGothic" panose="020B0600070205080204" pitchFamily="34" charset="-128"/>
              </a:rPr>
              <a:t>Topic: Deadlock prevention by </a:t>
            </a:r>
            <a:r>
              <a:rPr kumimoji="1" lang="en-US" altLang="en-US" sz="1800" b="1" i="0" u="none" strike="noStrike" kern="0" cap="none" spc="0" normalizeH="0" baseline="0" noProof="0" dirty="0">
                <a:ln>
                  <a:noFill/>
                </a:ln>
                <a:solidFill>
                  <a:srgbClr val="FF0000"/>
                </a:solidFill>
                <a:effectLst/>
                <a:uLnTx/>
                <a:uFillTx/>
                <a:latin typeface="+mn-lt"/>
                <a:ea typeface="MS PGothic" panose="020B0600070205080204" pitchFamily="34" charset="-128"/>
                <a:cs typeface="MS PGothic" panose="020B0600070205080204" pitchFamily="34" charset="-128"/>
              </a:rPr>
              <a:t>ordering</a:t>
            </a:r>
            <a:r>
              <a:rPr kumimoji="1" lang="en-US" altLang="en-US" sz="1800" b="1" i="0" u="none" strike="noStrike" kern="0" cap="none" spc="0" normalizeH="0" baseline="0" noProof="0" dirty="0">
                <a:ln>
                  <a:noFill/>
                </a:ln>
                <a:solidFill>
                  <a:srgbClr val="000000"/>
                </a:solidFill>
                <a:effectLst/>
                <a:uLnTx/>
                <a:uFillTx/>
                <a:latin typeface="+mn-lt"/>
                <a:ea typeface="MS PGothic" panose="020B0600070205080204" pitchFamily="34" charset="-128"/>
                <a:cs typeface="MS PGothic" panose="020B0600070205080204" pitchFamily="34" charset="-128"/>
              </a:rPr>
              <a:t> the resource requesting</a:t>
            </a:r>
            <a:endParaRPr kumimoji="1" lang="en-US" altLang="en-US" sz="1800" b="1" i="0" u="none" strike="noStrike" kern="0" cap="none" spc="0" normalizeH="0" baseline="0" noProof="0" dirty="0">
              <a:ln>
                <a:noFill/>
              </a:ln>
              <a:solidFill>
                <a:srgbClr val="000000"/>
              </a:solidFill>
              <a:effectLst/>
              <a:uLnTx/>
              <a:uFillTx/>
              <a:latin typeface="+mn-lt"/>
              <a:ea typeface="MS PGothic" panose="020B0600070205080204" pitchFamily="34" charset="-128"/>
              <a:cs typeface="MS PGothic" panose="020B0600070205080204" pitchFamily="34" charset="-128"/>
            </a:endParaRPr>
          </a:p>
          <a:p>
            <a:pPr marL="342900" marR="0" lvl="0" indent="-342900" algn="l" defTabSz="914400" rtl="0" eaLnBrk="0" fontAlgn="base" latinLnBrk="0" hangingPunct="0">
              <a:lnSpc>
                <a:spcPct val="100000"/>
              </a:lnSpc>
              <a:spcBef>
                <a:spcPct val="35000"/>
              </a:spcBef>
              <a:spcAft>
                <a:spcPct val="0"/>
              </a:spcAft>
              <a:buClr>
                <a:srgbClr val="993300"/>
              </a:buClr>
              <a:buSzPct val="90000"/>
              <a:buFont typeface="Wingdings" panose="05000000000000000000" pitchFamily="2" charset="2"/>
              <a:buChar char="q"/>
              <a:defRPr/>
            </a:pPr>
            <a:r>
              <a:rPr kumimoji="1" lang="en-US" altLang="en-US" sz="1800" b="0" i="0" u="none" strike="noStrike" kern="0" cap="none" spc="0" normalizeH="0" baseline="0" noProof="0" dirty="0">
                <a:ln>
                  <a:noFill/>
                </a:ln>
                <a:solidFill>
                  <a:srgbClr val="000000"/>
                </a:solidFill>
                <a:effectLst/>
                <a:uLnTx/>
                <a:uFillTx/>
                <a:latin typeface="+mn-lt"/>
                <a:ea typeface="MS PGothic" panose="020B0600070205080204" pitchFamily="34" charset="-128"/>
                <a:cs typeface="MS PGothic" panose="020B0600070205080204" pitchFamily="34" charset="-128"/>
              </a:rPr>
              <a:t>Deadlock develops through </a:t>
            </a:r>
            <a:r>
              <a:rPr kumimoji="1" lang="en-US" altLang="en-US" sz="1800" b="0" i="0" u="none" strike="noStrike" kern="0" cap="none" spc="0" normalizeH="0" baseline="0" noProof="0" dirty="0">
                <a:ln>
                  <a:noFill/>
                </a:ln>
                <a:solidFill>
                  <a:srgbClr val="FF0000"/>
                </a:solidFill>
                <a:effectLst/>
                <a:uLnTx/>
                <a:uFillTx/>
                <a:latin typeface="+mn-lt"/>
                <a:ea typeface="MS PGothic" panose="020B0600070205080204" pitchFamily="34" charset="-128"/>
                <a:cs typeface="MS PGothic" panose="020B0600070205080204" pitchFamily="34" charset="-128"/>
              </a:rPr>
              <a:t>"bad" ordering </a:t>
            </a:r>
            <a:r>
              <a:rPr kumimoji="1" lang="en-US" altLang="en-US" sz="1800" b="0" i="0" u="none" strike="noStrike" kern="0" cap="none" spc="0" normalizeH="0" baseline="0" noProof="0" dirty="0">
                <a:ln>
                  <a:noFill/>
                </a:ln>
                <a:solidFill>
                  <a:srgbClr val="000000"/>
                </a:solidFill>
                <a:effectLst/>
                <a:uLnTx/>
                <a:uFillTx/>
                <a:latin typeface="+mn-lt"/>
                <a:ea typeface="MS PGothic" panose="020B0600070205080204" pitchFamily="34" charset="-128"/>
                <a:cs typeface="MS PGothic" panose="020B0600070205080204" pitchFamily="34" charset="-128"/>
              </a:rPr>
              <a:t>of locking operations</a:t>
            </a:r>
            <a:endParaRPr kumimoji="1" lang="en-US" altLang="en-US" sz="1800" b="0" i="0" u="none" strike="noStrike" kern="0" cap="none" spc="0" normalizeH="0" baseline="0" noProof="0" dirty="0">
              <a:ln>
                <a:noFill/>
              </a:ln>
              <a:solidFill>
                <a:srgbClr val="000000"/>
              </a:solidFill>
              <a:effectLst/>
              <a:uLnTx/>
              <a:uFillTx/>
              <a:latin typeface="+mn-lt"/>
              <a:ea typeface="MS PGothic" panose="020B0600070205080204" pitchFamily="34" charset="-128"/>
              <a:cs typeface="MS PGothic" panose="020B0600070205080204" pitchFamily="34" charset="-128"/>
            </a:endParaRPr>
          </a:p>
          <a:p>
            <a:pPr marL="342900" marR="0" lvl="0" indent="-342900" algn="l" defTabSz="914400" rtl="0" eaLnBrk="0" fontAlgn="base" latinLnBrk="0" hangingPunct="0">
              <a:lnSpc>
                <a:spcPct val="100000"/>
              </a:lnSpc>
              <a:spcBef>
                <a:spcPct val="35000"/>
              </a:spcBef>
              <a:spcAft>
                <a:spcPct val="0"/>
              </a:spcAft>
              <a:buClr>
                <a:srgbClr val="993300"/>
              </a:buClr>
              <a:buSzPct val="90000"/>
              <a:buFont typeface="Wingdings" panose="05000000000000000000" pitchFamily="2" charset="2"/>
              <a:buChar char="q"/>
              <a:defRPr/>
            </a:pPr>
            <a:r>
              <a:rPr kumimoji="1" lang="en-US" altLang="en-US" sz="1800" b="0" i="0" u="none" strike="noStrike" kern="0" cap="none" spc="0" normalizeH="0" baseline="0" noProof="0" dirty="0">
                <a:ln>
                  <a:noFill/>
                </a:ln>
                <a:solidFill>
                  <a:srgbClr val="FF0000"/>
                </a:solidFill>
                <a:effectLst/>
                <a:uLnTx/>
                <a:uFillTx/>
                <a:latin typeface="+mn-lt"/>
                <a:ea typeface="MS PGothic" panose="020B0600070205080204" pitchFamily="34" charset="-128"/>
                <a:cs typeface="MS PGothic" panose="020B0600070205080204" pitchFamily="34" charset="-128"/>
              </a:rPr>
              <a:t>"Good" ordering </a:t>
            </a:r>
            <a:r>
              <a:rPr kumimoji="1" lang="en-US" altLang="en-US" sz="1800" b="0" i="0" u="none" strike="noStrike" kern="0" cap="none" spc="0" normalizeH="0" baseline="0" noProof="0" dirty="0">
                <a:ln>
                  <a:noFill/>
                </a:ln>
                <a:solidFill>
                  <a:srgbClr val="000000"/>
                </a:solidFill>
                <a:effectLst/>
                <a:uLnTx/>
                <a:uFillTx/>
                <a:latin typeface="+mn-lt"/>
                <a:ea typeface="MS PGothic" panose="020B0600070205080204" pitchFamily="34" charset="-128"/>
                <a:cs typeface="MS PGothic" panose="020B0600070205080204" pitchFamily="34" charset="-128"/>
              </a:rPr>
              <a:t>of </a:t>
            </a:r>
            <a:r>
              <a:rPr kumimoji="1" lang="en-US" altLang="en-US" sz="1800" b="0" i="0" u="none" strike="noStrike" kern="0" cap="none" spc="0" normalizeH="0" baseline="0" noProof="0" dirty="0">
                <a:ln>
                  <a:noFill/>
                </a:ln>
                <a:solidFill>
                  <a:srgbClr val="0000FF"/>
                </a:solidFill>
                <a:effectLst/>
                <a:uLnTx/>
                <a:uFillTx/>
                <a:latin typeface="+mn-lt"/>
                <a:ea typeface="MS PGothic" panose="020B0600070205080204" pitchFamily="34" charset="-128"/>
                <a:cs typeface="MS PGothic" panose="020B0600070205080204" pitchFamily="34" charset="-128"/>
              </a:rPr>
              <a:t>locking operation</a:t>
            </a:r>
            <a:r>
              <a:rPr kumimoji="1" lang="en-US" altLang="en-US" sz="1800" b="0" i="0" u="none" strike="noStrike" kern="0" cap="none" spc="0" normalizeH="0" baseline="0" noProof="0" dirty="0">
                <a:ln>
                  <a:noFill/>
                </a:ln>
                <a:solidFill>
                  <a:srgbClr val="000000"/>
                </a:solidFill>
                <a:effectLst/>
                <a:uLnTx/>
                <a:uFillTx/>
                <a:latin typeface="+mn-lt"/>
                <a:ea typeface="MS PGothic" panose="020B0600070205080204" pitchFamily="34" charset="-128"/>
                <a:cs typeface="MS PGothic" panose="020B0600070205080204" pitchFamily="34" charset="-128"/>
              </a:rPr>
              <a:t>:</a:t>
            </a:r>
            <a:endParaRPr kumimoji="1" lang="en-US" altLang="en-US" sz="1800" b="0" i="0" u="none" strike="noStrike" kern="0" cap="none" spc="0" normalizeH="0" baseline="0" noProof="0" dirty="0">
              <a:ln>
                <a:noFill/>
              </a:ln>
              <a:solidFill>
                <a:srgbClr val="000000"/>
              </a:solidFill>
              <a:effectLst/>
              <a:uLnTx/>
              <a:uFillTx/>
              <a:latin typeface="+mn-lt"/>
              <a:ea typeface="MS PGothic" panose="020B0600070205080204" pitchFamily="34" charset="-128"/>
              <a:cs typeface="MS PGothic" panose="020B0600070205080204" pitchFamily="34" charset="-128"/>
            </a:endParaRPr>
          </a:p>
          <a:p>
            <a:pPr marL="0" marR="0" lvl="0" indent="0" algn="l" defTabSz="914400" rtl="0" eaLnBrk="0" fontAlgn="base" latinLnBrk="0" hangingPunct="0">
              <a:lnSpc>
                <a:spcPct val="100000"/>
              </a:lnSpc>
              <a:spcBef>
                <a:spcPct val="35000"/>
              </a:spcBef>
              <a:spcAft>
                <a:spcPct val="0"/>
              </a:spcAft>
              <a:buClr>
                <a:srgbClr val="993300"/>
              </a:buClr>
              <a:buSzPct val="90000"/>
              <a:buFont typeface="Monotype Sorts" pitchFamily="-84" charset="2"/>
              <a:buNone/>
              <a:defRPr/>
            </a:pPr>
            <a:r>
              <a:rPr kumimoji="1" lang="en-US" altLang="en-US" sz="1800" b="0" i="0" u="none" strike="noStrike" kern="0" cap="none" spc="0" normalizeH="0" baseline="0" noProof="0" dirty="0">
                <a:ln>
                  <a:noFill/>
                </a:ln>
                <a:solidFill>
                  <a:srgbClr val="000000"/>
                </a:solidFill>
                <a:effectLst/>
                <a:uLnTx/>
                <a:uFillTx/>
                <a:latin typeface="+mn-lt"/>
                <a:ea typeface="MS PGothic" panose="020B0600070205080204" pitchFamily="34" charset="-128"/>
                <a:cs typeface="MS PGothic" panose="020B0600070205080204" pitchFamily="34" charset="-128"/>
              </a:rPr>
              <a:t>      Processes T1 and T2 lock shared variables A and B in the </a:t>
            </a:r>
            <a:r>
              <a:rPr kumimoji="1" lang="en-US" altLang="en-US" sz="1800" b="0" i="0" u="none" strike="noStrike" kern="0" cap="none" spc="0" normalizeH="0" baseline="0" noProof="0" dirty="0">
                <a:ln>
                  <a:noFill/>
                </a:ln>
                <a:solidFill>
                  <a:srgbClr val="FF0000"/>
                </a:solidFill>
                <a:effectLst/>
                <a:uLnTx/>
                <a:uFillTx/>
                <a:latin typeface="+mn-lt"/>
                <a:ea typeface="MS PGothic" panose="020B0600070205080204" pitchFamily="34" charset="-128"/>
                <a:cs typeface="MS PGothic" panose="020B0600070205080204" pitchFamily="34" charset="-128"/>
              </a:rPr>
              <a:t>same order</a:t>
            </a:r>
            <a:r>
              <a:rPr kumimoji="1" lang="en-US" altLang="en-US" sz="1800" b="0" i="0" u="none" strike="noStrike" kern="0" cap="none" spc="0" normalizeH="0" baseline="0" noProof="0" dirty="0">
                <a:ln>
                  <a:noFill/>
                </a:ln>
                <a:solidFill>
                  <a:srgbClr val="000000"/>
                </a:solidFill>
                <a:effectLst/>
                <a:uLnTx/>
                <a:uFillTx/>
                <a:latin typeface="+mn-lt"/>
                <a:ea typeface="MS PGothic" panose="020B0600070205080204" pitchFamily="34" charset="-128"/>
                <a:cs typeface="MS PGothic" panose="020B0600070205080204" pitchFamily="34" charset="-128"/>
              </a:rPr>
              <a:t>:</a:t>
            </a:r>
            <a:endParaRPr kumimoji="1" lang="en-US" altLang="en-US" sz="1800" b="0" i="0" u="none" strike="noStrike" kern="0" cap="none" spc="0" normalizeH="0" baseline="0" noProof="0" dirty="0">
              <a:ln>
                <a:noFill/>
              </a:ln>
              <a:solidFill>
                <a:srgbClr val="000000"/>
              </a:solidFill>
              <a:effectLst/>
              <a:uLnTx/>
              <a:uFillTx/>
              <a:latin typeface="+mn-lt"/>
              <a:ea typeface="MS PGothic" panose="020B0600070205080204" pitchFamily="34" charset="-128"/>
              <a:cs typeface="MS PGothic" panose="020B0600070205080204" pitchFamily="34" charset="-128"/>
            </a:endParaRPr>
          </a:p>
          <a:p>
            <a:pPr marL="342900" marR="0" lvl="0" indent="-342900" algn="l" defTabSz="914400" rtl="0" eaLnBrk="0" fontAlgn="base" latinLnBrk="0" hangingPunct="0">
              <a:lnSpc>
                <a:spcPct val="100000"/>
              </a:lnSpc>
              <a:spcBef>
                <a:spcPct val="35000"/>
              </a:spcBef>
              <a:spcAft>
                <a:spcPct val="0"/>
              </a:spcAft>
              <a:buClr>
                <a:srgbClr val="993300"/>
              </a:buClr>
              <a:buSzPct val="90000"/>
              <a:buFont typeface="Wingdings" panose="05000000000000000000" pitchFamily="2" charset="2"/>
              <a:buChar char="q"/>
              <a:defRPr/>
            </a:pPr>
            <a:endParaRPr kumimoji="1" lang="en-US" altLang="en-US" sz="1800" b="0" i="0" u="none" strike="noStrike" kern="0" cap="none" spc="0" normalizeH="0" baseline="0" noProof="0" dirty="0">
              <a:ln>
                <a:noFill/>
              </a:ln>
              <a:solidFill>
                <a:srgbClr val="000000"/>
              </a:solidFill>
              <a:effectLst/>
              <a:uLnTx/>
              <a:uFillTx/>
              <a:latin typeface="+mn-lt"/>
              <a:ea typeface="MS PGothic" panose="020B0600070205080204" pitchFamily="34" charset="-128"/>
              <a:cs typeface="MS PGothic" panose="020B0600070205080204" pitchFamily="34" charset="-128"/>
            </a:endParaRPr>
          </a:p>
          <a:p>
            <a:pPr marL="342900" marR="0" lvl="0" indent="-342900" algn="l" defTabSz="914400" rtl="0" eaLnBrk="0" fontAlgn="base" latinLnBrk="0" hangingPunct="0">
              <a:lnSpc>
                <a:spcPct val="100000"/>
              </a:lnSpc>
              <a:spcBef>
                <a:spcPct val="35000"/>
              </a:spcBef>
              <a:spcAft>
                <a:spcPct val="0"/>
              </a:spcAft>
              <a:buClr>
                <a:srgbClr val="993300"/>
              </a:buClr>
              <a:buSzPct val="90000"/>
              <a:buFont typeface="Wingdings" panose="05000000000000000000" pitchFamily="2" charset="2"/>
              <a:buChar char="q"/>
              <a:defRPr/>
            </a:pPr>
            <a:endParaRPr kumimoji="1" lang="en-US" altLang="en-US" sz="1800" b="0" i="0" u="none" strike="noStrike" kern="0" cap="none" spc="0" normalizeH="0" baseline="0" noProof="0" dirty="0">
              <a:ln>
                <a:noFill/>
              </a:ln>
              <a:solidFill>
                <a:srgbClr val="000000"/>
              </a:solidFill>
              <a:effectLst/>
              <a:uLnTx/>
              <a:uFillTx/>
              <a:latin typeface="+mn-lt"/>
              <a:ea typeface="MS PGothic" panose="020B0600070205080204" pitchFamily="34" charset="-128"/>
              <a:cs typeface="MS PGothic" panose="020B0600070205080204" pitchFamily="34" charset="-128"/>
            </a:endParaRPr>
          </a:p>
        </p:txBody>
      </p:sp>
    </p:spTree>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5234" name="Rectangle 2"/>
          <p:cNvSpPr>
            <a:spLocks noGrp="1"/>
          </p:cNvSpPr>
          <p:nvPr>
            <p:ph type="title"/>
          </p:nvPr>
        </p:nvSpPr>
        <p:spPr>
          <a:xfrm>
            <a:off x="1109663" y="214313"/>
            <a:ext cx="7577137" cy="576262"/>
          </a:xfrm>
        </p:spPr>
        <p:txBody>
          <a:bodyPr vert="horz" wrap="square" lIns="91440" tIns="45720" rIns="91440" bIns="45720" anchor="b" anchorCtr="0"/>
          <a:p>
            <a:pPr eaLnBrk="1" hangingPunct="1"/>
            <a:r>
              <a:rPr lang="en-US" altLang="en-US" dirty="0"/>
              <a:t>Deadlock prevention</a:t>
            </a:r>
            <a:endParaRPr lang="en-US" altLang="en-US" dirty="0"/>
          </a:p>
        </p:txBody>
      </p:sp>
      <p:pic>
        <p:nvPicPr>
          <p:cNvPr id="7" name="Picture 6" descr="Diagram&#10;&#10;Description automatically generated"/>
          <p:cNvPicPr>
            <a:picLocks noChangeAspect="1"/>
          </p:cNvPicPr>
          <p:nvPr/>
        </p:nvPicPr>
        <p:blipFill>
          <a:blip r:embed="rId1"/>
          <a:stretch>
            <a:fillRect/>
          </a:stretch>
        </p:blipFill>
        <p:spPr>
          <a:xfrm>
            <a:off x="1866900" y="1028700"/>
            <a:ext cx="5410200" cy="5076825"/>
          </a:xfrm>
          <a:prstGeom prst="rect">
            <a:avLst/>
          </a:prstGeom>
          <a:noFill/>
          <a:ln w="9525">
            <a:noFill/>
          </a:ln>
        </p:spPr>
      </p:pic>
    </p:spTree>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7282" name="Rectangle 2"/>
          <p:cNvSpPr>
            <a:spLocks noGrp="1"/>
          </p:cNvSpPr>
          <p:nvPr>
            <p:ph type="title"/>
          </p:nvPr>
        </p:nvSpPr>
        <p:spPr>
          <a:xfrm>
            <a:off x="1109663" y="214313"/>
            <a:ext cx="7577137" cy="576262"/>
          </a:xfrm>
        </p:spPr>
        <p:txBody>
          <a:bodyPr vert="horz" wrap="square" lIns="91440" tIns="45720" rIns="91440" bIns="45720" anchor="b" anchorCtr="0"/>
          <a:p>
            <a:pPr eaLnBrk="1" hangingPunct="1"/>
            <a:r>
              <a:rPr lang="en-US" altLang="en-US" dirty="0"/>
              <a:t>Deadlock prevention</a:t>
            </a:r>
            <a:endParaRPr lang="en-US" altLang="en-US" dirty="0"/>
          </a:p>
        </p:txBody>
      </p:sp>
      <p:sp>
        <p:nvSpPr>
          <p:cNvPr id="5" name="Rectangle 3"/>
          <p:cNvSpPr txBox="1">
            <a:spLocks noChangeArrowheads="1"/>
          </p:cNvSpPr>
          <p:nvPr/>
        </p:nvSpPr>
        <p:spPr bwMode="auto">
          <a:xfrm>
            <a:off x="882650" y="1198563"/>
            <a:ext cx="7804150" cy="3295650"/>
          </a:xfrm>
          <a:prstGeom prst="rect">
            <a:avLst/>
          </a:prstGeom>
          <a:noFill/>
          <a:ln>
            <a:noFill/>
          </a:ln>
        </p:spPr>
        <p:txBody>
          <a:bodyPr/>
          <a:lstStyle>
            <a:lvl1pPr marL="342900" indent="-342900" algn="l" rtl="0" eaLnBrk="0" fontAlgn="base" hangingPunct="0">
              <a:spcBef>
                <a:spcPct val="35000"/>
              </a:spcBef>
              <a:spcAft>
                <a:spcPct val="0"/>
              </a:spcAft>
              <a:buClr>
                <a:srgbClr val="993300"/>
              </a:buClr>
              <a:buSzPct val="90000"/>
              <a:buFont typeface="Monotype Sorts" pitchFamily="-84" charset="2"/>
              <a:buChar char="n"/>
              <a:defRPr kumimoji="1">
                <a:solidFill>
                  <a:schemeClr val="tx1"/>
                </a:solidFill>
                <a:latin typeface="+mn-lt"/>
                <a:ea typeface="MS PGothic" panose="020B0600070205080204" pitchFamily="34" charset="-128"/>
                <a:cs typeface="MS PGothic" panose="020B0600070205080204" pitchFamily="34" charset="-128"/>
              </a:defRPr>
            </a:lvl1pPr>
            <a:lvl2pPr marL="742950" indent="-285750" algn="l" rtl="0" eaLnBrk="0" fontAlgn="base" hangingPunct="0">
              <a:spcBef>
                <a:spcPct val="35000"/>
              </a:spcBef>
              <a:spcAft>
                <a:spcPct val="0"/>
              </a:spcAft>
              <a:buClr>
                <a:srgbClr val="CC6600"/>
              </a:buClr>
              <a:buSzPct val="80000"/>
              <a:buFont typeface="Monotype Sorts" pitchFamily="-84" charset="2"/>
              <a:buChar char="l"/>
              <a:defRPr kumimoji="1">
                <a:solidFill>
                  <a:schemeClr val="tx1"/>
                </a:solidFill>
                <a:latin typeface="+mn-lt"/>
                <a:ea typeface="MS PGothic" panose="020B0600070205080204" pitchFamily="34" charset="-128"/>
              </a:defRPr>
            </a:lvl2pPr>
            <a:lvl3pPr marL="1085850"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a:solidFill>
                  <a:schemeClr val="tx1"/>
                </a:solidFill>
                <a:latin typeface="+mn-lt"/>
                <a:ea typeface="MS PGothic" panose="020B0600070205080204" pitchFamily="34" charset="-128"/>
              </a:defRPr>
            </a:lvl3pPr>
            <a:lvl4pPr marL="1428750" indent="-228600" algn="l" rtl="0" eaLnBrk="0" fontAlgn="base" hangingPunct="0">
              <a:spcBef>
                <a:spcPct val="35000"/>
              </a:spcBef>
              <a:spcAft>
                <a:spcPct val="0"/>
              </a:spcAft>
              <a:buClr>
                <a:schemeClr val="hlink"/>
              </a:buClr>
              <a:buSzPct val="75000"/>
              <a:buChar char="–"/>
              <a:defRPr kumimoji="1">
                <a:solidFill>
                  <a:schemeClr val="tx1"/>
                </a:solidFill>
                <a:latin typeface="+mn-lt"/>
                <a:ea typeface="MS PGothic" panose="020B0600070205080204" pitchFamily="34" charset="-128"/>
              </a:defRPr>
            </a:lvl4pPr>
            <a:lvl5pPr marL="17716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anose="020B0600070205080204" pitchFamily="34" charset="-128"/>
              </a:defRPr>
            </a:lvl5pPr>
            <a:lvl6pPr marL="22288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anose="020B0600070205080204" pitchFamily="34" charset="-128"/>
              </a:defRPr>
            </a:lvl6pPr>
            <a:lvl7pPr marL="26860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anose="020B0600070205080204" pitchFamily="34" charset="-128"/>
              </a:defRPr>
            </a:lvl7pPr>
            <a:lvl8pPr marL="31432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anose="020B0600070205080204" pitchFamily="34" charset="-128"/>
              </a:defRPr>
            </a:lvl8pPr>
            <a:lvl9pPr marL="36004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anose="020B0600070205080204" pitchFamily="34" charset="-128"/>
              </a:defRPr>
            </a:lvl9pPr>
          </a:lstStyle>
          <a:p>
            <a:pPr marL="0" marR="0" lvl="0" indent="0" algn="l" defTabSz="914400" rtl="0" eaLnBrk="0" fontAlgn="base" latinLnBrk="0" hangingPunct="0">
              <a:lnSpc>
                <a:spcPct val="100000"/>
              </a:lnSpc>
              <a:spcBef>
                <a:spcPct val="35000"/>
              </a:spcBef>
              <a:spcAft>
                <a:spcPct val="0"/>
              </a:spcAft>
              <a:buClr>
                <a:srgbClr val="993300"/>
              </a:buClr>
              <a:buSzPct val="90000"/>
              <a:buFont typeface="Monotype Sorts" pitchFamily="-84" charset="2"/>
              <a:buNone/>
              <a:defRPr/>
            </a:pPr>
            <a:r>
              <a:rPr kumimoji="1" lang="en-US" altLang="en-US" sz="1800" b="1" i="0" u="none" strike="noStrike" kern="0" cap="none" spc="0" normalizeH="0" baseline="0" noProof="0" dirty="0">
                <a:ln>
                  <a:noFill/>
                </a:ln>
                <a:solidFill>
                  <a:srgbClr val="000000"/>
                </a:solidFill>
                <a:effectLst/>
                <a:uLnTx/>
                <a:uFillTx/>
                <a:latin typeface="+mn-lt"/>
                <a:ea typeface="MS PGothic" panose="020B0600070205080204" pitchFamily="34" charset="-128"/>
                <a:cs typeface="MS PGothic" panose="020B0600070205080204" pitchFamily="34" charset="-128"/>
              </a:rPr>
              <a:t>Topic: Deadlock prevention by </a:t>
            </a:r>
            <a:r>
              <a:rPr kumimoji="1" lang="en-US" altLang="en-US" sz="1800" b="1" i="0" u="none" strike="noStrike" kern="0" cap="none" spc="0" normalizeH="0" baseline="0" noProof="0" dirty="0">
                <a:ln>
                  <a:noFill/>
                </a:ln>
                <a:solidFill>
                  <a:srgbClr val="FF0000"/>
                </a:solidFill>
                <a:effectLst/>
                <a:uLnTx/>
                <a:uFillTx/>
                <a:latin typeface="+mn-lt"/>
                <a:ea typeface="MS PGothic" panose="020B0600070205080204" pitchFamily="34" charset="-128"/>
                <a:cs typeface="MS PGothic" panose="020B0600070205080204" pitchFamily="34" charset="-128"/>
              </a:rPr>
              <a:t>ordering</a:t>
            </a:r>
            <a:r>
              <a:rPr kumimoji="1" lang="en-US" altLang="en-US" sz="1800" b="1" i="0" u="none" strike="noStrike" kern="0" cap="none" spc="0" normalizeH="0" baseline="0" noProof="0" dirty="0">
                <a:ln>
                  <a:noFill/>
                </a:ln>
                <a:solidFill>
                  <a:srgbClr val="000000"/>
                </a:solidFill>
                <a:effectLst/>
                <a:uLnTx/>
                <a:uFillTx/>
                <a:latin typeface="+mn-lt"/>
                <a:ea typeface="MS PGothic" panose="020B0600070205080204" pitchFamily="34" charset="-128"/>
                <a:cs typeface="MS PGothic" panose="020B0600070205080204" pitchFamily="34" charset="-128"/>
              </a:rPr>
              <a:t> the resource requesting</a:t>
            </a:r>
            <a:endParaRPr kumimoji="1" lang="en-US" altLang="en-US" sz="1800" b="1" i="0" u="none" strike="noStrike" kern="0" cap="none" spc="0" normalizeH="0" baseline="0" noProof="0" dirty="0">
              <a:ln>
                <a:noFill/>
              </a:ln>
              <a:solidFill>
                <a:srgbClr val="000000"/>
              </a:solidFill>
              <a:effectLst/>
              <a:uLnTx/>
              <a:uFillTx/>
              <a:latin typeface="+mn-lt"/>
              <a:ea typeface="MS PGothic" panose="020B0600070205080204" pitchFamily="34" charset="-128"/>
              <a:cs typeface="MS PGothic" panose="020B0600070205080204" pitchFamily="34" charset="-128"/>
            </a:endParaRPr>
          </a:p>
          <a:p>
            <a:pPr marL="342900" marR="0" lvl="0" indent="-342900" algn="l" defTabSz="914400" rtl="0" eaLnBrk="0" fontAlgn="base" latinLnBrk="0" hangingPunct="0">
              <a:lnSpc>
                <a:spcPct val="100000"/>
              </a:lnSpc>
              <a:spcBef>
                <a:spcPct val="35000"/>
              </a:spcBef>
              <a:spcAft>
                <a:spcPct val="0"/>
              </a:spcAft>
              <a:buClr>
                <a:srgbClr val="993300"/>
              </a:buClr>
              <a:buSzPct val="90000"/>
              <a:buFont typeface="Wingdings" panose="05000000000000000000" pitchFamily="2" charset="2"/>
              <a:buChar char="q"/>
              <a:defRPr/>
            </a:pPr>
            <a:r>
              <a:rPr kumimoji="1" lang="en-US" altLang="en-US" sz="1800" b="0" i="0" u="none" strike="noStrike" kern="0" cap="none" spc="0" normalizeH="0" baseline="0" noProof="0" dirty="0">
                <a:ln>
                  <a:noFill/>
                </a:ln>
                <a:solidFill>
                  <a:srgbClr val="000000"/>
                </a:solidFill>
                <a:effectLst/>
                <a:uLnTx/>
                <a:uFillTx/>
                <a:latin typeface="+mn-lt"/>
                <a:ea typeface="MS PGothic" panose="020B0600070205080204" pitchFamily="34" charset="-128"/>
                <a:cs typeface="MS PGothic" panose="020B0600070205080204" pitchFamily="34" charset="-128"/>
              </a:rPr>
              <a:t>Deadlock develops through </a:t>
            </a:r>
            <a:r>
              <a:rPr kumimoji="1" lang="en-US" altLang="en-US" sz="1800" b="0" i="0" u="none" strike="noStrike" kern="0" cap="none" spc="0" normalizeH="0" baseline="0" noProof="0" dirty="0">
                <a:ln>
                  <a:noFill/>
                </a:ln>
                <a:solidFill>
                  <a:srgbClr val="FF0000"/>
                </a:solidFill>
                <a:effectLst/>
                <a:uLnTx/>
                <a:uFillTx/>
                <a:latin typeface="+mn-lt"/>
                <a:ea typeface="MS PGothic" panose="020B0600070205080204" pitchFamily="34" charset="-128"/>
                <a:cs typeface="MS PGothic" panose="020B0600070205080204" pitchFamily="34" charset="-128"/>
              </a:rPr>
              <a:t>"bad" ordering </a:t>
            </a:r>
            <a:r>
              <a:rPr kumimoji="1" lang="en-US" altLang="en-US" sz="1800" b="0" i="0" u="none" strike="noStrike" kern="0" cap="none" spc="0" normalizeH="0" baseline="0" noProof="0" dirty="0">
                <a:ln>
                  <a:noFill/>
                </a:ln>
                <a:solidFill>
                  <a:srgbClr val="000000"/>
                </a:solidFill>
                <a:effectLst/>
                <a:uLnTx/>
                <a:uFillTx/>
                <a:latin typeface="+mn-lt"/>
                <a:ea typeface="MS PGothic" panose="020B0600070205080204" pitchFamily="34" charset="-128"/>
                <a:cs typeface="MS PGothic" panose="020B0600070205080204" pitchFamily="34" charset="-128"/>
              </a:rPr>
              <a:t>of locking operations</a:t>
            </a:r>
            <a:endParaRPr kumimoji="1" lang="en-US" altLang="en-US" sz="1800" b="0" i="0" u="none" strike="noStrike" kern="0" cap="none" spc="0" normalizeH="0" baseline="0" noProof="0" dirty="0">
              <a:ln>
                <a:noFill/>
              </a:ln>
              <a:solidFill>
                <a:srgbClr val="000000"/>
              </a:solidFill>
              <a:effectLst/>
              <a:uLnTx/>
              <a:uFillTx/>
              <a:latin typeface="+mn-lt"/>
              <a:ea typeface="MS PGothic" panose="020B0600070205080204" pitchFamily="34" charset="-128"/>
              <a:cs typeface="MS PGothic" panose="020B0600070205080204" pitchFamily="34" charset="-128"/>
            </a:endParaRPr>
          </a:p>
          <a:p>
            <a:pPr marL="342900" marR="0" lvl="0" indent="-342900" algn="l" defTabSz="914400" rtl="0" eaLnBrk="0" fontAlgn="base" latinLnBrk="0" hangingPunct="0">
              <a:lnSpc>
                <a:spcPct val="100000"/>
              </a:lnSpc>
              <a:spcBef>
                <a:spcPct val="35000"/>
              </a:spcBef>
              <a:spcAft>
                <a:spcPct val="0"/>
              </a:spcAft>
              <a:buClr>
                <a:srgbClr val="993300"/>
              </a:buClr>
              <a:buSzPct val="90000"/>
              <a:buFont typeface="Wingdings" panose="05000000000000000000" pitchFamily="2" charset="2"/>
              <a:buChar char="q"/>
              <a:defRPr/>
            </a:pPr>
            <a:r>
              <a:rPr kumimoji="1" lang="en-US" altLang="en-US" sz="1800" b="0" i="0" u="none" strike="noStrike" kern="0" cap="none" spc="0" normalizeH="0" baseline="0" noProof="0" dirty="0">
                <a:ln>
                  <a:noFill/>
                </a:ln>
                <a:solidFill>
                  <a:srgbClr val="FF0000"/>
                </a:solidFill>
                <a:effectLst/>
                <a:uLnTx/>
                <a:uFillTx/>
                <a:latin typeface="+mn-lt"/>
                <a:ea typeface="MS PGothic" panose="020B0600070205080204" pitchFamily="34" charset="-128"/>
                <a:cs typeface="MS PGothic" panose="020B0600070205080204" pitchFamily="34" charset="-128"/>
              </a:rPr>
              <a:t>"Good" ordering </a:t>
            </a:r>
            <a:r>
              <a:rPr kumimoji="1" lang="en-US" altLang="en-US" sz="1800" b="0" i="0" u="none" strike="noStrike" kern="0" cap="none" spc="0" normalizeH="0" baseline="0" noProof="0" dirty="0">
                <a:ln>
                  <a:noFill/>
                </a:ln>
                <a:solidFill>
                  <a:srgbClr val="000000"/>
                </a:solidFill>
                <a:effectLst/>
                <a:uLnTx/>
                <a:uFillTx/>
                <a:latin typeface="+mn-lt"/>
                <a:ea typeface="MS PGothic" panose="020B0600070205080204" pitchFamily="34" charset="-128"/>
                <a:cs typeface="MS PGothic" panose="020B0600070205080204" pitchFamily="34" charset="-128"/>
              </a:rPr>
              <a:t>of </a:t>
            </a:r>
            <a:r>
              <a:rPr kumimoji="1" lang="en-US" altLang="en-US" sz="1800" b="0" i="0" u="none" strike="noStrike" kern="0" cap="none" spc="0" normalizeH="0" baseline="0" noProof="0" dirty="0">
                <a:ln>
                  <a:noFill/>
                </a:ln>
                <a:solidFill>
                  <a:srgbClr val="0000FF"/>
                </a:solidFill>
                <a:effectLst/>
                <a:uLnTx/>
                <a:uFillTx/>
                <a:latin typeface="+mn-lt"/>
                <a:ea typeface="MS PGothic" panose="020B0600070205080204" pitchFamily="34" charset="-128"/>
                <a:cs typeface="MS PGothic" panose="020B0600070205080204" pitchFamily="34" charset="-128"/>
              </a:rPr>
              <a:t>locking operation</a:t>
            </a:r>
            <a:r>
              <a:rPr kumimoji="1" lang="en-US" altLang="en-US" sz="1800" b="0" i="0" u="none" strike="noStrike" kern="0" cap="none" spc="0" normalizeH="0" baseline="0" noProof="0" dirty="0">
                <a:ln>
                  <a:noFill/>
                </a:ln>
                <a:solidFill>
                  <a:srgbClr val="000000"/>
                </a:solidFill>
                <a:effectLst/>
                <a:uLnTx/>
                <a:uFillTx/>
                <a:latin typeface="+mn-lt"/>
                <a:ea typeface="MS PGothic" panose="020B0600070205080204" pitchFamily="34" charset="-128"/>
                <a:cs typeface="MS PGothic" panose="020B0600070205080204" pitchFamily="34" charset="-128"/>
              </a:rPr>
              <a:t>:</a:t>
            </a:r>
            <a:endParaRPr kumimoji="1" lang="en-US" altLang="en-US" sz="1800" b="0" i="0" u="none" strike="noStrike" kern="0" cap="none" spc="0" normalizeH="0" baseline="0" noProof="0" dirty="0">
              <a:ln>
                <a:noFill/>
              </a:ln>
              <a:solidFill>
                <a:srgbClr val="000000"/>
              </a:solidFill>
              <a:effectLst/>
              <a:uLnTx/>
              <a:uFillTx/>
              <a:latin typeface="+mn-lt"/>
              <a:ea typeface="MS PGothic" panose="020B0600070205080204" pitchFamily="34" charset="-128"/>
              <a:cs typeface="MS PGothic" panose="020B0600070205080204" pitchFamily="34" charset="-128"/>
            </a:endParaRPr>
          </a:p>
          <a:p>
            <a:pPr marL="0" marR="0" lvl="0" indent="0" algn="l" defTabSz="914400" rtl="0" eaLnBrk="0" fontAlgn="base" latinLnBrk="0" hangingPunct="0">
              <a:lnSpc>
                <a:spcPct val="100000"/>
              </a:lnSpc>
              <a:spcBef>
                <a:spcPct val="35000"/>
              </a:spcBef>
              <a:spcAft>
                <a:spcPct val="0"/>
              </a:spcAft>
              <a:buClr>
                <a:srgbClr val="993300"/>
              </a:buClr>
              <a:buSzPct val="90000"/>
              <a:buFont typeface="Monotype Sorts" pitchFamily="-84" charset="2"/>
              <a:buNone/>
              <a:defRPr/>
            </a:pPr>
            <a:r>
              <a:rPr kumimoji="1" lang="en-US" altLang="en-US" sz="1800" b="0" i="0" u="none" strike="noStrike" kern="0" cap="none" spc="0" normalizeH="0" baseline="0" noProof="0" dirty="0">
                <a:ln>
                  <a:noFill/>
                </a:ln>
                <a:solidFill>
                  <a:srgbClr val="000000"/>
                </a:solidFill>
                <a:effectLst/>
                <a:uLnTx/>
                <a:uFillTx/>
                <a:latin typeface="+mn-lt"/>
                <a:ea typeface="MS PGothic" panose="020B0600070205080204" pitchFamily="34" charset="-128"/>
                <a:cs typeface="MS PGothic" panose="020B0600070205080204" pitchFamily="34" charset="-128"/>
              </a:rPr>
              <a:t>      Processes T1 and T2 lock shared variables A and B in the </a:t>
            </a:r>
            <a:r>
              <a:rPr kumimoji="1" lang="en-US" altLang="en-US" sz="1800" b="0" i="0" u="none" strike="noStrike" kern="0" cap="none" spc="0" normalizeH="0" baseline="0" noProof="0" dirty="0">
                <a:ln>
                  <a:noFill/>
                </a:ln>
                <a:solidFill>
                  <a:srgbClr val="FF0000"/>
                </a:solidFill>
                <a:effectLst/>
                <a:uLnTx/>
                <a:uFillTx/>
                <a:latin typeface="+mn-lt"/>
                <a:ea typeface="MS PGothic" panose="020B0600070205080204" pitchFamily="34" charset="-128"/>
                <a:cs typeface="MS PGothic" panose="020B0600070205080204" pitchFamily="34" charset="-128"/>
              </a:rPr>
              <a:t>same order</a:t>
            </a:r>
            <a:r>
              <a:rPr kumimoji="1" lang="en-US" altLang="en-US" sz="1800" b="0" i="0" u="none" strike="noStrike" kern="0" cap="none" spc="0" normalizeH="0" baseline="0" noProof="0" dirty="0">
                <a:ln>
                  <a:noFill/>
                </a:ln>
                <a:solidFill>
                  <a:srgbClr val="000000"/>
                </a:solidFill>
                <a:effectLst/>
                <a:uLnTx/>
                <a:uFillTx/>
                <a:latin typeface="+mn-lt"/>
                <a:ea typeface="MS PGothic" panose="020B0600070205080204" pitchFamily="34" charset="-128"/>
                <a:cs typeface="MS PGothic" panose="020B0600070205080204" pitchFamily="34" charset="-128"/>
              </a:rPr>
              <a:t>:</a:t>
            </a:r>
            <a:endParaRPr kumimoji="1" lang="en-US" altLang="en-US" sz="1800" b="0" i="0" u="none" strike="noStrike" kern="0" cap="none" spc="0" normalizeH="0" baseline="0" noProof="0" dirty="0">
              <a:ln>
                <a:noFill/>
              </a:ln>
              <a:solidFill>
                <a:srgbClr val="000000"/>
              </a:solidFill>
              <a:effectLst/>
              <a:uLnTx/>
              <a:uFillTx/>
              <a:latin typeface="+mn-lt"/>
              <a:ea typeface="MS PGothic" panose="020B0600070205080204" pitchFamily="34" charset="-128"/>
              <a:cs typeface="MS PGothic" panose="020B0600070205080204" pitchFamily="34" charset="-128"/>
            </a:endParaRPr>
          </a:p>
          <a:p>
            <a:pPr marL="0" marR="0" lvl="0" indent="0" algn="l" defTabSz="914400" rtl="0" eaLnBrk="0" fontAlgn="base" latinLnBrk="0" hangingPunct="0">
              <a:lnSpc>
                <a:spcPct val="100000"/>
              </a:lnSpc>
              <a:spcBef>
                <a:spcPct val="35000"/>
              </a:spcBef>
              <a:spcAft>
                <a:spcPct val="0"/>
              </a:spcAft>
              <a:buClr>
                <a:srgbClr val="993300"/>
              </a:buClr>
              <a:buSzPct val="90000"/>
              <a:buFont typeface="Monotype Sorts" pitchFamily="-84" charset="2"/>
              <a:buNone/>
              <a:defRPr/>
            </a:pPr>
            <a:endParaRPr kumimoji="1" lang="en-US" altLang="en-US" sz="1800" b="0" i="0" u="none" strike="noStrike" kern="0" cap="none" spc="0" normalizeH="0" baseline="0" noProof="0" dirty="0">
              <a:ln>
                <a:noFill/>
              </a:ln>
              <a:solidFill>
                <a:srgbClr val="000000"/>
              </a:solidFill>
              <a:effectLst/>
              <a:uLnTx/>
              <a:uFillTx/>
              <a:latin typeface="+mn-lt"/>
              <a:ea typeface="MS PGothic" panose="020B0600070205080204" pitchFamily="34" charset="-128"/>
              <a:cs typeface="MS PGothic" panose="020B0600070205080204" pitchFamily="34" charset="-128"/>
            </a:endParaRPr>
          </a:p>
          <a:p>
            <a:pPr marL="0" marR="0" lvl="0" indent="0" algn="l" defTabSz="914400" rtl="0" eaLnBrk="0" fontAlgn="base" latinLnBrk="0" hangingPunct="0">
              <a:lnSpc>
                <a:spcPct val="100000"/>
              </a:lnSpc>
              <a:spcBef>
                <a:spcPct val="35000"/>
              </a:spcBef>
              <a:spcAft>
                <a:spcPct val="0"/>
              </a:spcAft>
              <a:buClr>
                <a:srgbClr val="993300"/>
              </a:buClr>
              <a:buSzPct val="90000"/>
              <a:buFont typeface="Monotype Sorts" pitchFamily="-84" charset="2"/>
              <a:buNone/>
              <a:defRPr/>
            </a:pPr>
            <a:r>
              <a:rPr kumimoji="1" lang="en-US" altLang="en-US" sz="1800" b="0" i="0" u="none" strike="noStrike" kern="0" cap="none" spc="0" normalizeH="0" baseline="0" noProof="0" dirty="0">
                <a:ln>
                  <a:noFill/>
                </a:ln>
                <a:solidFill>
                  <a:srgbClr val="FF0000"/>
                </a:solidFill>
                <a:effectLst/>
                <a:uLnTx/>
                <a:uFillTx/>
                <a:latin typeface="+mn-lt"/>
                <a:ea typeface="MS PGothic" panose="020B0600070205080204" pitchFamily="34" charset="-128"/>
                <a:cs typeface="MS PGothic" panose="020B0600070205080204" pitchFamily="34" charset="-128"/>
              </a:rPr>
              <a:t>Interleaved execution </a:t>
            </a:r>
            <a:r>
              <a:rPr kumimoji="1" lang="en-US" altLang="en-US" sz="1800" b="0" i="0" u="none" strike="noStrike" kern="0" cap="none" spc="0" normalizeH="0" baseline="0" noProof="0" dirty="0">
                <a:ln>
                  <a:noFill/>
                </a:ln>
                <a:solidFill>
                  <a:srgbClr val="000000"/>
                </a:solidFill>
                <a:effectLst/>
                <a:uLnTx/>
                <a:uFillTx/>
                <a:latin typeface="+mn-lt"/>
                <a:ea typeface="MS PGothic" panose="020B0600070205080204" pitchFamily="34" charset="-128"/>
                <a:cs typeface="MS PGothic" panose="020B0600070205080204" pitchFamily="34" charset="-128"/>
              </a:rPr>
              <a:t>of processes T1 and T2 does </a:t>
            </a:r>
            <a:r>
              <a:rPr kumimoji="1" lang="en-US" altLang="en-US" sz="1800" b="0" i="0" u="none" strike="noStrike" kern="0" cap="none" spc="0" normalizeH="0" baseline="0" noProof="0" dirty="0">
                <a:ln>
                  <a:noFill/>
                </a:ln>
                <a:solidFill>
                  <a:srgbClr val="FF0000"/>
                </a:solidFill>
                <a:effectLst/>
                <a:uLnTx/>
                <a:uFillTx/>
                <a:latin typeface="+mn-lt"/>
                <a:ea typeface="MS PGothic" panose="020B0600070205080204" pitchFamily="34" charset="-128"/>
                <a:cs typeface="MS PGothic" panose="020B0600070205080204" pitchFamily="34" charset="-128"/>
              </a:rPr>
              <a:t>not </a:t>
            </a:r>
            <a:r>
              <a:rPr kumimoji="1" lang="en-US" altLang="en-US" sz="1800" b="0" i="0" u="none" strike="noStrike" kern="0" cap="none" spc="0" normalizeH="0" baseline="0" noProof="0" dirty="0">
                <a:ln>
                  <a:noFill/>
                </a:ln>
                <a:solidFill>
                  <a:srgbClr val="000000"/>
                </a:solidFill>
                <a:effectLst/>
                <a:uLnTx/>
                <a:uFillTx/>
                <a:latin typeface="+mn-lt"/>
                <a:ea typeface="MS PGothic" panose="020B0600070205080204" pitchFamily="34" charset="-128"/>
                <a:cs typeface="MS PGothic" panose="020B0600070205080204" pitchFamily="34" charset="-128"/>
              </a:rPr>
              <a:t>result in deadlock:</a:t>
            </a:r>
            <a:endParaRPr kumimoji="1" lang="en-US" altLang="en-US" sz="1800" b="0" i="0" u="none" strike="noStrike" kern="0" cap="none" spc="0" normalizeH="0" baseline="0" noProof="0" dirty="0">
              <a:ln>
                <a:noFill/>
              </a:ln>
              <a:solidFill>
                <a:srgbClr val="000000"/>
              </a:solidFill>
              <a:effectLst/>
              <a:uLnTx/>
              <a:uFillTx/>
              <a:latin typeface="+mn-lt"/>
              <a:ea typeface="MS PGothic" panose="020B0600070205080204" pitchFamily="34" charset="-128"/>
              <a:cs typeface="MS PGothic" panose="020B0600070205080204" pitchFamily="34" charset="-128"/>
            </a:endParaRPr>
          </a:p>
          <a:p>
            <a:pPr marL="342900" marR="0" lvl="0" indent="-342900" algn="l" defTabSz="914400" rtl="0" eaLnBrk="0" fontAlgn="base" latinLnBrk="0" hangingPunct="0">
              <a:lnSpc>
                <a:spcPct val="100000"/>
              </a:lnSpc>
              <a:spcBef>
                <a:spcPct val="35000"/>
              </a:spcBef>
              <a:spcAft>
                <a:spcPct val="0"/>
              </a:spcAft>
              <a:buClr>
                <a:srgbClr val="993300"/>
              </a:buClr>
              <a:buSzPct val="90000"/>
              <a:buFont typeface="Wingdings" panose="05000000000000000000" pitchFamily="2" charset="2"/>
              <a:buChar char="q"/>
              <a:defRPr/>
            </a:pPr>
            <a:endParaRPr kumimoji="1" lang="en-US" altLang="en-US" sz="1800" b="0" i="0" u="none" strike="noStrike" kern="0" cap="none" spc="0" normalizeH="0" baseline="0" noProof="0" dirty="0">
              <a:ln>
                <a:noFill/>
              </a:ln>
              <a:solidFill>
                <a:srgbClr val="000000"/>
              </a:solidFill>
              <a:effectLst/>
              <a:uLnTx/>
              <a:uFillTx/>
              <a:latin typeface="+mn-lt"/>
              <a:ea typeface="MS PGothic" panose="020B0600070205080204" pitchFamily="34" charset="-128"/>
              <a:cs typeface="MS PGothic" panose="020B0600070205080204" pitchFamily="34" charset="-128"/>
            </a:endParaRPr>
          </a:p>
          <a:p>
            <a:pPr marL="342900" marR="0" lvl="0" indent="-342900" algn="l" defTabSz="914400" rtl="0" eaLnBrk="0" fontAlgn="base" latinLnBrk="0" hangingPunct="0">
              <a:lnSpc>
                <a:spcPct val="100000"/>
              </a:lnSpc>
              <a:spcBef>
                <a:spcPct val="35000"/>
              </a:spcBef>
              <a:spcAft>
                <a:spcPct val="0"/>
              </a:spcAft>
              <a:buClr>
                <a:srgbClr val="993300"/>
              </a:buClr>
              <a:buSzPct val="90000"/>
              <a:buFont typeface="Wingdings" panose="05000000000000000000" pitchFamily="2" charset="2"/>
              <a:buChar char="q"/>
              <a:defRPr/>
            </a:pPr>
            <a:endParaRPr kumimoji="1" lang="en-US" altLang="en-US" sz="1800" b="0" i="0" u="none" strike="noStrike" kern="0" cap="none" spc="0" normalizeH="0" baseline="0" noProof="0" dirty="0">
              <a:ln>
                <a:noFill/>
              </a:ln>
              <a:solidFill>
                <a:srgbClr val="000000"/>
              </a:solidFill>
              <a:effectLst/>
              <a:uLnTx/>
              <a:uFillTx/>
              <a:latin typeface="+mn-lt"/>
              <a:ea typeface="MS PGothic" panose="020B0600070205080204" pitchFamily="34" charset="-128"/>
              <a:cs typeface="MS PGothic" panose="020B0600070205080204" pitchFamily="34" charset="-128"/>
            </a:endParaRPr>
          </a:p>
        </p:txBody>
      </p:sp>
    </p:spTree>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7282" name="Rectangle 2"/>
          <p:cNvSpPr>
            <a:spLocks noGrp="1"/>
          </p:cNvSpPr>
          <p:nvPr>
            <p:ph type="title"/>
          </p:nvPr>
        </p:nvSpPr>
        <p:spPr>
          <a:xfrm>
            <a:off x="1109663" y="214313"/>
            <a:ext cx="7577137" cy="576262"/>
          </a:xfrm>
        </p:spPr>
        <p:txBody>
          <a:bodyPr vert="horz" wrap="square" lIns="91440" tIns="45720" rIns="91440" bIns="45720" anchor="b" anchorCtr="0"/>
          <a:p>
            <a:pPr eaLnBrk="1" hangingPunct="1"/>
            <a:r>
              <a:rPr lang="en-US" altLang="en-US" dirty="0"/>
              <a:t>Deadlock prevention</a:t>
            </a:r>
            <a:endParaRPr lang="en-US" altLang="en-US" dirty="0"/>
          </a:p>
        </p:txBody>
      </p:sp>
      <p:pic>
        <p:nvPicPr>
          <p:cNvPr id="3" name="Picture 2" descr="A picture containing diagram&#10;&#10;Description automatically generated"/>
          <p:cNvPicPr>
            <a:picLocks noChangeAspect="1"/>
          </p:cNvPicPr>
          <p:nvPr/>
        </p:nvPicPr>
        <p:blipFill>
          <a:blip r:embed="rId1"/>
          <a:stretch>
            <a:fillRect/>
          </a:stretch>
        </p:blipFill>
        <p:spPr>
          <a:xfrm>
            <a:off x="757238" y="984250"/>
            <a:ext cx="7504112" cy="5659438"/>
          </a:xfrm>
          <a:prstGeom prst="rect">
            <a:avLst/>
          </a:prstGeom>
          <a:noFill/>
          <a:ln w="9525">
            <a:noFill/>
          </a:ln>
        </p:spPr>
      </p:pic>
    </p:spTree>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9330" name="Rectangle 2"/>
          <p:cNvSpPr>
            <a:spLocks noGrp="1"/>
          </p:cNvSpPr>
          <p:nvPr>
            <p:ph type="title"/>
          </p:nvPr>
        </p:nvSpPr>
        <p:spPr>
          <a:xfrm>
            <a:off x="1109663" y="214313"/>
            <a:ext cx="7577137" cy="576262"/>
          </a:xfrm>
        </p:spPr>
        <p:txBody>
          <a:bodyPr vert="horz" wrap="square" lIns="91440" tIns="45720" rIns="91440" bIns="45720" anchor="b" anchorCtr="0"/>
          <a:p>
            <a:pPr eaLnBrk="1" hangingPunct="1"/>
            <a:r>
              <a:rPr lang="en-US" altLang="en-US" dirty="0"/>
              <a:t>Deadlock prevention</a:t>
            </a:r>
            <a:endParaRPr lang="en-US" altLang="en-US" dirty="0"/>
          </a:p>
        </p:txBody>
      </p:sp>
      <p:sp>
        <p:nvSpPr>
          <p:cNvPr id="5" name="Rectangle 3"/>
          <p:cNvSpPr txBox="1">
            <a:spLocks noChangeArrowheads="1"/>
          </p:cNvSpPr>
          <p:nvPr/>
        </p:nvSpPr>
        <p:spPr bwMode="auto">
          <a:xfrm>
            <a:off x="561975" y="1198563"/>
            <a:ext cx="8324850" cy="4733925"/>
          </a:xfrm>
          <a:prstGeom prst="rect">
            <a:avLst/>
          </a:prstGeom>
          <a:noFill/>
          <a:ln>
            <a:noFill/>
          </a:ln>
        </p:spPr>
        <p:txBody>
          <a:bodyPr/>
          <a:lstStyle>
            <a:lvl1pPr marL="342900" indent="-342900" algn="l" rtl="0" eaLnBrk="0" fontAlgn="base" hangingPunct="0">
              <a:spcBef>
                <a:spcPct val="35000"/>
              </a:spcBef>
              <a:spcAft>
                <a:spcPct val="0"/>
              </a:spcAft>
              <a:buClr>
                <a:srgbClr val="993300"/>
              </a:buClr>
              <a:buSzPct val="90000"/>
              <a:buFont typeface="Monotype Sorts" pitchFamily="-84" charset="2"/>
              <a:buChar char="n"/>
              <a:defRPr kumimoji="1">
                <a:solidFill>
                  <a:schemeClr val="tx1"/>
                </a:solidFill>
                <a:latin typeface="+mn-lt"/>
                <a:ea typeface="MS PGothic" panose="020B0600070205080204" pitchFamily="34" charset="-128"/>
                <a:cs typeface="MS PGothic" panose="020B0600070205080204" pitchFamily="34" charset="-128"/>
              </a:defRPr>
            </a:lvl1pPr>
            <a:lvl2pPr marL="742950" indent="-285750" algn="l" rtl="0" eaLnBrk="0" fontAlgn="base" hangingPunct="0">
              <a:spcBef>
                <a:spcPct val="35000"/>
              </a:spcBef>
              <a:spcAft>
                <a:spcPct val="0"/>
              </a:spcAft>
              <a:buClr>
                <a:srgbClr val="CC6600"/>
              </a:buClr>
              <a:buSzPct val="80000"/>
              <a:buFont typeface="Monotype Sorts" pitchFamily="-84" charset="2"/>
              <a:buChar char="l"/>
              <a:defRPr kumimoji="1">
                <a:solidFill>
                  <a:schemeClr val="tx1"/>
                </a:solidFill>
                <a:latin typeface="+mn-lt"/>
                <a:ea typeface="MS PGothic" panose="020B0600070205080204" pitchFamily="34" charset="-128"/>
              </a:defRPr>
            </a:lvl2pPr>
            <a:lvl3pPr marL="1085850"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a:solidFill>
                  <a:schemeClr val="tx1"/>
                </a:solidFill>
                <a:latin typeface="+mn-lt"/>
                <a:ea typeface="MS PGothic" panose="020B0600070205080204" pitchFamily="34" charset="-128"/>
              </a:defRPr>
            </a:lvl3pPr>
            <a:lvl4pPr marL="1428750" indent="-228600" algn="l" rtl="0" eaLnBrk="0" fontAlgn="base" hangingPunct="0">
              <a:spcBef>
                <a:spcPct val="35000"/>
              </a:spcBef>
              <a:spcAft>
                <a:spcPct val="0"/>
              </a:spcAft>
              <a:buClr>
                <a:schemeClr val="hlink"/>
              </a:buClr>
              <a:buSzPct val="75000"/>
              <a:buChar char="–"/>
              <a:defRPr kumimoji="1">
                <a:solidFill>
                  <a:schemeClr val="tx1"/>
                </a:solidFill>
                <a:latin typeface="+mn-lt"/>
                <a:ea typeface="MS PGothic" panose="020B0600070205080204" pitchFamily="34" charset="-128"/>
              </a:defRPr>
            </a:lvl4pPr>
            <a:lvl5pPr marL="17716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anose="020B0600070205080204" pitchFamily="34" charset="-128"/>
              </a:defRPr>
            </a:lvl5pPr>
            <a:lvl6pPr marL="22288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anose="020B0600070205080204" pitchFamily="34" charset="-128"/>
              </a:defRPr>
            </a:lvl6pPr>
            <a:lvl7pPr marL="26860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anose="020B0600070205080204" pitchFamily="34" charset="-128"/>
              </a:defRPr>
            </a:lvl7pPr>
            <a:lvl8pPr marL="31432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anose="020B0600070205080204" pitchFamily="34" charset="-128"/>
              </a:defRPr>
            </a:lvl8pPr>
            <a:lvl9pPr marL="36004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anose="020B0600070205080204" pitchFamily="34" charset="-128"/>
              </a:defRPr>
            </a:lvl9pPr>
          </a:lstStyle>
          <a:p>
            <a:pPr marL="0" marR="0" lvl="0" indent="0" algn="l" defTabSz="914400" rtl="0" eaLnBrk="0" fontAlgn="base" latinLnBrk="0" hangingPunct="0">
              <a:lnSpc>
                <a:spcPct val="100000"/>
              </a:lnSpc>
              <a:spcBef>
                <a:spcPct val="35000"/>
              </a:spcBef>
              <a:spcAft>
                <a:spcPct val="0"/>
              </a:spcAft>
              <a:buClr>
                <a:srgbClr val="993300"/>
              </a:buClr>
              <a:buSzPct val="90000"/>
              <a:buFont typeface="Monotype Sorts" pitchFamily="-84" charset="2"/>
              <a:buNone/>
              <a:defRPr/>
            </a:pPr>
            <a:r>
              <a:rPr kumimoji="1" lang="en-US" altLang="en-US" sz="1800" b="1" i="0" u="none" strike="noStrike" kern="0" cap="none" spc="0" normalizeH="0" baseline="0" noProof="0" dirty="0">
                <a:ln>
                  <a:noFill/>
                </a:ln>
                <a:solidFill>
                  <a:srgbClr val="000000"/>
                </a:solidFill>
                <a:effectLst/>
                <a:uLnTx/>
                <a:uFillTx/>
                <a:latin typeface="+mn-lt"/>
                <a:ea typeface="MS PGothic" panose="020B0600070205080204" pitchFamily="34" charset="-128"/>
                <a:cs typeface="MS PGothic" panose="020B0600070205080204" pitchFamily="34" charset="-128"/>
              </a:rPr>
              <a:t>Topic: Deadlock prevention by </a:t>
            </a:r>
            <a:r>
              <a:rPr kumimoji="1" lang="en-US" altLang="en-US" sz="1800" b="1" i="0" u="none" strike="noStrike" kern="0" cap="none" spc="0" normalizeH="0" baseline="0" noProof="0" dirty="0">
                <a:ln>
                  <a:noFill/>
                </a:ln>
                <a:solidFill>
                  <a:srgbClr val="FF0000"/>
                </a:solidFill>
                <a:effectLst/>
                <a:uLnTx/>
                <a:uFillTx/>
                <a:latin typeface="+mn-lt"/>
                <a:ea typeface="MS PGothic" panose="020B0600070205080204" pitchFamily="34" charset="-128"/>
                <a:cs typeface="MS PGothic" panose="020B0600070205080204" pitchFamily="34" charset="-128"/>
              </a:rPr>
              <a:t>ordering</a:t>
            </a:r>
            <a:r>
              <a:rPr kumimoji="1" lang="en-US" altLang="en-US" sz="1800" b="1" i="0" u="none" strike="noStrike" kern="0" cap="none" spc="0" normalizeH="0" baseline="0" noProof="0" dirty="0">
                <a:ln>
                  <a:noFill/>
                </a:ln>
                <a:solidFill>
                  <a:srgbClr val="000000"/>
                </a:solidFill>
                <a:effectLst/>
                <a:uLnTx/>
                <a:uFillTx/>
                <a:latin typeface="+mn-lt"/>
                <a:ea typeface="MS PGothic" panose="020B0600070205080204" pitchFamily="34" charset="-128"/>
                <a:cs typeface="MS PGothic" panose="020B0600070205080204" pitchFamily="34" charset="-128"/>
              </a:rPr>
              <a:t> the resource requesting</a:t>
            </a:r>
            <a:endParaRPr kumimoji="1" lang="en-US" altLang="en-US" sz="1800" b="1" i="0" u="none" strike="noStrike" kern="0" cap="none" spc="0" normalizeH="0" baseline="0" noProof="0" dirty="0">
              <a:ln>
                <a:noFill/>
              </a:ln>
              <a:solidFill>
                <a:srgbClr val="000000"/>
              </a:solidFill>
              <a:effectLst/>
              <a:uLnTx/>
              <a:uFillTx/>
              <a:latin typeface="+mn-lt"/>
              <a:ea typeface="MS PGothic" panose="020B0600070205080204" pitchFamily="34" charset="-128"/>
              <a:cs typeface="MS PGothic" panose="020B0600070205080204" pitchFamily="34" charset="-128"/>
            </a:endParaRPr>
          </a:p>
          <a:p>
            <a:pPr marL="342900" marR="0" lvl="0" indent="-342900" algn="l" defTabSz="914400" rtl="0" eaLnBrk="0" fontAlgn="base" latinLnBrk="0" hangingPunct="0">
              <a:lnSpc>
                <a:spcPct val="100000"/>
              </a:lnSpc>
              <a:spcBef>
                <a:spcPct val="35000"/>
              </a:spcBef>
              <a:spcAft>
                <a:spcPct val="0"/>
              </a:spcAft>
              <a:buClr>
                <a:srgbClr val="993300"/>
              </a:buClr>
              <a:buSzPct val="90000"/>
              <a:buFont typeface="Wingdings" panose="05000000000000000000" pitchFamily="2" charset="2"/>
              <a:buChar char="q"/>
              <a:defRPr/>
            </a:pPr>
            <a:r>
              <a:rPr kumimoji="1" lang="en-US" altLang="en-US" sz="1800" b="0" i="0" u="none" strike="noStrike" kern="0" cap="none" spc="0" normalizeH="0" baseline="0" noProof="0" dirty="0">
                <a:ln>
                  <a:noFill/>
                </a:ln>
                <a:solidFill>
                  <a:srgbClr val="000000"/>
                </a:solidFill>
                <a:effectLst/>
                <a:uLnTx/>
                <a:uFillTx/>
                <a:latin typeface="+mn-lt"/>
                <a:ea typeface="MS PGothic" panose="020B0600070205080204" pitchFamily="34" charset="-128"/>
                <a:cs typeface="MS PGothic" panose="020B0600070205080204" pitchFamily="34" charset="-128"/>
              </a:rPr>
              <a:t>Deadlock develops through </a:t>
            </a:r>
            <a:r>
              <a:rPr kumimoji="1" lang="en-US" altLang="en-US" sz="1800" b="0" i="0" u="none" strike="noStrike" kern="0" cap="none" spc="0" normalizeH="0" baseline="0" noProof="0" dirty="0">
                <a:ln>
                  <a:noFill/>
                </a:ln>
                <a:solidFill>
                  <a:srgbClr val="FF0000"/>
                </a:solidFill>
                <a:effectLst/>
                <a:uLnTx/>
                <a:uFillTx/>
                <a:latin typeface="+mn-lt"/>
                <a:ea typeface="MS PGothic" panose="020B0600070205080204" pitchFamily="34" charset="-128"/>
                <a:cs typeface="MS PGothic" panose="020B0600070205080204" pitchFamily="34" charset="-128"/>
              </a:rPr>
              <a:t>"bad" ordering </a:t>
            </a:r>
            <a:r>
              <a:rPr kumimoji="1" lang="en-US" altLang="en-US" sz="1800" b="0" i="0" u="none" strike="noStrike" kern="0" cap="none" spc="0" normalizeH="0" baseline="0" noProof="0" dirty="0">
                <a:ln>
                  <a:noFill/>
                </a:ln>
                <a:solidFill>
                  <a:srgbClr val="000000"/>
                </a:solidFill>
                <a:effectLst/>
                <a:uLnTx/>
                <a:uFillTx/>
                <a:latin typeface="+mn-lt"/>
                <a:ea typeface="MS PGothic" panose="020B0600070205080204" pitchFamily="34" charset="-128"/>
                <a:cs typeface="MS PGothic" panose="020B0600070205080204" pitchFamily="34" charset="-128"/>
              </a:rPr>
              <a:t>of locking operations</a:t>
            </a:r>
            <a:endParaRPr kumimoji="1" lang="en-US" altLang="en-US" sz="1800" b="0" i="0" u="none" strike="noStrike" kern="0" cap="none" spc="0" normalizeH="0" baseline="0" noProof="0" dirty="0">
              <a:ln>
                <a:noFill/>
              </a:ln>
              <a:solidFill>
                <a:srgbClr val="000000"/>
              </a:solidFill>
              <a:effectLst/>
              <a:uLnTx/>
              <a:uFillTx/>
              <a:latin typeface="+mn-lt"/>
              <a:ea typeface="MS PGothic" panose="020B0600070205080204" pitchFamily="34" charset="-128"/>
              <a:cs typeface="MS PGothic" panose="020B0600070205080204" pitchFamily="34" charset="-128"/>
            </a:endParaRPr>
          </a:p>
          <a:p>
            <a:pPr marL="342900" marR="0" lvl="0" indent="-342900" algn="l" defTabSz="914400" rtl="0" eaLnBrk="0" fontAlgn="base" latinLnBrk="0" hangingPunct="0">
              <a:lnSpc>
                <a:spcPct val="100000"/>
              </a:lnSpc>
              <a:spcBef>
                <a:spcPct val="35000"/>
              </a:spcBef>
              <a:spcAft>
                <a:spcPct val="0"/>
              </a:spcAft>
              <a:buClr>
                <a:srgbClr val="993300"/>
              </a:buClr>
              <a:buSzPct val="90000"/>
              <a:buFont typeface="Wingdings" panose="05000000000000000000" pitchFamily="2" charset="2"/>
              <a:buChar char="q"/>
              <a:defRPr/>
            </a:pPr>
            <a:r>
              <a:rPr kumimoji="1" lang="en-US" altLang="en-US" sz="1800" b="0" i="0" u="none" strike="noStrike" kern="0" cap="none" spc="0" normalizeH="0" baseline="0" noProof="0" dirty="0">
                <a:ln>
                  <a:noFill/>
                </a:ln>
                <a:solidFill>
                  <a:srgbClr val="FF0000"/>
                </a:solidFill>
                <a:effectLst/>
                <a:uLnTx/>
                <a:uFillTx/>
                <a:latin typeface="+mn-lt"/>
                <a:ea typeface="MS PGothic" panose="020B0600070205080204" pitchFamily="34" charset="-128"/>
                <a:cs typeface="MS PGothic" panose="020B0600070205080204" pitchFamily="34" charset="-128"/>
              </a:rPr>
              <a:t>"Good" ordering </a:t>
            </a:r>
            <a:r>
              <a:rPr kumimoji="1" lang="en-US" altLang="en-US" sz="1800" b="0" i="0" u="none" strike="noStrike" kern="0" cap="none" spc="0" normalizeH="0" baseline="0" noProof="0" dirty="0">
                <a:ln>
                  <a:noFill/>
                </a:ln>
                <a:solidFill>
                  <a:srgbClr val="000000"/>
                </a:solidFill>
                <a:effectLst/>
                <a:uLnTx/>
                <a:uFillTx/>
                <a:latin typeface="+mn-lt"/>
                <a:ea typeface="MS PGothic" panose="020B0600070205080204" pitchFamily="34" charset="-128"/>
                <a:cs typeface="MS PGothic" panose="020B0600070205080204" pitchFamily="34" charset="-128"/>
              </a:rPr>
              <a:t>of </a:t>
            </a:r>
            <a:r>
              <a:rPr kumimoji="1" lang="en-US" altLang="en-US" sz="1800" b="0" i="0" u="none" strike="noStrike" kern="0" cap="none" spc="0" normalizeH="0" baseline="0" noProof="0" dirty="0">
                <a:ln>
                  <a:noFill/>
                </a:ln>
                <a:solidFill>
                  <a:srgbClr val="0000FF"/>
                </a:solidFill>
                <a:effectLst/>
                <a:uLnTx/>
                <a:uFillTx/>
                <a:latin typeface="+mn-lt"/>
                <a:ea typeface="MS PGothic" panose="020B0600070205080204" pitchFamily="34" charset="-128"/>
                <a:cs typeface="MS PGothic" panose="020B0600070205080204" pitchFamily="34" charset="-128"/>
              </a:rPr>
              <a:t>locking operation</a:t>
            </a:r>
            <a:r>
              <a:rPr kumimoji="1" lang="en-US" altLang="en-US" sz="1800" b="0" i="0" u="none" strike="noStrike" kern="0" cap="none" spc="0" normalizeH="0" baseline="0" noProof="0" dirty="0">
                <a:ln>
                  <a:noFill/>
                </a:ln>
                <a:solidFill>
                  <a:srgbClr val="000000"/>
                </a:solidFill>
                <a:effectLst/>
                <a:uLnTx/>
                <a:uFillTx/>
                <a:latin typeface="+mn-lt"/>
                <a:ea typeface="MS PGothic" panose="020B0600070205080204" pitchFamily="34" charset="-128"/>
                <a:cs typeface="MS PGothic" panose="020B0600070205080204" pitchFamily="34" charset="-128"/>
              </a:rPr>
              <a:t>:</a:t>
            </a:r>
            <a:endParaRPr kumimoji="1" lang="en-US" altLang="en-US" sz="1800" b="0" i="0" u="none" strike="noStrike" kern="0" cap="none" spc="0" normalizeH="0" baseline="0" noProof="0" dirty="0">
              <a:ln>
                <a:noFill/>
              </a:ln>
              <a:solidFill>
                <a:srgbClr val="000000"/>
              </a:solidFill>
              <a:effectLst/>
              <a:uLnTx/>
              <a:uFillTx/>
              <a:latin typeface="+mn-lt"/>
              <a:ea typeface="MS PGothic" panose="020B0600070205080204" pitchFamily="34" charset="-128"/>
              <a:cs typeface="MS PGothic" panose="020B0600070205080204" pitchFamily="34" charset="-128"/>
            </a:endParaRPr>
          </a:p>
          <a:p>
            <a:pPr marL="0" marR="0" lvl="0" indent="0" algn="l" defTabSz="914400" rtl="0" eaLnBrk="0" fontAlgn="base" latinLnBrk="0" hangingPunct="0">
              <a:lnSpc>
                <a:spcPct val="100000"/>
              </a:lnSpc>
              <a:spcBef>
                <a:spcPct val="35000"/>
              </a:spcBef>
              <a:spcAft>
                <a:spcPct val="0"/>
              </a:spcAft>
              <a:buClr>
                <a:srgbClr val="993300"/>
              </a:buClr>
              <a:buSzPct val="90000"/>
              <a:buFont typeface="Monotype Sorts" pitchFamily="-84" charset="2"/>
              <a:buNone/>
              <a:defRPr/>
            </a:pPr>
            <a:r>
              <a:rPr kumimoji="1" lang="en-US" altLang="en-US" sz="1800" b="0" i="0" u="none" strike="noStrike" kern="0" cap="none" spc="0" normalizeH="0" baseline="0" noProof="0" dirty="0">
                <a:ln>
                  <a:noFill/>
                </a:ln>
                <a:solidFill>
                  <a:srgbClr val="000000"/>
                </a:solidFill>
                <a:effectLst/>
                <a:uLnTx/>
                <a:uFillTx/>
                <a:latin typeface="+mn-lt"/>
                <a:ea typeface="MS PGothic" panose="020B0600070205080204" pitchFamily="34" charset="-128"/>
                <a:cs typeface="MS PGothic" panose="020B0600070205080204" pitchFamily="34" charset="-128"/>
              </a:rPr>
              <a:t>      Processes T1 and T2 lock shared variables A and B in the </a:t>
            </a:r>
            <a:r>
              <a:rPr kumimoji="1" lang="en-US" altLang="en-US" sz="1800" b="0" i="0" u="none" strike="noStrike" kern="0" cap="none" spc="0" normalizeH="0" baseline="0" noProof="0" dirty="0">
                <a:ln>
                  <a:noFill/>
                </a:ln>
                <a:solidFill>
                  <a:srgbClr val="FF0000"/>
                </a:solidFill>
                <a:effectLst/>
                <a:uLnTx/>
                <a:uFillTx/>
                <a:latin typeface="+mn-lt"/>
                <a:ea typeface="MS PGothic" panose="020B0600070205080204" pitchFamily="34" charset="-128"/>
                <a:cs typeface="MS PGothic" panose="020B0600070205080204" pitchFamily="34" charset="-128"/>
              </a:rPr>
              <a:t>same order</a:t>
            </a:r>
            <a:r>
              <a:rPr kumimoji="1" lang="en-US" altLang="en-US" sz="1800" b="0" i="0" u="none" strike="noStrike" kern="0" cap="none" spc="0" normalizeH="0" baseline="0" noProof="0" dirty="0">
                <a:ln>
                  <a:noFill/>
                </a:ln>
                <a:solidFill>
                  <a:srgbClr val="000000"/>
                </a:solidFill>
                <a:effectLst/>
                <a:uLnTx/>
                <a:uFillTx/>
                <a:latin typeface="+mn-lt"/>
                <a:ea typeface="MS PGothic" panose="020B0600070205080204" pitchFamily="34" charset="-128"/>
                <a:cs typeface="MS PGothic" panose="020B0600070205080204" pitchFamily="34" charset="-128"/>
              </a:rPr>
              <a:t>:</a:t>
            </a:r>
            <a:endParaRPr kumimoji="1" lang="en-US" altLang="en-US" sz="1800" b="0" i="0" u="none" strike="noStrike" kern="0" cap="none" spc="0" normalizeH="0" baseline="0" noProof="0" dirty="0">
              <a:ln>
                <a:noFill/>
              </a:ln>
              <a:solidFill>
                <a:srgbClr val="000000"/>
              </a:solidFill>
              <a:effectLst/>
              <a:uLnTx/>
              <a:uFillTx/>
              <a:latin typeface="+mn-lt"/>
              <a:ea typeface="MS PGothic" panose="020B0600070205080204" pitchFamily="34" charset="-128"/>
              <a:cs typeface="MS PGothic" panose="020B0600070205080204" pitchFamily="34" charset="-128"/>
            </a:endParaRPr>
          </a:p>
          <a:p>
            <a:pPr marL="0" marR="0" lvl="0" indent="0" algn="l" defTabSz="914400" rtl="0" eaLnBrk="0" fontAlgn="base" latinLnBrk="0" hangingPunct="0">
              <a:lnSpc>
                <a:spcPct val="100000"/>
              </a:lnSpc>
              <a:spcBef>
                <a:spcPct val="35000"/>
              </a:spcBef>
              <a:spcAft>
                <a:spcPct val="0"/>
              </a:spcAft>
              <a:buClr>
                <a:srgbClr val="993300"/>
              </a:buClr>
              <a:buSzPct val="90000"/>
              <a:buFont typeface="Monotype Sorts" pitchFamily="-84" charset="2"/>
              <a:buNone/>
              <a:defRPr/>
            </a:pPr>
            <a:endParaRPr kumimoji="1" lang="en-US" altLang="en-US" sz="1800" b="0" i="0" u="none" strike="noStrike" kern="0" cap="none" spc="0" normalizeH="0" baseline="0" noProof="0" dirty="0">
              <a:ln>
                <a:noFill/>
              </a:ln>
              <a:solidFill>
                <a:srgbClr val="000000"/>
              </a:solidFill>
              <a:effectLst/>
              <a:uLnTx/>
              <a:uFillTx/>
              <a:latin typeface="+mn-lt"/>
              <a:ea typeface="MS PGothic" panose="020B0600070205080204" pitchFamily="34" charset="-128"/>
              <a:cs typeface="MS PGothic" panose="020B0600070205080204" pitchFamily="34" charset="-128"/>
            </a:endParaRPr>
          </a:p>
          <a:p>
            <a:pPr marL="0" marR="0" lvl="0" indent="0" algn="l" defTabSz="914400" rtl="0" eaLnBrk="0" fontAlgn="base" latinLnBrk="0" hangingPunct="0">
              <a:lnSpc>
                <a:spcPct val="100000"/>
              </a:lnSpc>
              <a:spcBef>
                <a:spcPct val="35000"/>
              </a:spcBef>
              <a:spcAft>
                <a:spcPct val="0"/>
              </a:spcAft>
              <a:buClr>
                <a:srgbClr val="993300"/>
              </a:buClr>
              <a:buSzPct val="90000"/>
              <a:buFont typeface="Monotype Sorts" pitchFamily="-84" charset="2"/>
              <a:buNone/>
              <a:defRPr/>
            </a:pPr>
            <a:r>
              <a:rPr kumimoji="1" lang="en-US" altLang="en-US" sz="1800" b="0" i="0" u="none" strike="noStrike" kern="0" cap="none" spc="0" normalizeH="0" baseline="0" noProof="0" dirty="0">
                <a:ln>
                  <a:noFill/>
                </a:ln>
                <a:solidFill>
                  <a:srgbClr val="FF0000"/>
                </a:solidFill>
                <a:effectLst/>
                <a:uLnTx/>
                <a:uFillTx/>
                <a:latin typeface="+mn-lt"/>
                <a:ea typeface="MS PGothic" panose="020B0600070205080204" pitchFamily="34" charset="-128"/>
                <a:cs typeface="MS PGothic" panose="020B0600070205080204" pitchFamily="34" charset="-128"/>
              </a:rPr>
              <a:t>Interleaved execution </a:t>
            </a:r>
            <a:r>
              <a:rPr kumimoji="1" lang="en-US" altLang="en-US" sz="1800" b="0" i="0" u="none" strike="noStrike" kern="0" cap="none" spc="0" normalizeH="0" baseline="0" noProof="0" dirty="0">
                <a:ln>
                  <a:noFill/>
                </a:ln>
                <a:solidFill>
                  <a:srgbClr val="000000"/>
                </a:solidFill>
                <a:effectLst/>
                <a:uLnTx/>
                <a:uFillTx/>
                <a:latin typeface="+mn-lt"/>
                <a:ea typeface="MS PGothic" panose="020B0600070205080204" pitchFamily="34" charset="-128"/>
                <a:cs typeface="MS PGothic" panose="020B0600070205080204" pitchFamily="34" charset="-128"/>
              </a:rPr>
              <a:t>of processes T1 and T2 does </a:t>
            </a:r>
            <a:r>
              <a:rPr kumimoji="1" lang="en-US" altLang="en-US" sz="1800" b="0" i="0" u="none" strike="noStrike" kern="0" cap="none" spc="0" normalizeH="0" baseline="0" noProof="0" dirty="0">
                <a:ln>
                  <a:noFill/>
                </a:ln>
                <a:solidFill>
                  <a:srgbClr val="FF0000"/>
                </a:solidFill>
                <a:effectLst/>
                <a:uLnTx/>
                <a:uFillTx/>
                <a:latin typeface="+mn-lt"/>
                <a:ea typeface="MS PGothic" panose="020B0600070205080204" pitchFamily="34" charset="-128"/>
                <a:cs typeface="MS PGothic" panose="020B0600070205080204" pitchFamily="34" charset="-128"/>
              </a:rPr>
              <a:t>not </a:t>
            </a:r>
            <a:r>
              <a:rPr kumimoji="1" lang="en-US" altLang="en-US" sz="1800" b="0" i="0" u="none" strike="noStrike" kern="0" cap="none" spc="0" normalizeH="0" baseline="0" noProof="0" dirty="0">
                <a:ln>
                  <a:noFill/>
                </a:ln>
                <a:solidFill>
                  <a:srgbClr val="000000"/>
                </a:solidFill>
                <a:effectLst/>
                <a:uLnTx/>
                <a:uFillTx/>
                <a:latin typeface="+mn-lt"/>
                <a:ea typeface="MS PGothic" panose="020B0600070205080204" pitchFamily="34" charset="-128"/>
                <a:cs typeface="MS PGothic" panose="020B0600070205080204" pitchFamily="34" charset="-128"/>
              </a:rPr>
              <a:t>result in deadlock:</a:t>
            </a:r>
            <a:endParaRPr kumimoji="1" lang="en-US" altLang="en-US" sz="1800" b="0" i="0" u="none" strike="noStrike" kern="0" cap="none" spc="0" normalizeH="0" baseline="0" noProof="0" dirty="0">
              <a:ln>
                <a:noFill/>
              </a:ln>
              <a:solidFill>
                <a:srgbClr val="000000"/>
              </a:solidFill>
              <a:effectLst/>
              <a:uLnTx/>
              <a:uFillTx/>
              <a:latin typeface="+mn-lt"/>
              <a:ea typeface="MS PGothic" panose="020B0600070205080204" pitchFamily="34" charset="-128"/>
              <a:cs typeface="MS PGothic" panose="020B0600070205080204" pitchFamily="34" charset="-128"/>
            </a:endParaRPr>
          </a:p>
          <a:p>
            <a:pPr marL="342900" marR="0" lvl="0" indent="-342900" algn="l" defTabSz="914400" rtl="0" eaLnBrk="0" fontAlgn="base" latinLnBrk="0" hangingPunct="0">
              <a:lnSpc>
                <a:spcPct val="100000"/>
              </a:lnSpc>
              <a:spcBef>
                <a:spcPct val="35000"/>
              </a:spcBef>
              <a:spcAft>
                <a:spcPct val="0"/>
              </a:spcAft>
              <a:buClr>
                <a:srgbClr val="993300"/>
              </a:buClr>
              <a:buSzPct val="90000"/>
              <a:buFont typeface="Wingdings" panose="05000000000000000000" pitchFamily="2" charset="2"/>
              <a:buChar char="q"/>
              <a:defRPr/>
            </a:pPr>
            <a:endParaRPr kumimoji="1" lang="en-US" altLang="en-US" sz="1800" b="0" i="0" u="none" strike="noStrike" kern="0" cap="none" spc="0" normalizeH="0" baseline="0" noProof="0" dirty="0">
              <a:ln>
                <a:noFill/>
              </a:ln>
              <a:solidFill>
                <a:srgbClr val="000000"/>
              </a:solidFill>
              <a:effectLst/>
              <a:uLnTx/>
              <a:uFillTx/>
              <a:latin typeface="+mn-lt"/>
              <a:ea typeface="MS PGothic" panose="020B0600070205080204" pitchFamily="34" charset="-128"/>
              <a:cs typeface="MS PGothic" panose="020B0600070205080204" pitchFamily="34" charset="-128"/>
            </a:endParaRPr>
          </a:p>
          <a:p>
            <a:pPr marL="342900" marR="0" lvl="0" indent="-342900" algn="l" defTabSz="914400" rtl="0" eaLnBrk="0" fontAlgn="base" latinLnBrk="0" hangingPunct="0">
              <a:lnSpc>
                <a:spcPct val="100000"/>
              </a:lnSpc>
              <a:spcBef>
                <a:spcPct val="35000"/>
              </a:spcBef>
              <a:spcAft>
                <a:spcPct val="0"/>
              </a:spcAft>
              <a:buClr>
                <a:srgbClr val="993300"/>
              </a:buClr>
              <a:buSzPct val="90000"/>
              <a:buFont typeface="Wingdings" panose="05000000000000000000" pitchFamily="2" charset="2"/>
              <a:buChar char="q"/>
              <a:defRPr/>
            </a:pPr>
            <a:endParaRPr kumimoji="1" lang="en-US" altLang="en-US" sz="1800" b="0" i="0" u="none" strike="noStrike" kern="0" cap="none" spc="0" normalizeH="0" baseline="0" noProof="0" dirty="0">
              <a:ln>
                <a:noFill/>
              </a:ln>
              <a:solidFill>
                <a:srgbClr val="000000"/>
              </a:solidFill>
              <a:effectLst/>
              <a:uLnTx/>
              <a:uFillTx/>
              <a:latin typeface="+mn-lt"/>
              <a:ea typeface="MS PGothic" panose="020B0600070205080204" pitchFamily="34" charset="-128"/>
              <a:cs typeface="MS PGothic" panose="020B0600070205080204" pitchFamily="34" charset="-128"/>
            </a:endParaRPr>
          </a:p>
          <a:p>
            <a:pPr marL="342900" marR="0" lvl="0" indent="-342900" algn="l" defTabSz="914400" rtl="0" eaLnBrk="0" fontAlgn="base" latinLnBrk="0" hangingPunct="0">
              <a:lnSpc>
                <a:spcPct val="100000"/>
              </a:lnSpc>
              <a:spcBef>
                <a:spcPct val="35000"/>
              </a:spcBef>
              <a:spcAft>
                <a:spcPct val="0"/>
              </a:spcAft>
              <a:buClr>
                <a:srgbClr val="993300"/>
              </a:buClr>
              <a:buSzPct val="90000"/>
              <a:buFont typeface="Wingdings" panose="05000000000000000000" pitchFamily="2" charset="2"/>
              <a:buChar char="q"/>
              <a:defRPr/>
            </a:pPr>
            <a:r>
              <a:rPr kumimoji="1" lang="en-US" altLang="en-US" sz="1800" b="0" i="0" u="none" strike="noStrike" kern="0" cap="none" spc="0" normalizeH="0" baseline="0" noProof="0" dirty="0">
                <a:ln>
                  <a:noFill/>
                </a:ln>
                <a:solidFill>
                  <a:srgbClr val="FF0000"/>
                </a:solidFill>
                <a:effectLst/>
                <a:uLnTx/>
                <a:uFillTx/>
                <a:latin typeface="+mn-lt"/>
                <a:ea typeface="MS PGothic" panose="020B0600070205080204" pitchFamily="34" charset="-128"/>
                <a:cs typeface="MS PGothic" panose="020B0600070205080204" pitchFamily="34" charset="-128"/>
              </a:rPr>
              <a:t>"Bad" ordering </a:t>
            </a:r>
            <a:r>
              <a:rPr kumimoji="1" lang="en-US" altLang="en-US" sz="1800" b="0" i="0" u="none" strike="noStrike" kern="0" cap="none" spc="0" normalizeH="0" baseline="0" noProof="0" dirty="0">
                <a:ln>
                  <a:noFill/>
                </a:ln>
                <a:solidFill>
                  <a:srgbClr val="000000"/>
                </a:solidFill>
                <a:effectLst/>
                <a:uLnTx/>
                <a:uFillTx/>
                <a:latin typeface="+mn-lt"/>
                <a:ea typeface="MS PGothic" panose="020B0600070205080204" pitchFamily="34" charset="-128"/>
                <a:cs typeface="MS PGothic" panose="020B0600070205080204" pitchFamily="34" charset="-128"/>
              </a:rPr>
              <a:t>of locking operation:</a:t>
            </a:r>
            <a:endParaRPr kumimoji="1" lang="en-US" altLang="en-US" sz="1800" b="0" i="0" u="none" strike="noStrike" kern="0" cap="none" spc="0" normalizeH="0" baseline="0" noProof="0" dirty="0">
              <a:ln>
                <a:noFill/>
              </a:ln>
              <a:solidFill>
                <a:srgbClr val="000000"/>
              </a:solidFill>
              <a:effectLst/>
              <a:uLnTx/>
              <a:uFillTx/>
              <a:latin typeface="+mn-lt"/>
              <a:ea typeface="MS PGothic" panose="020B0600070205080204" pitchFamily="34" charset="-128"/>
              <a:cs typeface="MS PGothic" panose="020B0600070205080204" pitchFamily="34" charset="-128"/>
            </a:endParaRPr>
          </a:p>
          <a:p>
            <a:pPr marL="0" marR="0" lvl="0" indent="0" algn="l" defTabSz="914400" rtl="0" eaLnBrk="0" fontAlgn="base" latinLnBrk="0" hangingPunct="0">
              <a:lnSpc>
                <a:spcPct val="100000"/>
              </a:lnSpc>
              <a:spcBef>
                <a:spcPct val="35000"/>
              </a:spcBef>
              <a:spcAft>
                <a:spcPct val="0"/>
              </a:spcAft>
              <a:buClr>
                <a:srgbClr val="993300"/>
              </a:buClr>
              <a:buSzPct val="90000"/>
              <a:buFont typeface="Monotype Sorts" pitchFamily="-84" charset="2"/>
              <a:buNone/>
              <a:defRPr/>
            </a:pPr>
            <a:r>
              <a:rPr kumimoji="1" lang="en-US" altLang="en-US" sz="1800" b="0" i="0" u="none" strike="noStrike" kern="0" cap="none" spc="0" normalizeH="0" baseline="0" noProof="0" dirty="0">
                <a:ln>
                  <a:noFill/>
                </a:ln>
                <a:solidFill>
                  <a:srgbClr val="000000"/>
                </a:solidFill>
                <a:effectLst/>
                <a:uLnTx/>
                <a:uFillTx/>
                <a:latin typeface="+mn-lt"/>
                <a:ea typeface="MS PGothic" panose="020B0600070205080204" pitchFamily="34" charset="-128"/>
                <a:cs typeface="MS PGothic" panose="020B0600070205080204" pitchFamily="34" charset="-128"/>
              </a:rPr>
              <a:t>      Processes T1 and T2 locks shared variables A and B in the </a:t>
            </a:r>
            <a:r>
              <a:rPr kumimoji="1" lang="en-US" altLang="en-US" sz="1800" b="1" i="0" u="none" strike="noStrike" kern="0" cap="none" spc="0" normalizeH="0" baseline="0" noProof="0" dirty="0">
                <a:ln>
                  <a:noFill/>
                </a:ln>
                <a:solidFill>
                  <a:srgbClr val="FF0000"/>
                </a:solidFill>
                <a:effectLst/>
                <a:uLnTx/>
                <a:uFillTx/>
                <a:latin typeface="+mn-lt"/>
                <a:ea typeface="MS PGothic" panose="020B0600070205080204" pitchFamily="34" charset="-128"/>
                <a:cs typeface="MS PGothic" panose="020B0600070205080204" pitchFamily="34" charset="-128"/>
              </a:rPr>
              <a:t>opposite order</a:t>
            </a:r>
            <a:r>
              <a:rPr kumimoji="1" lang="en-US" altLang="en-US" sz="1800" b="0" i="0" u="none" strike="noStrike" kern="0" cap="none" spc="0" normalizeH="0" baseline="0" noProof="0" dirty="0">
                <a:ln>
                  <a:noFill/>
                </a:ln>
                <a:solidFill>
                  <a:srgbClr val="000000"/>
                </a:solidFill>
                <a:effectLst/>
                <a:uLnTx/>
                <a:uFillTx/>
                <a:latin typeface="+mn-lt"/>
                <a:ea typeface="MS PGothic" panose="020B0600070205080204" pitchFamily="34" charset="-128"/>
                <a:cs typeface="MS PGothic" panose="020B0600070205080204" pitchFamily="34" charset="-128"/>
              </a:rPr>
              <a:t>:</a:t>
            </a:r>
            <a:endParaRPr kumimoji="1" lang="en-US" altLang="en-US" sz="1800" b="0" i="0" u="none" strike="noStrike" kern="0" cap="none" spc="0" normalizeH="0" baseline="0" noProof="0" dirty="0">
              <a:ln>
                <a:noFill/>
              </a:ln>
              <a:solidFill>
                <a:srgbClr val="000000"/>
              </a:solidFill>
              <a:effectLst/>
              <a:uLnTx/>
              <a:uFillTx/>
              <a:latin typeface="+mn-lt"/>
              <a:ea typeface="MS PGothic" panose="020B0600070205080204" pitchFamily="34" charset="-128"/>
              <a:cs typeface="MS PGothic" panose="020B0600070205080204" pitchFamily="34" charset="-128"/>
            </a:endParaRPr>
          </a:p>
        </p:txBody>
      </p:sp>
    </p:spTree>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9330" name="Rectangle 2"/>
          <p:cNvSpPr>
            <a:spLocks noGrp="1"/>
          </p:cNvSpPr>
          <p:nvPr>
            <p:ph type="title"/>
          </p:nvPr>
        </p:nvSpPr>
        <p:spPr>
          <a:xfrm>
            <a:off x="1109663" y="214313"/>
            <a:ext cx="7577137" cy="576262"/>
          </a:xfrm>
        </p:spPr>
        <p:txBody>
          <a:bodyPr vert="horz" wrap="square" lIns="91440" tIns="45720" rIns="91440" bIns="45720" anchor="b" anchorCtr="0"/>
          <a:p>
            <a:pPr eaLnBrk="1" hangingPunct="1"/>
            <a:r>
              <a:rPr lang="en-US" altLang="en-US" dirty="0"/>
              <a:t>Deadlock prevention</a:t>
            </a:r>
            <a:endParaRPr lang="en-US" altLang="en-US" dirty="0"/>
          </a:p>
        </p:txBody>
      </p:sp>
      <p:pic>
        <p:nvPicPr>
          <p:cNvPr id="2" name="Picture 1"/>
          <p:cNvPicPr>
            <a:picLocks noChangeAspect="1"/>
          </p:cNvPicPr>
          <p:nvPr/>
        </p:nvPicPr>
        <p:blipFill>
          <a:blip r:embed="rId1"/>
          <a:stretch>
            <a:fillRect/>
          </a:stretch>
        </p:blipFill>
        <p:spPr>
          <a:xfrm>
            <a:off x="849313" y="1198563"/>
            <a:ext cx="7046912" cy="4048125"/>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1378" name="Rectangle 2"/>
          <p:cNvSpPr>
            <a:spLocks noGrp="1"/>
          </p:cNvSpPr>
          <p:nvPr>
            <p:ph type="title"/>
          </p:nvPr>
        </p:nvSpPr>
        <p:spPr>
          <a:xfrm>
            <a:off x="1109663" y="214313"/>
            <a:ext cx="7577137" cy="576262"/>
          </a:xfrm>
        </p:spPr>
        <p:txBody>
          <a:bodyPr vert="horz" wrap="square" lIns="91440" tIns="45720" rIns="91440" bIns="45720" anchor="b" anchorCtr="0"/>
          <a:p>
            <a:pPr eaLnBrk="1" hangingPunct="1"/>
            <a:r>
              <a:rPr lang="en-US" altLang="en-US" dirty="0"/>
              <a:t>Deadlock prevention</a:t>
            </a:r>
            <a:endParaRPr lang="en-US" altLang="en-US" dirty="0"/>
          </a:p>
        </p:txBody>
      </p:sp>
      <p:sp>
        <p:nvSpPr>
          <p:cNvPr id="5" name="Rectangle 3"/>
          <p:cNvSpPr txBox="1">
            <a:spLocks noChangeArrowheads="1"/>
          </p:cNvSpPr>
          <p:nvPr/>
        </p:nvSpPr>
        <p:spPr bwMode="auto">
          <a:xfrm>
            <a:off x="561975" y="1198563"/>
            <a:ext cx="8324850" cy="4733925"/>
          </a:xfrm>
          <a:prstGeom prst="rect">
            <a:avLst/>
          </a:prstGeom>
          <a:noFill/>
          <a:ln>
            <a:noFill/>
          </a:ln>
        </p:spPr>
        <p:txBody>
          <a:bodyPr/>
          <a:lstStyle>
            <a:lvl1pPr marL="342900" indent="-342900" algn="l" rtl="0" eaLnBrk="0" fontAlgn="base" hangingPunct="0">
              <a:spcBef>
                <a:spcPct val="35000"/>
              </a:spcBef>
              <a:spcAft>
                <a:spcPct val="0"/>
              </a:spcAft>
              <a:buClr>
                <a:srgbClr val="993300"/>
              </a:buClr>
              <a:buSzPct val="90000"/>
              <a:buFont typeface="Monotype Sorts" pitchFamily="-84" charset="2"/>
              <a:buChar char="n"/>
              <a:defRPr kumimoji="1">
                <a:solidFill>
                  <a:schemeClr val="tx1"/>
                </a:solidFill>
                <a:latin typeface="+mn-lt"/>
                <a:ea typeface="MS PGothic" panose="020B0600070205080204" pitchFamily="34" charset="-128"/>
                <a:cs typeface="MS PGothic" panose="020B0600070205080204" pitchFamily="34" charset="-128"/>
              </a:defRPr>
            </a:lvl1pPr>
            <a:lvl2pPr marL="742950" indent="-285750" algn="l" rtl="0" eaLnBrk="0" fontAlgn="base" hangingPunct="0">
              <a:spcBef>
                <a:spcPct val="35000"/>
              </a:spcBef>
              <a:spcAft>
                <a:spcPct val="0"/>
              </a:spcAft>
              <a:buClr>
                <a:srgbClr val="CC6600"/>
              </a:buClr>
              <a:buSzPct val="80000"/>
              <a:buFont typeface="Monotype Sorts" pitchFamily="-84" charset="2"/>
              <a:buChar char="l"/>
              <a:defRPr kumimoji="1">
                <a:solidFill>
                  <a:schemeClr val="tx1"/>
                </a:solidFill>
                <a:latin typeface="+mn-lt"/>
                <a:ea typeface="MS PGothic" panose="020B0600070205080204" pitchFamily="34" charset="-128"/>
              </a:defRPr>
            </a:lvl2pPr>
            <a:lvl3pPr marL="1085850"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a:solidFill>
                  <a:schemeClr val="tx1"/>
                </a:solidFill>
                <a:latin typeface="+mn-lt"/>
                <a:ea typeface="MS PGothic" panose="020B0600070205080204" pitchFamily="34" charset="-128"/>
              </a:defRPr>
            </a:lvl3pPr>
            <a:lvl4pPr marL="1428750" indent="-228600" algn="l" rtl="0" eaLnBrk="0" fontAlgn="base" hangingPunct="0">
              <a:spcBef>
                <a:spcPct val="35000"/>
              </a:spcBef>
              <a:spcAft>
                <a:spcPct val="0"/>
              </a:spcAft>
              <a:buClr>
                <a:schemeClr val="hlink"/>
              </a:buClr>
              <a:buSzPct val="75000"/>
              <a:buChar char="–"/>
              <a:defRPr kumimoji="1">
                <a:solidFill>
                  <a:schemeClr val="tx1"/>
                </a:solidFill>
                <a:latin typeface="+mn-lt"/>
                <a:ea typeface="MS PGothic" panose="020B0600070205080204" pitchFamily="34" charset="-128"/>
              </a:defRPr>
            </a:lvl4pPr>
            <a:lvl5pPr marL="17716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anose="020B0600070205080204" pitchFamily="34" charset="-128"/>
              </a:defRPr>
            </a:lvl5pPr>
            <a:lvl6pPr marL="22288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anose="020B0600070205080204" pitchFamily="34" charset="-128"/>
              </a:defRPr>
            </a:lvl6pPr>
            <a:lvl7pPr marL="26860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anose="020B0600070205080204" pitchFamily="34" charset="-128"/>
              </a:defRPr>
            </a:lvl7pPr>
            <a:lvl8pPr marL="31432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anose="020B0600070205080204" pitchFamily="34" charset="-128"/>
              </a:defRPr>
            </a:lvl8pPr>
            <a:lvl9pPr marL="36004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anose="020B0600070205080204" pitchFamily="34" charset="-128"/>
              </a:defRPr>
            </a:lvl9pPr>
          </a:lstStyle>
          <a:p>
            <a:pPr marL="0" marR="0" lvl="0" indent="0" algn="l" defTabSz="914400" rtl="0" eaLnBrk="0" fontAlgn="base" latinLnBrk="0" hangingPunct="0">
              <a:lnSpc>
                <a:spcPct val="100000"/>
              </a:lnSpc>
              <a:spcBef>
                <a:spcPct val="35000"/>
              </a:spcBef>
              <a:spcAft>
                <a:spcPct val="0"/>
              </a:spcAft>
              <a:buClr>
                <a:srgbClr val="993300"/>
              </a:buClr>
              <a:buSzPct val="90000"/>
              <a:buFont typeface="Monotype Sorts" pitchFamily="-84" charset="2"/>
              <a:buNone/>
              <a:defRPr/>
            </a:pPr>
            <a:r>
              <a:rPr kumimoji="1" lang="en-US" altLang="en-US" sz="1800" b="1" i="0" u="none" strike="noStrike" kern="0" cap="none" spc="0" normalizeH="0" baseline="0" noProof="0" dirty="0">
                <a:ln>
                  <a:noFill/>
                </a:ln>
                <a:solidFill>
                  <a:srgbClr val="000000"/>
                </a:solidFill>
                <a:effectLst/>
                <a:uLnTx/>
                <a:uFillTx/>
                <a:latin typeface="+mn-lt"/>
                <a:ea typeface="MS PGothic" panose="020B0600070205080204" pitchFamily="34" charset="-128"/>
                <a:cs typeface="MS PGothic" panose="020B0600070205080204" pitchFamily="34" charset="-128"/>
              </a:rPr>
              <a:t>Topic: Deadlock prevention by </a:t>
            </a:r>
            <a:r>
              <a:rPr kumimoji="1" lang="en-US" altLang="en-US" sz="1800" b="1" i="0" u="none" strike="noStrike" kern="0" cap="none" spc="0" normalizeH="0" baseline="0" noProof="0" dirty="0">
                <a:ln>
                  <a:noFill/>
                </a:ln>
                <a:solidFill>
                  <a:srgbClr val="FF0000"/>
                </a:solidFill>
                <a:effectLst/>
                <a:uLnTx/>
                <a:uFillTx/>
                <a:latin typeface="+mn-lt"/>
                <a:ea typeface="MS PGothic" panose="020B0600070205080204" pitchFamily="34" charset="-128"/>
                <a:cs typeface="MS PGothic" panose="020B0600070205080204" pitchFamily="34" charset="-128"/>
              </a:rPr>
              <a:t>ordering</a:t>
            </a:r>
            <a:r>
              <a:rPr kumimoji="1" lang="en-US" altLang="en-US" sz="1800" b="1" i="0" u="none" strike="noStrike" kern="0" cap="none" spc="0" normalizeH="0" baseline="0" noProof="0" dirty="0">
                <a:ln>
                  <a:noFill/>
                </a:ln>
                <a:solidFill>
                  <a:srgbClr val="000000"/>
                </a:solidFill>
                <a:effectLst/>
                <a:uLnTx/>
                <a:uFillTx/>
                <a:latin typeface="+mn-lt"/>
                <a:ea typeface="MS PGothic" panose="020B0600070205080204" pitchFamily="34" charset="-128"/>
                <a:cs typeface="MS PGothic" panose="020B0600070205080204" pitchFamily="34" charset="-128"/>
              </a:rPr>
              <a:t> the resource requesting</a:t>
            </a:r>
            <a:endParaRPr kumimoji="1" lang="en-US" altLang="en-US" sz="1800" b="1" i="0" u="none" strike="noStrike" kern="0" cap="none" spc="0" normalizeH="0" baseline="0" noProof="0" dirty="0">
              <a:ln>
                <a:noFill/>
              </a:ln>
              <a:solidFill>
                <a:srgbClr val="000000"/>
              </a:solidFill>
              <a:effectLst/>
              <a:uLnTx/>
              <a:uFillTx/>
              <a:latin typeface="+mn-lt"/>
              <a:ea typeface="MS PGothic" panose="020B0600070205080204" pitchFamily="34" charset="-128"/>
              <a:cs typeface="MS PGothic" panose="020B0600070205080204" pitchFamily="34" charset="-128"/>
            </a:endParaRPr>
          </a:p>
          <a:p>
            <a:pPr marL="342900" marR="0" lvl="0" indent="-342900" algn="l" defTabSz="914400" rtl="0" eaLnBrk="0" fontAlgn="base" latinLnBrk="0" hangingPunct="0">
              <a:lnSpc>
                <a:spcPct val="100000"/>
              </a:lnSpc>
              <a:spcBef>
                <a:spcPct val="35000"/>
              </a:spcBef>
              <a:spcAft>
                <a:spcPct val="0"/>
              </a:spcAft>
              <a:buClr>
                <a:srgbClr val="993300"/>
              </a:buClr>
              <a:buSzPct val="90000"/>
              <a:buFont typeface="Wingdings" panose="05000000000000000000" pitchFamily="2" charset="2"/>
              <a:buChar char="q"/>
              <a:defRPr/>
            </a:pPr>
            <a:r>
              <a:rPr kumimoji="1" lang="en-US" altLang="en-US" sz="1800" b="0" i="0" u="none" strike="noStrike" kern="0" cap="none" spc="0" normalizeH="0" baseline="0" noProof="0" dirty="0">
                <a:ln>
                  <a:noFill/>
                </a:ln>
                <a:solidFill>
                  <a:srgbClr val="000000"/>
                </a:solidFill>
                <a:effectLst/>
                <a:uLnTx/>
                <a:uFillTx/>
                <a:latin typeface="+mn-lt"/>
                <a:ea typeface="MS PGothic" panose="020B0600070205080204" pitchFamily="34" charset="-128"/>
                <a:cs typeface="MS PGothic" panose="020B0600070205080204" pitchFamily="34" charset="-128"/>
              </a:rPr>
              <a:t>Deadlock develops through </a:t>
            </a:r>
            <a:r>
              <a:rPr kumimoji="1" lang="en-US" altLang="en-US" sz="1800" b="0" i="0" u="none" strike="noStrike" kern="0" cap="none" spc="0" normalizeH="0" baseline="0" noProof="0" dirty="0">
                <a:ln>
                  <a:noFill/>
                </a:ln>
                <a:solidFill>
                  <a:srgbClr val="FF0000"/>
                </a:solidFill>
                <a:effectLst/>
                <a:uLnTx/>
                <a:uFillTx/>
                <a:latin typeface="+mn-lt"/>
                <a:ea typeface="MS PGothic" panose="020B0600070205080204" pitchFamily="34" charset="-128"/>
                <a:cs typeface="MS PGothic" panose="020B0600070205080204" pitchFamily="34" charset="-128"/>
              </a:rPr>
              <a:t>"bad" ordering </a:t>
            </a:r>
            <a:r>
              <a:rPr kumimoji="1" lang="en-US" altLang="en-US" sz="1800" b="0" i="0" u="none" strike="noStrike" kern="0" cap="none" spc="0" normalizeH="0" baseline="0" noProof="0" dirty="0">
                <a:ln>
                  <a:noFill/>
                </a:ln>
                <a:solidFill>
                  <a:srgbClr val="000000"/>
                </a:solidFill>
                <a:effectLst/>
                <a:uLnTx/>
                <a:uFillTx/>
                <a:latin typeface="+mn-lt"/>
                <a:ea typeface="MS PGothic" panose="020B0600070205080204" pitchFamily="34" charset="-128"/>
                <a:cs typeface="MS PGothic" panose="020B0600070205080204" pitchFamily="34" charset="-128"/>
              </a:rPr>
              <a:t>of locking operations</a:t>
            </a:r>
            <a:endParaRPr kumimoji="1" lang="en-US" altLang="en-US" sz="1800" b="0" i="0" u="none" strike="noStrike" kern="0" cap="none" spc="0" normalizeH="0" baseline="0" noProof="0" dirty="0">
              <a:ln>
                <a:noFill/>
              </a:ln>
              <a:solidFill>
                <a:srgbClr val="000000"/>
              </a:solidFill>
              <a:effectLst/>
              <a:uLnTx/>
              <a:uFillTx/>
              <a:latin typeface="+mn-lt"/>
              <a:ea typeface="MS PGothic" panose="020B0600070205080204" pitchFamily="34" charset="-128"/>
              <a:cs typeface="MS PGothic" panose="020B0600070205080204" pitchFamily="34" charset="-128"/>
            </a:endParaRPr>
          </a:p>
          <a:p>
            <a:pPr marL="342900" marR="0" lvl="0" indent="-342900" algn="l" defTabSz="914400" rtl="0" eaLnBrk="0" fontAlgn="base" latinLnBrk="0" hangingPunct="0">
              <a:lnSpc>
                <a:spcPct val="100000"/>
              </a:lnSpc>
              <a:spcBef>
                <a:spcPct val="35000"/>
              </a:spcBef>
              <a:spcAft>
                <a:spcPct val="0"/>
              </a:spcAft>
              <a:buClr>
                <a:srgbClr val="993300"/>
              </a:buClr>
              <a:buSzPct val="90000"/>
              <a:buFont typeface="Wingdings" panose="05000000000000000000" pitchFamily="2" charset="2"/>
              <a:buChar char="q"/>
              <a:defRPr/>
            </a:pPr>
            <a:r>
              <a:rPr kumimoji="1" lang="en-US" altLang="en-US" sz="1800" b="0" i="0" u="none" strike="noStrike" kern="0" cap="none" spc="0" normalizeH="0" baseline="0" noProof="0" dirty="0">
                <a:ln>
                  <a:noFill/>
                </a:ln>
                <a:solidFill>
                  <a:srgbClr val="FF0000"/>
                </a:solidFill>
                <a:effectLst/>
                <a:uLnTx/>
                <a:uFillTx/>
                <a:latin typeface="+mn-lt"/>
                <a:ea typeface="MS PGothic" panose="020B0600070205080204" pitchFamily="34" charset="-128"/>
                <a:cs typeface="MS PGothic" panose="020B0600070205080204" pitchFamily="34" charset="-128"/>
              </a:rPr>
              <a:t>"Good" ordering </a:t>
            </a:r>
            <a:r>
              <a:rPr kumimoji="1" lang="en-US" altLang="en-US" sz="1800" b="0" i="0" u="none" strike="noStrike" kern="0" cap="none" spc="0" normalizeH="0" baseline="0" noProof="0" dirty="0">
                <a:ln>
                  <a:noFill/>
                </a:ln>
                <a:solidFill>
                  <a:srgbClr val="000000"/>
                </a:solidFill>
                <a:effectLst/>
                <a:uLnTx/>
                <a:uFillTx/>
                <a:latin typeface="+mn-lt"/>
                <a:ea typeface="MS PGothic" panose="020B0600070205080204" pitchFamily="34" charset="-128"/>
                <a:cs typeface="MS PGothic" panose="020B0600070205080204" pitchFamily="34" charset="-128"/>
              </a:rPr>
              <a:t>of </a:t>
            </a:r>
            <a:r>
              <a:rPr kumimoji="1" lang="en-US" altLang="en-US" sz="1800" b="0" i="0" u="none" strike="noStrike" kern="0" cap="none" spc="0" normalizeH="0" baseline="0" noProof="0" dirty="0">
                <a:ln>
                  <a:noFill/>
                </a:ln>
                <a:solidFill>
                  <a:srgbClr val="0000FF"/>
                </a:solidFill>
                <a:effectLst/>
                <a:uLnTx/>
                <a:uFillTx/>
                <a:latin typeface="+mn-lt"/>
                <a:ea typeface="MS PGothic" panose="020B0600070205080204" pitchFamily="34" charset="-128"/>
                <a:cs typeface="MS PGothic" panose="020B0600070205080204" pitchFamily="34" charset="-128"/>
              </a:rPr>
              <a:t>locking operation</a:t>
            </a:r>
            <a:r>
              <a:rPr kumimoji="1" lang="en-US" altLang="en-US" sz="1800" b="0" i="0" u="none" strike="noStrike" kern="0" cap="none" spc="0" normalizeH="0" baseline="0" noProof="0" dirty="0">
                <a:ln>
                  <a:noFill/>
                </a:ln>
                <a:solidFill>
                  <a:srgbClr val="000000"/>
                </a:solidFill>
                <a:effectLst/>
                <a:uLnTx/>
                <a:uFillTx/>
                <a:latin typeface="+mn-lt"/>
                <a:ea typeface="MS PGothic" panose="020B0600070205080204" pitchFamily="34" charset="-128"/>
                <a:cs typeface="MS PGothic" panose="020B0600070205080204" pitchFamily="34" charset="-128"/>
              </a:rPr>
              <a:t>:</a:t>
            </a:r>
            <a:endParaRPr kumimoji="1" lang="en-US" altLang="en-US" sz="1800" b="0" i="0" u="none" strike="noStrike" kern="0" cap="none" spc="0" normalizeH="0" baseline="0" noProof="0" dirty="0">
              <a:ln>
                <a:noFill/>
              </a:ln>
              <a:solidFill>
                <a:srgbClr val="000000"/>
              </a:solidFill>
              <a:effectLst/>
              <a:uLnTx/>
              <a:uFillTx/>
              <a:latin typeface="+mn-lt"/>
              <a:ea typeface="MS PGothic" panose="020B0600070205080204" pitchFamily="34" charset="-128"/>
              <a:cs typeface="MS PGothic" panose="020B0600070205080204" pitchFamily="34" charset="-128"/>
            </a:endParaRPr>
          </a:p>
          <a:p>
            <a:pPr marL="0" marR="0" lvl="0" indent="0" algn="l" defTabSz="914400" rtl="0" eaLnBrk="0" fontAlgn="base" latinLnBrk="0" hangingPunct="0">
              <a:lnSpc>
                <a:spcPct val="100000"/>
              </a:lnSpc>
              <a:spcBef>
                <a:spcPct val="35000"/>
              </a:spcBef>
              <a:spcAft>
                <a:spcPct val="0"/>
              </a:spcAft>
              <a:buClr>
                <a:srgbClr val="993300"/>
              </a:buClr>
              <a:buSzPct val="90000"/>
              <a:buFont typeface="Monotype Sorts" pitchFamily="-84" charset="2"/>
              <a:buNone/>
              <a:defRPr/>
            </a:pPr>
            <a:r>
              <a:rPr kumimoji="1" lang="en-US" altLang="en-US" sz="1800" b="0" i="0" u="none" strike="noStrike" kern="0" cap="none" spc="0" normalizeH="0" baseline="0" noProof="0" dirty="0">
                <a:ln>
                  <a:noFill/>
                </a:ln>
                <a:solidFill>
                  <a:srgbClr val="000000"/>
                </a:solidFill>
                <a:effectLst/>
                <a:uLnTx/>
                <a:uFillTx/>
                <a:latin typeface="+mn-lt"/>
                <a:ea typeface="MS PGothic" panose="020B0600070205080204" pitchFamily="34" charset="-128"/>
                <a:cs typeface="MS PGothic" panose="020B0600070205080204" pitchFamily="34" charset="-128"/>
              </a:rPr>
              <a:t>      Processes T1 and T2 lock shared variables A and B in the </a:t>
            </a:r>
            <a:r>
              <a:rPr kumimoji="1" lang="en-US" altLang="en-US" sz="1800" b="0" i="0" u="none" strike="noStrike" kern="0" cap="none" spc="0" normalizeH="0" baseline="0" noProof="0" dirty="0">
                <a:ln>
                  <a:noFill/>
                </a:ln>
                <a:solidFill>
                  <a:srgbClr val="FF0000"/>
                </a:solidFill>
                <a:effectLst/>
                <a:uLnTx/>
                <a:uFillTx/>
                <a:latin typeface="+mn-lt"/>
                <a:ea typeface="MS PGothic" panose="020B0600070205080204" pitchFamily="34" charset="-128"/>
                <a:cs typeface="MS PGothic" panose="020B0600070205080204" pitchFamily="34" charset="-128"/>
              </a:rPr>
              <a:t>same order</a:t>
            </a:r>
            <a:r>
              <a:rPr kumimoji="1" lang="en-US" altLang="en-US" sz="1800" b="0" i="0" u="none" strike="noStrike" kern="0" cap="none" spc="0" normalizeH="0" baseline="0" noProof="0" dirty="0">
                <a:ln>
                  <a:noFill/>
                </a:ln>
                <a:solidFill>
                  <a:srgbClr val="000000"/>
                </a:solidFill>
                <a:effectLst/>
                <a:uLnTx/>
                <a:uFillTx/>
                <a:latin typeface="+mn-lt"/>
                <a:ea typeface="MS PGothic" panose="020B0600070205080204" pitchFamily="34" charset="-128"/>
                <a:cs typeface="MS PGothic" panose="020B0600070205080204" pitchFamily="34" charset="-128"/>
              </a:rPr>
              <a:t>:</a:t>
            </a:r>
            <a:endParaRPr kumimoji="1" lang="en-US" altLang="en-US" sz="1800" b="0" i="0" u="none" strike="noStrike" kern="0" cap="none" spc="0" normalizeH="0" baseline="0" noProof="0" dirty="0">
              <a:ln>
                <a:noFill/>
              </a:ln>
              <a:solidFill>
                <a:srgbClr val="000000"/>
              </a:solidFill>
              <a:effectLst/>
              <a:uLnTx/>
              <a:uFillTx/>
              <a:latin typeface="+mn-lt"/>
              <a:ea typeface="MS PGothic" panose="020B0600070205080204" pitchFamily="34" charset="-128"/>
              <a:cs typeface="MS PGothic" panose="020B0600070205080204" pitchFamily="34" charset="-128"/>
            </a:endParaRPr>
          </a:p>
          <a:p>
            <a:pPr marL="0" marR="0" lvl="0" indent="0" algn="l" defTabSz="914400" rtl="0" eaLnBrk="0" fontAlgn="base" latinLnBrk="0" hangingPunct="0">
              <a:lnSpc>
                <a:spcPct val="100000"/>
              </a:lnSpc>
              <a:spcBef>
                <a:spcPct val="35000"/>
              </a:spcBef>
              <a:spcAft>
                <a:spcPct val="0"/>
              </a:spcAft>
              <a:buClr>
                <a:srgbClr val="993300"/>
              </a:buClr>
              <a:buSzPct val="90000"/>
              <a:buFont typeface="Monotype Sorts" pitchFamily="-84" charset="2"/>
              <a:buNone/>
              <a:defRPr/>
            </a:pPr>
            <a:endParaRPr kumimoji="1" lang="en-US" altLang="en-US" sz="1800" b="0" i="0" u="none" strike="noStrike" kern="0" cap="none" spc="0" normalizeH="0" baseline="0" noProof="0" dirty="0">
              <a:ln>
                <a:noFill/>
              </a:ln>
              <a:solidFill>
                <a:srgbClr val="000000"/>
              </a:solidFill>
              <a:effectLst/>
              <a:uLnTx/>
              <a:uFillTx/>
              <a:latin typeface="+mn-lt"/>
              <a:ea typeface="MS PGothic" panose="020B0600070205080204" pitchFamily="34" charset="-128"/>
              <a:cs typeface="MS PGothic" panose="020B0600070205080204" pitchFamily="34" charset="-128"/>
            </a:endParaRPr>
          </a:p>
          <a:p>
            <a:pPr marL="0" marR="0" lvl="0" indent="0" algn="l" defTabSz="914400" rtl="0" eaLnBrk="0" fontAlgn="base" latinLnBrk="0" hangingPunct="0">
              <a:lnSpc>
                <a:spcPct val="100000"/>
              </a:lnSpc>
              <a:spcBef>
                <a:spcPct val="35000"/>
              </a:spcBef>
              <a:spcAft>
                <a:spcPct val="0"/>
              </a:spcAft>
              <a:buClr>
                <a:srgbClr val="993300"/>
              </a:buClr>
              <a:buSzPct val="90000"/>
              <a:buFont typeface="Monotype Sorts" pitchFamily="-84" charset="2"/>
              <a:buNone/>
              <a:defRPr/>
            </a:pPr>
            <a:r>
              <a:rPr kumimoji="1" lang="en-US" altLang="en-US" sz="1800" b="0" i="0" u="none" strike="noStrike" kern="0" cap="none" spc="0" normalizeH="0" baseline="0" noProof="0" dirty="0">
                <a:ln>
                  <a:noFill/>
                </a:ln>
                <a:solidFill>
                  <a:srgbClr val="FF0000"/>
                </a:solidFill>
                <a:effectLst/>
                <a:uLnTx/>
                <a:uFillTx/>
                <a:latin typeface="+mn-lt"/>
                <a:ea typeface="MS PGothic" panose="020B0600070205080204" pitchFamily="34" charset="-128"/>
                <a:cs typeface="MS PGothic" panose="020B0600070205080204" pitchFamily="34" charset="-128"/>
              </a:rPr>
              <a:t>Interleaved execution </a:t>
            </a:r>
            <a:r>
              <a:rPr kumimoji="1" lang="en-US" altLang="en-US" sz="1800" b="0" i="0" u="none" strike="noStrike" kern="0" cap="none" spc="0" normalizeH="0" baseline="0" noProof="0" dirty="0">
                <a:ln>
                  <a:noFill/>
                </a:ln>
                <a:solidFill>
                  <a:srgbClr val="000000"/>
                </a:solidFill>
                <a:effectLst/>
                <a:uLnTx/>
                <a:uFillTx/>
                <a:latin typeface="+mn-lt"/>
                <a:ea typeface="MS PGothic" panose="020B0600070205080204" pitchFamily="34" charset="-128"/>
                <a:cs typeface="MS PGothic" panose="020B0600070205080204" pitchFamily="34" charset="-128"/>
              </a:rPr>
              <a:t>of processes T1 and T2 does </a:t>
            </a:r>
            <a:r>
              <a:rPr kumimoji="1" lang="en-US" altLang="en-US" sz="1800" b="0" i="0" u="none" strike="noStrike" kern="0" cap="none" spc="0" normalizeH="0" baseline="0" noProof="0" dirty="0">
                <a:ln>
                  <a:noFill/>
                </a:ln>
                <a:solidFill>
                  <a:srgbClr val="FF0000"/>
                </a:solidFill>
                <a:effectLst/>
                <a:uLnTx/>
                <a:uFillTx/>
                <a:latin typeface="+mn-lt"/>
                <a:ea typeface="MS PGothic" panose="020B0600070205080204" pitchFamily="34" charset="-128"/>
                <a:cs typeface="MS PGothic" panose="020B0600070205080204" pitchFamily="34" charset="-128"/>
              </a:rPr>
              <a:t>not </a:t>
            </a:r>
            <a:r>
              <a:rPr kumimoji="1" lang="en-US" altLang="en-US" sz="1800" b="0" i="0" u="none" strike="noStrike" kern="0" cap="none" spc="0" normalizeH="0" baseline="0" noProof="0" dirty="0">
                <a:ln>
                  <a:noFill/>
                </a:ln>
                <a:solidFill>
                  <a:srgbClr val="000000"/>
                </a:solidFill>
                <a:effectLst/>
                <a:uLnTx/>
                <a:uFillTx/>
                <a:latin typeface="+mn-lt"/>
                <a:ea typeface="MS PGothic" panose="020B0600070205080204" pitchFamily="34" charset="-128"/>
                <a:cs typeface="MS PGothic" panose="020B0600070205080204" pitchFamily="34" charset="-128"/>
              </a:rPr>
              <a:t>result in deadlock:</a:t>
            </a:r>
            <a:endParaRPr kumimoji="1" lang="en-US" altLang="en-US" sz="1800" b="0" i="0" u="none" strike="noStrike" kern="0" cap="none" spc="0" normalizeH="0" baseline="0" noProof="0" dirty="0">
              <a:ln>
                <a:noFill/>
              </a:ln>
              <a:solidFill>
                <a:srgbClr val="000000"/>
              </a:solidFill>
              <a:effectLst/>
              <a:uLnTx/>
              <a:uFillTx/>
              <a:latin typeface="+mn-lt"/>
              <a:ea typeface="MS PGothic" panose="020B0600070205080204" pitchFamily="34" charset="-128"/>
              <a:cs typeface="MS PGothic" panose="020B0600070205080204" pitchFamily="34" charset="-128"/>
            </a:endParaRPr>
          </a:p>
          <a:p>
            <a:pPr marL="342900" marR="0" lvl="0" indent="-342900" algn="l" defTabSz="914400" rtl="0" eaLnBrk="0" fontAlgn="base" latinLnBrk="0" hangingPunct="0">
              <a:lnSpc>
                <a:spcPct val="100000"/>
              </a:lnSpc>
              <a:spcBef>
                <a:spcPct val="35000"/>
              </a:spcBef>
              <a:spcAft>
                <a:spcPct val="0"/>
              </a:spcAft>
              <a:buClr>
                <a:srgbClr val="993300"/>
              </a:buClr>
              <a:buSzPct val="90000"/>
              <a:buFont typeface="Wingdings" panose="05000000000000000000" pitchFamily="2" charset="2"/>
              <a:buChar char="q"/>
              <a:defRPr/>
            </a:pPr>
            <a:endParaRPr kumimoji="1" lang="en-US" altLang="en-US" sz="1800" b="0" i="0" u="none" strike="noStrike" kern="0" cap="none" spc="0" normalizeH="0" baseline="0" noProof="0" dirty="0">
              <a:ln>
                <a:noFill/>
              </a:ln>
              <a:solidFill>
                <a:srgbClr val="000000"/>
              </a:solidFill>
              <a:effectLst/>
              <a:uLnTx/>
              <a:uFillTx/>
              <a:latin typeface="+mn-lt"/>
              <a:ea typeface="MS PGothic" panose="020B0600070205080204" pitchFamily="34" charset="-128"/>
              <a:cs typeface="MS PGothic" panose="020B0600070205080204" pitchFamily="34" charset="-128"/>
            </a:endParaRPr>
          </a:p>
          <a:p>
            <a:pPr marL="342900" marR="0" lvl="0" indent="-342900" algn="l" defTabSz="914400" rtl="0" eaLnBrk="0" fontAlgn="base" latinLnBrk="0" hangingPunct="0">
              <a:lnSpc>
                <a:spcPct val="100000"/>
              </a:lnSpc>
              <a:spcBef>
                <a:spcPct val="35000"/>
              </a:spcBef>
              <a:spcAft>
                <a:spcPct val="0"/>
              </a:spcAft>
              <a:buClr>
                <a:srgbClr val="993300"/>
              </a:buClr>
              <a:buSzPct val="90000"/>
              <a:buFont typeface="Wingdings" panose="05000000000000000000" pitchFamily="2" charset="2"/>
              <a:buChar char="q"/>
              <a:defRPr/>
            </a:pPr>
            <a:endParaRPr kumimoji="1" lang="en-US" altLang="en-US" sz="1800" b="0" i="0" u="none" strike="noStrike" kern="0" cap="none" spc="0" normalizeH="0" baseline="0" noProof="0" dirty="0">
              <a:ln>
                <a:noFill/>
              </a:ln>
              <a:solidFill>
                <a:srgbClr val="000000"/>
              </a:solidFill>
              <a:effectLst/>
              <a:uLnTx/>
              <a:uFillTx/>
              <a:latin typeface="+mn-lt"/>
              <a:ea typeface="MS PGothic" panose="020B0600070205080204" pitchFamily="34" charset="-128"/>
              <a:cs typeface="MS PGothic" panose="020B0600070205080204" pitchFamily="34" charset="-128"/>
            </a:endParaRPr>
          </a:p>
          <a:p>
            <a:pPr marL="342900" marR="0" lvl="0" indent="-342900" algn="l" defTabSz="914400" rtl="0" eaLnBrk="0" fontAlgn="base" latinLnBrk="0" hangingPunct="0">
              <a:lnSpc>
                <a:spcPct val="100000"/>
              </a:lnSpc>
              <a:spcBef>
                <a:spcPct val="35000"/>
              </a:spcBef>
              <a:spcAft>
                <a:spcPct val="0"/>
              </a:spcAft>
              <a:buClr>
                <a:srgbClr val="993300"/>
              </a:buClr>
              <a:buSzPct val="90000"/>
              <a:buFont typeface="Wingdings" panose="05000000000000000000" pitchFamily="2" charset="2"/>
              <a:buChar char="q"/>
              <a:defRPr/>
            </a:pPr>
            <a:r>
              <a:rPr kumimoji="1" lang="en-US" altLang="en-US" sz="1800" b="0" i="0" u="none" strike="noStrike" kern="0" cap="none" spc="0" normalizeH="0" baseline="0" noProof="0" dirty="0">
                <a:ln>
                  <a:noFill/>
                </a:ln>
                <a:solidFill>
                  <a:srgbClr val="FF0000"/>
                </a:solidFill>
                <a:effectLst/>
                <a:uLnTx/>
                <a:uFillTx/>
                <a:latin typeface="+mn-lt"/>
                <a:ea typeface="MS PGothic" panose="020B0600070205080204" pitchFamily="34" charset="-128"/>
                <a:cs typeface="MS PGothic" panose="020B0600070205080204" pitchFamily="34" charset="-128"/>
              </a:rPr>
              <a:t>"Bad" ordering </a:t>
            </a:r>
            <a:r>
              <a:rPr kumimoji="1" lang="en-US" altLang="en-US" sz="1800" b="0" i="0" u="none" strike="noStrike" kern="0" cap="none" spc="0" normalizeH="0" baseline="0" noProof="0" dirty="0">
                <a:ln>
                  <a:noFill/>
                </a:ln>
                <a:solidFill>
                  <a:srgbClr val="000000"/>
                </a:solidFill>
                <a:effectLst/>
                <a:uLnTx/>
                <a:uFillTx/>
                <a:latin typeface="+mn-lt"/>
                <a:ea typeface="MS PGothic" panose="020B0600070205080204" pitchFamily="34" charset="-128"/>
                <a:cs typeface="MS PGothic" panose="020B0600070205080204" pitchFamily="34" charset="-128"/>
              </a:rPr>
              <a:t>of locking operation:</a:t>
            </a:r>
            <a:endParaRPr kumimoji="1" lang="en-US" altLang="en-US" sz="1800" b="0" i="0" u="none" strike="noStrike" kern="0" cap="none" spc="0" normalizeH="0" baseline="0" noProof="0" dirty="0">
              <a:ln>
                <a:noFill/>
              </a:ln>
              <a:solidFill>
                <a:srgbClr val="000000"/>
              </a:solidFill>
              <a:effectLst/>
              <a:uLnTx/>
              <a:uFillTx/>
              <a:latin typeface="+mn-lt"/>
              <a:ea typeface="MS PGothic" panose="020B0600070205080204" pitchFamily="34" charset="-128"/>
              <a:cs typeface="MS PGothic" panose="020B0600070205080204" pitchFamily="34" charset="-128"/>
            </a:endParaRPr>
          </a:p>
          <a:p>
            <a:pPr marL="0" marR="0" lvl="0" indent="0" algn="l" defTabSz="914400" rtl="0" eaLnBrk="0" fontAlgn="base" latinLnBrk="0" hangingPunct="0">
              <a:lnSpc>
                <a:spcPct val="100000"/>
              </a:lnSpc>
              <a:spcBef>
                <a:spcPct val="35000"/>
              </a:spcBef>
              <a:spcAft>
                <a:spcPct val="0"/>
              </a:spcAft>
              <a:buClr>
                <a:srgbClr val="993300"/>
              </a:buClr>
              <a:buSzPct val="90000"/>
              <a:buFont typeface="Monotype Sorts" pitchFamily="-84" charset="2"/>
              <a:buNone/>
              <a:defRPr/>
            </a:pPr>
            <a:r>
              <a:rPr kumimoji="1" lang="en-US" altLang="en-US" sz="1800" b="0" i="0" u="none" strike="noStrike" kern="0" cap="none" spc="0" normalizeH="0" baseline="0" noProof="0" dirty="0">
                <a:ln>
                  <a:noFill/>
                </a:ln>
                <a:solidFill>
                  <a:srgbClr val="000000"/>
                </a:solidFill>
                <a:effectLst/>
                <a:uLnTx/>
                <a:uFillTx/>
                <a:latin typeface="+mn-lt"/>
                <a:ea typeface="MS PGothic" panose="020B0600070205080204" pitchFamily="34" charset="-128"/>
                <a:cs typeface="MS PGothic" panose="020B0600070205080204" pitchFamily="34" charset="-128"/>
              </a:rPr>
              <a:t>      Processes T1 and T2 locks shared variables A and B in the </a:t>
            </a:r>
            <a:r>
              <a:rPr kumimoji="1" lang="en-US" altLang="en-US" sz="1800" b="1" i="0" u="none" strike="noStrike" kern="0" cap="none" spc="0" normalizeH="0" baseline="0" noProof="0" dirty="0">
                <a:ln>
                  <a:noFill/>
                </a:ln>
                <a:solidFill>
                  <a:srgbClr val="FF0000"/>
                </a:solidFill>
                <a:effectLst/>
                <a:uLnTx/>
                <a:uFillTx/>
                <a:latin typeface="+mn-lt"/>
                <a:ea typeface="MS PGothic" panose="020B0600070205080204" pitchFamily="34" charset="-128"/>
                <a:cs typeface="MS PGothic" panose="020B0600070205080204" pitchFamily="34" charset="-128"/>
              </a:rPr>
              <a:t>opposite order</a:t>
            </a:r>
            <a:r>
              <a:rPr kumimoji="1" lang="en-US" altLang="en-US" sz="1800" b="0" i="0" u="none" strike="noStrike" kern="0" cap="none" spc="0" normalizeH="0" baseline="0" noProof="0" dirty="0">
                <a:ln>
                  <a:noFill/>
                </a:ln>
                <a:solidFill>
                  <a:srgbClr val="000000"/>
                </a:solidFill>
                <a:effectLst/>
                <a:uLnTx/>
                <a:uFillTx/>
                <a:latin typeface="+mn-lt"/>
                <a:ea typeface="MS PGothic" panose="020B0600070205080204" pitchFamily="34" charset="-128"/>
                <a:cs typeface="MS PGothic" panose="020B0600070205080204" pitchFamily="34" charset="-128"/>
              </a:rPr>
              <a:t>:</a:t>
            </a:r>
            <a:endParaRPr kumimoji="1" lang="en-US" altLang="en-US" sz="1800" b="0" i="0" u="none" strike="noStrike" kern="0" cap="none" spc="0" normalizeH="0" baseline="0" noProof="0" dirty="0">
              <a:ln>
                <a:noFill/>
              </a:ln>
              <a:solidFill>
                <a:srgbClr val="000000"/>
              </a:solidFill>
              <a:effectLst/>
              <a:uLnTx/>
              <a:uFillTx/>
              <a:latin typeface="+mn-lt"/>
              <a:ea typeface="MS PGothic" panose="020B0600070205080204" pitchFamily="34" charset="-128"/>
              <a:cs typeface="MS PGothic" panose="020B0600070205080204" pitchFamily="34" charset="-128"/>
            </a:endParaRPr>
          </a:p>
          <a:p>
            <a:pPr marL="0" marR="0" lvl="0" indent="0" algn="l" defTabSz="914400" rtl="0" eaLnBrk="0" fontAlgn="base" latinLnBrk="0" hangingPunct="0">
              <a:lnSpc>
                <a:spcPct val="100000"/>
              </a:lnSpc>
              <a:spcBef>
                <a:spcPct val="35000"/>
              </a:spcBef>
              <a:spcAft>
                <a:spcPct val="0"/>
              </a:spcAft>
              <a:buClr>
                <a:srgbClr val="993300"/>
              </a:buClr>
              <a:buSzPct val="90000"/>
              <a:buFont typeface="Monotype Sorts" pitchFamily="-84" charset="2"/>
              <a:buNone/>
              <a:defRPr/>
            </a:pPr>
            <a:endParaRPr kumimoji="1" lang="en-US" altLang="en-US" sz="1800" b="0" i="0" u="none" strike="noStrike" kern="0" cap="none" spc="0" normalizeH="0" baseline="0" noProof="0" dirty="0">
              <a:ln>
                <a:noFill/>
              </a:ln>
              <a:solidFill>
                <a:srgbClr val="000000"/>
              </a:solidFill>
              <a:effectLst/>
              <a:uLnTx/>
              <a:uFillTx/>
              <a:latin typeface="+mn-lt"/>
              <a:ea typeface="MS PGothic" panose="020B0600070205080204" pitchFamily="34" charset="-128"/>
              <a:cs typeface="MS PGothic" panose="020B0600070205080204" pitchFamily="34" charset="-128"/>
            </a:endParaRPr>
          </a:p>
          <a:p>
            <a:pPr marL="342900" marR="0" lvl="0" indent="-342900" algn="l" defTabSz="914400" rtl="0" eaLnBrk="0" fontAlgn="base" latinLnBrk="0" hangingPunct="0">
              <a:lnSpc>
                <a:spcPct val="100000"/>
              </a:lnSpc>
              <a:spcBef>
                <a:spcPct val="35000"/>
              </a:spcBef>
              <a:spcAft>
                <a:spcPct val="0"/>
              </a:spcAft>
              <a:buClr>
                <a:srgbClr val="993300"/>
              </a:buClr>
              <a:buSzPct val="90000"/>
              <a:buFont typeface="Wingdings" panose="05000000000000000000" pitchFamily="2" charset="2"/>
              <a:buChar char="q"/>
              <a:defRPr/>
            </a:pPr>
            <a:r>
              <a:rPr kumimoji="1" lang="en-US" altLang="en-US" sz="1800" b="0" i="0" u="none" strike="noStrike" kern="0" cap="none" spc="0" normalizeH="0" baseline="0" noProof="0" dirty="0">
                <a:ln>
                  <a:noFill/>
                </a:ln>
                <a:solidFill>
                  <a:srgbClr val="FF0000"/>
                </a:solidFill>
                <a:effectLst/>
                <a:uLnTx/>
                <a:uFillTx/>
                <a:latin typeface="+mn-lt"/>
                <a:ea typeface="MS PGothic" panose="020B0600070205080204" pitchFamily="34" charset="-128"/>
                <a:cs typeface="MS PGothic" panose="020B0600070205080204" pitchFamily="34" charset="-128"/>
              </a:rPr>
              <a:t>An execution that leads to deadlock:</a:t>
            </a:r>
            <a:endParaRPr kumimoji="1" lang="en-US" altLang="en-US" sz="1800" b="0" i="0" u="none" strike="noStrike" kern="0" cap="none" spc="0" normalizeH="0" baseline="0" noProof="0" dirty="0">
              <a:ln>
                <a:noFill/>
              </a:ln>
              <a:solidFill>
                <a:srgbClr val="FF0000"/>
              </a:solidFill>
              <a:effectLst/>
              <a:uLnTx/>
              <a:uFillTx/>
              <a:latin typeface="+mn-lt"/>
              <a:ea typeface="MS PGothic" panose="020B0600070205080204" pitchFamily="34" charset="-128"/>
              <a:cs typeface="MS PGothic" panose="020B0600070205080204" pitchFamily="34" charset="-128"/>
            </a:endParaRPr>
          </a:p>
        </p:txBody>
      </p:sp>
    </p:spTree>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1378" name="Rectangle 2"/>
          <p:cNvSpPr>
            <a:spLocks noGrp="1"/>
          </p:cNvSpPr>
          <p:nvPr>
            <p:ph type="title"/>
          </p:nvPr>
        </p:nvSpPr>
        <p:spPr>
          <a:xfrm>
            <a:off x="1109663" y="214313"/>
            <a:ext cx="7577137" cy="576262"/>
          </a:xfrm>
        </p:spPr>
        <p:txBody>
          <a:bodyPr vert="horz" wrap="square" lIns="91440" tIns="45720" rIns="91440" bIns="45720" anchor="b" anchorCtr="0"/>
          <a:p>
            <a:pPr eaLnBrk="1" hangingPunct="1"/>
            <a:r>
              <a:rPr lang="en-US" altLang="en-US" dirty="0"/>
              <a:t>Deadlock prevention</a:t>
            </a:r>
            <a:endParaRPr lang="en-US" altLang="en-US" dirty="0"/>
          </a:p>
        </p:txBody>
      </p:sp>
      <p:pic>
        <p:nvPicPr>
          <p:cNvPr id="3" name="Picture 2"/>
          <p:cNvPicPr>
            <a:picLocks noChangeAspect="1"/>
          </p:cNvPicPr>
          <p:nvPr/>
        </p:nvPicPr>
        <p:blipFill>
          <a:blip r:embed="rId1"/>
          <a:stretch>
            <a:fillRect/>
          </a:stretch>
        </p:blipFill>
        <p:spPr>
          <a:xfrm>
            <a:off x="1025525" y="88900"/>
            <a:ext cx="7397750" cy="6680200"/>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5474" name="Rectangle 2"/>
          <p:cNvSpPr>
            <a:spLocks noGrp="1"/>
          </p:cNvSpPr>
          <p:nvPr>
            <p:ph type="title"/>
          </p:nvPr>
        </p:nvSpPr>
        <p:spPr>
          <a:xfrm>
            <a:off x="1109663" y="214313"/>
            <a:ext cx="7577137" cy="576262"/>
          </a:xfrm>
        </p:spPr>
        <p:txBody>
          <a:bodyPr vert="horz" wrap="square" lIns="91440" tIns="45720" rIns="91440" bIns="45720" anchor="b" anchorCtr="0"/>
          <a:p>
            <a:pPr eaLnBrk="1" hangingPunct="1"/>
            <a:r>
              <a:rPr lang="en-US" altLang="en-US" dirty="0"/>
              <a:t>Deadlock prevention</a:t>
            </a:r>
            <a:endParaRPr lang="en-US" altLang="en-US" dirty="0"/>
          </a:p>
        </p:txBody>
      </p:sp>
      <p:sp>
        <p:nvSpPr>
          <p:cNvPr id="5" name="Rectangle 3"/>
          <p:cNvSpPr txBox="1">
            <a:spLocks noChangeArrowheads="1"/>
          </p:cNvSpPr>
          <p:nvPr/>
        </p:nvSpPr>
        <p:spPr bwMode="auto">
          <a:xfrm>
            <a:off x="561975" y="1198563"/>
            <a:ext cx="8324850" cy="841375"/>
          </a:xfrm>
          <a:prstGeom prst="rect">
            <a:avLst/>
          </a:prstGeom>
          <a:noFill/>
          <a:ln>
            <a:noFill/>
          </a:ln>
        </p:spPr>
        <p:txBody>
          <a:bodyPr/>
          <a:lstStyle>
            <a:lvl1pPr marL="342900" indent="-342900" algn="l" rtl="0" eaLnBrk="0" fontAlgn="base" hangingPunct="0">
              <a:spcBef>
                <a:spcPct val="35000"/>
              </a:spcBef>
              <a:spcAft>
                <a:spcPct val="0"/>
              </a:spcAft>
              <a:buClr>
                <a:srgbClr val="993300"/>
              </a:buClr>
              <a:buSzPct val="90000"/>
              <a:buFont typeface="Monotype Sorts" pitchFamily="-84" charset="2"/>
              <a:buChar char="n"/>
              <a:defRPr kumimoji="1">
                <a:solidFill>
                  <a:schemeClr val="tx1"/>
                </a:solidFill>
                <a:latin typeface="+mn-lt"/>
                <a:ea typeface="MS PGothic" panose="020B0600070205080204" pitchFamily="34" charset="-128"/>
                <a:cs typeface="MS PGothic" panose="020B0600070205080204" pitchFamily="34" charset="-128"/>
              </a:defRPr>
            </a:lvl1pPr>
            <a:lvl2pPr marL="742950" indent="-285750" algn="l" rtl="0" eaLnBrk="0" fontAlgn="base" hangingPunct="0">
              <a:spcBef>
                <a:spcPct val="35000"/>
              </a:spcBef>
              <a:spcAft>
                <a:spcPct val="0"/>
              </a:spcAft>
              <a:buClr>
                <a:srgbClr val="CC6600"/>
              </a:buClr>
              <a:buSzPct val="80000"/>
              <a:buFont typeface="Monotype Sorts" pitchFamily="-84" charset="2"/>
              <a:buChar char="l"/>
              <a:defRPr kumimoji="1">
                <a:solidFill>
                  <a:schemeClr val="tx1"/>
                </a:solidFill>
                <a:latin typeface="+mn-lt"/>
                <a:ea typeface="MS PGothic" panose="020B0600070205080204" pitchFamily="34" charset="-128"/>
              </a:defRPr>
            </a:lvl2pPr>
            <a:lvl3pPr marL="1085850"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a:solidFill>
                  <a:schemeClr val="tx1"/>
                </a:solidFill>
                <a:latin typeface="+mn-lt"/>
                <a:ea typeface="MS PGothic" panose="020B0600070205080204" pitchFamily="34" charset="-128"/>
              </a:defRPr>
            </a:lvl3pPr>
            <a:lvl4pPr marL="1428750" indent="-228600" algn="l" rtl="0" eaLnBrk="0" fontAlgn="base" hangingPunct="0">
              <a:spcBef>
                <a:spcPct val="35000"/>
              </a:spcBef>
              <a:spcAft>
                <a:spcPct val="0"/>
              </a:spcAft>
              <a:buClr>
                <a:schemeClr val="hlink"/>
              </a:buClr>
              <a:buSzPct val="75000"/>
              <a:buChar char="–"/>
              <a:defRPr kumimoji="1">
                <a:solidFill>
                  <a:schemeClr val="tx1"/>
                </a:solidFill>
                <a:latin typeface="+mn-lt"/>
                <a:ea typeface="MS PGothic" panose="020B0600070205080204" pitchFamily="34" charset="-128"/>
              </a:defRPr>
            </a:lvl4pPr>
            <a:lvl5pPr marL="17716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anose="020B0600070205080204" pitchFamily="34" charset="-128"/>
              </a:defRPr>
            </a:lvl5pPr>
            <a:lvl6pPr marL="22288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anose="020B0600070205080204" pitchFamily="34" charset="-128"/>
              </a:defRPr>
            </a:lvl6pPr>
            <a:lvl7pPr marL="26860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anose="020B0600070205080204" pitchFamily="34" charset="-128"/>
              </a:defRPr>
            </a:lvl7pPr>
            <a:lvl8pPr marL="31432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anose="020B0600070205080204" pitchFamily="34" charset="-128"/>
              </a:defRPr>
            </a:lvl8pPr>
            <a:lvl9pPr marL="36004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anose="020B0600070205080204" pitchFamily="34" charset="-128"/>
              </a:defRPr>
            </a:lvl9pPr>
          </a:lstStyle>
          <a:p>
            <a:pPr marL="0" marR="0" lvl="0" indent="0" algn="l" defTabSz="914400" rtl="0" eaLnBrk="0" fontAlgn="base" latinLnBrk="0" hangingPunct="0">
              <a:lnSpc>
                <a:spcPct val="100000"/>
              </a:lnSpc>
              <a:spcBef>
                <a:spcPct val="35000"/>
              </a:spcBef>
              <a:spcAft>
                <a:spcPct val="0"/>
              </a:spcAft>
              <a:buClr>
                <a:srgbClr val="993300"/>
              </a:buClr>
              <a:buSzPct val="90000"/>
              <a:buFont typeface="Monotype Sorts" pitchFamily="-84" charset="2"/>
              <a:buNone/>
              <a:defRPr/>
            </a:pPr>
            <a:r>
              <a:rPr kumimoji="1" lang="en-US" altLang="en-US" sz="1800" b="1" i="0" u="none" strike="noStrike" kern="0" cap="none" spc="0" normalizeH="0" baseline="0" noProof="0" dirty="0">
                <a:ln>
                  <a:noFill/>
                </a:ln>
                <a:solidFill>
                  <a:srgbClr val="000000"/>
                </a:solidFill>
                <a:effectLst/>
                <a:uLnTx/>
                <a:uFillTx/>
                <a:latin typeface="+mn-lt"/>
                <a:ea typeface="MS PGothic" panose="020B0600070205080204" pitchFamily="34" charset="-128"/>
                <a:cs typeface="MS PGothic" panose="020B0600070205080204" pitchFamily="34" charset="-128"/>
              </a:rPr>
              <a:t>Topic: Deadlock prevention by </a:t>
            </a:r>
            <a:r>
              <a:rPr kumimoji="1" lang="en-US" altLang="en-US" sz="1800" b="1" i="0" u="none" strike="noStrike" kern="0" cap="none" spc="0" normalizeH="0" baseline="0" noProof="0" dirty="0">
                <a:ln>
                  <a:noFill/>
                </a:ln>
                <a:solidFill>
                  <a:srgbClr val="FF0000"/>
                </a:solidFill>
                <a:effectLst/>
                <a:uLnTx/>
                <a:uFillTx/>
                <a:latin typeface="+mn-lt"/>
                <a:ea typeface="MS PGothic" panose="020B0600070205080204" pitchFamily="34" charset="-128"/>
                <a:cs typeface="MS PGothic" panose="020B0600070205080204" pitchFamily="34" charset="-128"/>
              </a:rPr>
              <a:t>ordering</a:t>
            </a:r>
            <a:r>
              <a:rPr kumimoji="1" lang="en-US" altLang="en-US" sz="1800" b="1" i="0" u="none" strike="noStrike" kern="0" cap="none" spc="0" normalizeH="0" baseline="0" noProof="0" dirty="0">
                <a:ln>
                  <a:noFill/>
                </a:ln>
                <a:solidFill>
                  <a:srgbClr val="000000"/>
                </a:solidFill>
                <a:effectLst/>
                <a:uLnTx/>
                <a:uFillTx/>
                <a:latin typeface="+mn-lt"/>
                <a:ea typeface="MS PGothic" panose="020B0600070205080204" pitchFamily="34" charset="-128"/>
                <a:cs typeface="MS PGothic" panose="020B0600070205080204" pitchFamily="34" charset="-128"/>
              </a:rPr>
              <a:t> the resource requesting</a:t>
            </a:r>
            <a:endParaRPr kumimoji="1" lang="en-US" altLang="en-US" sz="1800" b="0" i="0" u="none" strike="noStrike" kern="0" cap="none" spc="0" normalizeH="0" baseline="0" noProof="0" dirty="0">
              <a:ln>
                <a:noFill/>
              </a:ln>
              <a:solidFill>
                <a:srgbClr val="FF0000"/>
              </a:solidFill>
              <a:effectLst/>
              <a:uLnTx/>
              <a:uFillTx/>
              <a:latin typeface="+mn-lt"/>
              <a:ea typeface="MS PGothic" panose="020B0600070205080204" pitchFamily="34" charset="-128"/>
              <a:cs typeface="MS PGothic" panose="020B0600070205080204" pitchFamily="34" charset="-128"/>
            </a:endParaRPr>
          </a:p>
          <a:p>
            <a:pPr marL="342900" marR="0" lvl="0" indent="-342900" algn="l" defTabSz="914400" rtl="0" eaLnBrk="0" fontAlgn="base" latinLnBrk="0" hangingPunct="0">
              <a:lnSpc>
                <a:spcPct val="100000"/>
              </a:lnSpc>
              <a:spcBef>
                <a:spcPct val="35000"/>
              </a:spcBef>
              <a:spcAft>
                <a:spcPct val="0"/>
              </a:spcAft>
              <a:buClr>
                <a:srgbClr val="993300"/>
              </a:buClr>
              <a:buSzPct val="90000"/>
              <a:buFont typeface="Wingdings" panose="05000000000000000000" pitchFamily="2" charset="2"/>
              <a:buChar char="q"/>
              <a:defRPr/>
            </a:pPr>
            <a:r>
              <a:rPr kumimoji="1" lang="en-US" altLang="en-US" sz="1800" b="0" i="0" u="none" strike="noStrike" kern="0" cap="none" spc="0" normalizeH="0" baseline="0" noProof="0" dirty="0">
                <a:ln>
                  <a:noFill/>
                </a:ln>
                <a:solidFill>
                  <a:srgbClr val="FF0000"/>
                </a:solidFill>
                <a:effectLst/>
                <a:uLnTx/>
                <a:uFillTx/>
                <a:latin typeface="+mn-lt"/>
                <a:ea typeface="MS PGothic" panose="020B0600070205080204" pitchFamily="34" charset="-128"/>
                <a:cs typeface="MS PGothic" panose="020B0600070205080204" pitchFamily="34" charset="-128"/>
              </a:rPr>
              <a:t>Preventing deadlock </a:t>
            </a:r>
            <a:r>
              <a:rPr kumimoji="1" lang="en-US" altLang="en-US" sz="1800" b="0" i="0" u="none" strike="noStrike" kern="0" cap="none" spc="0" normalizeH="0" baseline="0" noProof="0" dirty="0">
                <a:ln>
                  <a:noFill/>
                </a:ln>
                <a:solidFill>
                  <a:srgbClr val="000000"/>
                </a:solidFill>
                <a:effectLst/>
                <a:uLnTx/>
                <a:uFillTx/>
                <a:latin typeface="+mn-lt"/>
                <a:ea typeface="MS PGothic" panose="020B0600070205080204" pitchFamily="34" charset="-128"/>
                <a:cs typeface="MS PGothic" panose="020B0600070205080204" pitchFamily="34" charset="-128"/>
              </a:rPr>
              <a:t>by imposing an </a:t>
            </a:r>
            <a:r>
              <a:rPr kumimoji="1" lang="en-US" altLang="en-US" sz="1800" b="0" i="0" u="none" strike="noStrike" kern="0" cap="none" spc="0" normalizeH="0" baseline="0" noProof="0" dirty="0">
                <a:ln>
                  <a:noFill/>
                </a:ln>
                <a:solidFill>
                  <a:srgbClr val="FF0000"/>
                </a:solidFill>
                <a:effectLst/>
                <a:uLnTx/>
                <a:uFillTx/>
                <a:latin typeface="+mn-lt"/>
                <a:ea typeface="MS PGothic" panose="020B0600070205080204" pitchFamily="34" charset="-128"/>
                <a:cs typeface="MS PGothic" panose="020B0600070205080204" pitchFamily="34" charset="-128"/>
              </a:rPr>
              <a:t>ordering</a:t>
            </a:r>
            <a:r>
              <a:rPr kumimoji="1" lang="en-US" altLang="en-US" sz="1800" b="0" i="0" u="none" strike="noStrike" kern="0" cap="none" spc="0" normalizeH="0" baseline="0" noProof="0" dirty="0">
                <a:ln>
                  <a:noFill/>
                </a:ln>
                <a:solidFill>
                  <a:srgbClr val="000000"/>
                </a:solidFill>
                <a:effectLst/>
                <a:uLnTx/>
                <a:uFillTx/>
                <a:latin typeface="+mn-lt"/>
                <a:ea typeface="MS PGothic" panose="020B0600070205080204" pitchFamily="34" charset="-128"/>
                <a:cs typeface="MS PGothic" panose="020B0600070205080204" pitchFamily="34" charset="-128"/>
              </a:rPr>
              <a:t> on the shared variables</a:t>
            </a:r>
            <a:endParaRPr kumimoji="1" lang="en-US" altLang="en-US" sz="1800" b="0" i="0" u="none" strike="noStrike" kern="0" cap="none" spc="0" normalizeH="0" baseline="0" noProof="0" dirty="0">
              <a:ln>
                <a:noFill/>
              </a:ln>
              <a:solidFill>
                <a:srgbClr val="000000"/>
              </a:solidFill>
              <a:effectLst/>
              <a:uLnTx/>
              <a:uFillTx/>
              <a:latin typeface="+mn-lt"/>
              <a:ea typeface="MS PGothic" panose="020B0600070205080204" pitchFamily="34" charset="-128"/>
              <a:cs typeface="MS PGothic" panose="020B0600070205080204" pitchFamily="34" charset="-128"/>
            </a:endParaRPr>
          </a:p>
          <a:p>
            <a:pPr marL="0" marR="0" lvl="0" indent="0" algn="l" defTabSz="914400" rtl="0" eaLnBrk="0" fontAlgn="base" latinLnBrk="0" hangingPunct="0">
              <a:lnSpc>
                <a:spcPct val="100000"/>
              </a:lnSpc>
              <a:spcBef>
                <a:spcPct val="35000"/>
              </a:spcBef>
              <a:spcAft>
                <a:spcPct val="0"/>
              </a:spcAft>
              <a:buClr>
                <a:srgbClr val="993300"/>
              </a:buClr>
              <a:buSzPct val="90000"/>
              <a:buFont typeface="Monotype Sorts" pitchFamily="-84" charset="2"/>
              <a:buNone/>
              <a:defRPr/>
            </a:pPr>
            <a:r>
              <a:rPr kumimoji="1" lang="en-US" altLang="en-US" sz="1800" b="0" i="0" u="none" strike="noStrike" kern="0" cap="none" spc="0" normalizeH="0" baseline="0" noProof="0" dirty="0">
                <a:ln>
                  <a:noFill/>
                </a:ln>
                <a:solidFill>
                  <a:srgbClr val="000000"/>
                </a:solidFill>
                <a:effectLst/>
                <a:uLnTx/>
                <a:uFillTx/>
                <a:latin typeface="+mn-lt"/>
                <a:ea typeface="MS PGothic" panose="020B0600070205080204" pitchFamily="34" charset="-128"/>
                <a:cs typeface="MS PGothic" panose="020B0600070205080204" pitchFamily="34" charset="-128"/>
              </a:rPr>
              <a:t>     Example ordering:</a:t>
            </a:r>
            <a:endParaRPr kumimoji="1" lang="en-US" altLang="en-US" sz="1800" b="0" i="0" u="none" strike="noStrike" kern="0" cap="none" spc="0" normalizeH="0" baseline="0" noProof="0" dirty="0">
              <a:ln>
                <a:noFill/>
              </a:ln>
              <a:solidFill>
                <a:srgbClr val="000000"/>
              </a:solidFill>
              <a:effectLst/>
              <a:uLnTx/>
              <a:uFillTx/>
              <a:latin typeface="+mn-lt"/>
              <a:ea typeface="MS PGothic" panose="020B0600070205080204" pitchFamily="34" charset="-128"/>
              <a:cs typeface="MS PGothic" panose="020B0600070205080204" pitchFamily="34" charset="-128"/>
            </a:endParaRPr>
          </a:p>
          <a:p>
            <a:pPr marL="742950" marR="0" lvl="1" indent="-285750" algn="l" defTabSz="914400" rtl="0" eaLnBrk="0" fontAlgn="base" latinLnBrk="0" hangingPunct="0">
              <a:lnSpc>
                <a:spcPct val="100000"/>
              </a:lnSpc>
              <a:spcBef>
                <a:spcPct val="35000"/>
              </a:spcBef>
              <a:spcAft>
                <a:spcPct val="0"/>
              </a:spcAft>
              <a:buClr>
                <a:srgbClr val="CC6600"/>
              </a:buClr>
              <a:buSzPct val="80000"/>
              <a:buFont typeface="Wingdings" panose="05000000000000000000" pitchFamily="2" charset="2"/>
              <a:buChar char="Ø"/>
              <a:defRPr/>
            </a:pPr>
            <a:r>
              <a:rPr kumimoji="1" lang="en-US" altLang="en-US" sz="1800" b="0" i="0" u="none" strike="noStrike" kern="1200" cap="none" spc="0" normalizeH="0" baseline="0" noProof="0" dirty="0">
                <a:ln>
                  <a:noFill/>
                </a:ln>
                <a:solidFill>
                  <a:srgbClr val="000000"/>
                </a:solidFill>
                <a:effectLst/>
                <a:uLnTx/>
                <a:uFillTx/>
                <a:latin typeface="+mn-lt"/>
                <a:ea typeface="MS PGothic" panose="020B0600070205080204" pitchFamily="34" charset="-128"/>
                <a:cs typeface="+mn-cs"/>
              </a:rPr>
              <a:t>Consider shared variables (resources) as a binary number</a:t>
            </a:r>
            <a:endParaRPr kumimoji="1" lang="en-US" altLang="en-US" sz="1800" b="0" i="0" u="none" strike="noStrike" kern="1200" cap="none" spc="0" normalizeH="0" baseline="0" noProof="0" dirty="0">
              <a:ln>
                <a:noFill/>
              </a:ln>
              <a:solidFill>
                <a:srgbClr val="000000"/>
              </a:solidFill>
              <a:effectLst/>
              <a:uLnTx/>
              <a:uFillTx/>
              <a:latin typeface="+mn-lt"/>
              <a:ea typeface="MS PGothic" panose="020B0600070205080204" pitchFamily="34" charset="-128"/>
              <a:cs typeface="+mn-cs"/>
            </a:endParaRPr>
          </a:p>
          <a:p>
            <a:pPr marL="742950" marR="0" lvl="1" indent="-285750" algn="l" defTabSz="914400" rtl="0" eaLnBrk="0" fontAlgn="base" latinLnBrk="0" hangingPunct="0">
              <a:lnSpc>
                <a:spcPct val="100000"/>
              </a:lnSpc>
              <a:spcBef>
                <a:spcPct val="35000"/>
              </a:spcBef>
              <a:spcAft>
                <a:spcPct val="0"/>
              </a:spcAft>
              <a:buClr>
                <a:srgbClr val="CC6600"/>
              </a:buClr>
              <a:buSzPct val="80000"/>
              <a:buFont typeface="Wingdings" panose="05000000000000000000" pitchFamily="2" charset="2"/>
              <a:buChar char="Ø"/>
              <a:defRPr/>
            </a:pPr>
            <a:endParaRPr kumimoji="1" lang="en-US" altLang="en-US" sz="1800" b="0" i="0" u="none" strike="noStrike" kern="1200" cap="none" spc="0" normalizeH="0" baseline="0" noProof="0" dirty="0">
              <a:ln>
                <a:noFill/>
              </a:ln>
              <a:solidFill>
                <a:srgbClr val="000000"/>
              </a:solidFill>
              <a:effectLst/>
              <a:uLnTx/>
              <a:uFillTx/>
              <a:latin typeface="+mn-lt"/>
              <a:ea typeface="MS PGothic" panose="020B0600070205080204" pitchFamily="34" charset="-128"/>
              <a:cs typeface="+mn-cs"/>
            </a:endParaRPr>
          </a:p>
          <a:p>
            <a:pPr marL="0" marR="0" lvl="0" indent="0" algn="l" defTabSz="914400" rtl="0" eaLnBrk="0" fontAlgn="base" latinLnBrk="0" hangingPunct="0">
              <a:lnSpc>
                <a:spcPct val="100000"/>
              </a:lnSpc>
              <a:spcBef>
                <a:spcPct val="0"/>
              </a:spcBef>
              <a:spcAft>
                <a:spcPct val="0"/>
              </a:spcAft>
              <a:buClrTx/>
              <a:buSzTx/>
              <a:buFont typeface="Monotype Sorts" pitchFamily="-84" charset="2"/>
              <a:buNone/>
              <a:defRPr/>
            </a:pPr>
            <a:r>
              <a:rPr kumimoji="0" lang="en-US" altLang="en-US" sz="1800" b="0" i="0" u="none" strike="noStrike" kern="0" cap="none" spc="0" normalizeH="0" baseline="0" noProof="0" dirty="0">
                <a:ln>
                  <a:noFill/>
                </a:ln>
                <a:solidFill>
                  <a:srgbClr val="000000"/>
                </a:solidFill>
                <a:effectLst/>
                <a:uLnTx/>
                <a:uFillTx/>
                <a:latin typeface="Verdana" panose="020B0604030504040204" pitchFamily="34" charset="0"/>
                <a:ea typeface="MS PGothic" panose="020B0600070205080204" pitchFamily="34" charset="-128"/>
                <a:cs typeface="+mn-cs"/>
              </a:rPr>
              <a:t>    Example ordering:</a:t>
            </a:r>
            <a:endParaRPr kumimoji="0" lang="en-US" altLang="en-US" sz="1800" b="0" i="0" u="none" strike="noStrike" kern="0" cap="none" spc="0" normalizeH="0" baseline="0" noProof="0" dirty="0">
              <a:ln>
                <a:noFill/>
              </a:ln>
              <a:solidFill>
                <a:srgbClr val="000000"/>
              </a:solidFill>
              <a:effectLst/>
              <a:uLnTx/>
              <a:uFillTx/>
              <a:latin typeface="Verdana" panose="020B0604030504040204" pitchFamily="34" charset="0"/>
              <a:ea typeface="MS PGothic" panose="020B0600070205080204" pitchFamily="34" charset="-128"/>
              <a:cs typeface="+mn-cs"/>
            </a:endParaRPr>
          </a:p>
          <a:p>
            <a:pPr marL="742950" marR="0" lvl="1" indent="-285750" algn="l" defTabSz="914400" rtl="0" eaLnBrk="0" fontAlgn="base" latinLnBrk="0" hangingPunct="0">
              <a:lnSpc>
                <a:spcPct val="100000"/>
              </a:lnSpc>
              <a:spcBef>
                <a:spcPct val="35000"/>
              </a:spcBef>
              <a:spcAft>
                <a:spcPct val="0"/>
              </a:spcAft>
              <a:buClr>
                <a:srgbClr val="CC6600"/>
              </a:buClr>
              <a:buSzPct val="80000"/>
              <a:buFont typeface="Wingdings" panose="05000000000000000000" pitchFamily="2" charset="2"/>
              <a:buChar char="Ø"/>
              <a:defRPr/>
            </a:pPr>
            <a:r>
              <a:rPr kumimoji="1" lang="en-US" altLang="en-US" sz="1800" b="0" i="0" u="none" strike="noStrike" kern="1200" cap="none" spc="0" normalizeH="0" baseline="0" noProof="0" dirty="0">
                <a:ln>
                  <a:noFill/>
                </a:ln>
                <a:solidFill>
                  <a:srgbClr val="000000"/>
                </a:solidFill>
                <a:effectLst/>
                <a:uLnTx/>
                <a:uFillTx/>
                <a:latin typeface="+mn-lt"/>
                <a:ea typeface="MS PGothic" panose="020B0600070205080204" pitchFamily="34" charset="-128"/>
                <a:cs typeface="+mn-cs"/>
              </a:rPr>
              <a:t>Processes must request locks on shared variables in the </a:t>
            </a:r>
            <a:r>
              <a:rPr kumimoji="1" lang="en-US" altLang="en-US" sz="1800" b="1" i="0" u="none" strike="noStrike" kern="1200" cap="none" spc="0" normalizeH="0" baseline="0" noProof="0" dirty="0">
                <a:ln>
                  <a:noFill/>
                </a:ln>
                <a:solidFill>
                  <a:srgbClr val="FF0000"/>
                </a:solidFill>
                <a:effectLst/>
                <a:uLnTx/>
                <a:uFillTx/>
                <a:latin typeface="+mn-lt"/>
                <a:ea typeface="MS PGothic" panose="020B0600070205080204" pitchFamily="34" charset="-128"/>
                <a:cs typeface="+mn-cs"/>
              </a:rPr>
              <a:t>ordering</a:t>
            </a:r>
            <a:r>
              <a:rPr kumimoji="1" lang="en-US" altLang="en-US" sz="1800" b="0" i="0" u="none" strike="noStrike" kern="1200" cap="none" spc="0" normalizeH="0" baseline="0" noProof="0" dirty="0">
                <a:ln>
                  <a:noFill/>
                </a:ln>
                <a:solidFill>
                  <a:srgbClr val="000000"/>
                </a:solidFill>
                <a:effectLst/>
                <a:uLnTx/>
                <a:uFillTx/>
                <a:latin typeface="+mn-lt"/>
                <a:ea typeface="MS PGothic" panose="020B0600070205080204" pitchFamily="34" charset="-128"/>
                <a:cs typeface="+mn-cs"/>
              </a:rPr>
              <a:t> of variables</a:t>
            </a:r>
            <a:endParaRPr kumimoji="1" lang="en-US" altLang="en-US" sz="1800" b="0" i="0" u="none" strike="noStrike" kern="1200" cap="none" spc="0" normalizeH="0" baseline="0" noProof="0" dirty="0">
              <a:ln>
                <a:noFill/>
              </a:ln>
              <a:solidFill>
                <a:srgbClr val="000000"/>
              </a:solidFill>
              <a:effectLst/>
              <a:uLnTx/>
              <a:uFillTx/>
              <a:latin typeface="+mn-lt"/>
              <a:ea typeface="MS PGothic" panose="020B0600070205080204" pitchFamily="34" charset="-128"/>
              <a:cs typeface="+mn-cs"/>
            </a:endParaRPr>
          </a:p>
          <a:p>
            <a:pPr marL="342900" marR="0" lvl="0" indent="-342900" algn="l" defTabSz="914400" rtl="0" eaLnBrk="0" fontAlgn="base" latinLnBrk="0" hangingPunct="0">
              <a:lnSpc>
                <a:spcPct val="100000"/>
              </a:lnSpc>
              <a:spcBef>
                <a:spcPct val="35000"/>
              </a:spcBef>
              <a:spcAft>
                <a:spcPct val="0"/>
              </a:spcAft>
              <a:buClr>
                <a:srgbClr val="993300"/>
              </a:buClr>
              <a:buSzPct val="90000"/>
              <a:buFont typeface="Wingdings" panose="05000000000000000000" pitchFamily="2" charset="2"/>
              <a:buChar char="q"/>
              <a:defRPr/>
            </a:pPr>
            <a:endParaRPr kumimoji="1" lang="en-US" altLang="en-US" sz="1800" b="0" i="0" u="none" strike="noStrike" kern="0" cap="none" spc="0" normalizeH="0" baseline="0" noProof="0" dirty="0">
              <a:ln>
                <a:noFill/>
              </a:ln>
              <a:solidFill>
                <a:srgbClr val="FF0000"/>
              </a:solidFill>
              <a:effectLst/>
              <a:uLnTx/>
              <a:uFillTx/>
              <a:latin typeface="+mn-lt"/>
              <a:ea typeface="MS PGothic" panose="020B0600070205080204" pitchFamily="34" charset="-128"/>
              <a:cs typeface="MS PGothic" panose="020B0600070205080204" pitchFamily="34" charset="-128"/>
            </a:endParaRPr>
          </a:p>
        </p:txBody>
      </p:sp>
    </p:spTree>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5474" name="Rectangle 2"/>
          <p:cNvSpPr>
            <a:spLocks noGrp="1"/>
          </p:cNvSpPr>
          <p:nvPr>
            <p:ph type="title"/>
          </p:nvPr>
        </p:nvSpPr>
        <p:spPr>
          <a:xfrm>
            <a:off x="1109663" y="214313"/>
            <a:ext cx="7577137" cy="576262"/>
          </a:xfrm>
        </p:spPr>
        <p:txBody>
          <a:bodyPr vert="horz" wrap="square" lIns="91440" tIns="45720" rIns="91440" bIns="45720" anchor="b" anchorCtr="0"/>
          <a:p>
            <a:pPr eaLnBrk="1" hangingPunct="1"/>
            <a:r>
              <a:rPr lang="en-US" altLang="en-US" dirty="0"/>
              <a:t>Deadlock prevention</a:t>
            </a:r>
            <a:endParaRPr lang="en-US" altLang="en-US" dirty="0"/>
          </a:p>
        </p:txBody>
      </p:sp>
      <p:grpSp>
        <p:nvGrpSpPr>
          <p:cNvPr id="16" name="Group 15"/>
          <p:cNvGrpSpPr/>
          <p:nvPr/>
        </p:nvGrpSpPr>
        <p:grpSpPr>
          <a:xfrm>
            <a:off x="1620838" y="1815783"/>
            <a:ext cx="6205537" cy="3435350"/>
            <a:chOff x="1621631" y="3209313"/>
            <a:chExt cx="6205537" cy="3434374"/>
          </a:xfrm>
        </p:grpSpPr>
        <p:sp>
          <p:nvSpPr>
            <p:cNvPr id="9" name="Rectangle 8"/>
            <p:cNvSpPr/>
            <p:nvPr/>
          </p:nvSpPr>
          <p:spPr bwMode="auto">
            <a:xfrm>
              <a:off x="1621631" y="3209313"/>
              <a:ext cx="6205537" cy="3434374"/>
            </a:xfrm>
            <a:prstGeom prst="rect">
              <a:avLst/>
            </a:prstGeom>
            <a:solidFill>
              <a:schemeClr val="accent2">
                <a:lumMod val="20000"/>
                <a:lumOff val="80000"/>
              </a:schemeClr>
            </a:solidFill>
            <a:ln w="9525" cap="flat" cmpd="sng" algn="ctr">
              <a:solidFill>
                <a:schemeClr val="tx1"/>
              </a:solidFill>
              <a:prstDash val="solid"/>
              <a:round/>
              <a:headEnd type="none" w="med" len="med"/>
              <a:tailEnd type="none" w="med" len="med"/>
            </a:ln>
            <a:effectLst/>
          </p:spPr>
          <p:txBody>
            <a:bodyPr wrap="none"/>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Verdana" panose="020B0604030504040204" pitchFamily="34" charset="0"/>
                <a:ea typeface="MS PGothic" panose="020B0600070205080204" pitchFamily="34" charset="-128"/>
                <a:cs typeface="+mn-cs"/>
              </a:endParaRPr>
            </a:p>
          </p:txBody>
        </p:sp>
        <p:sp>
          <p:nvSpPr>
            <p:cNvPr id="105478" name="TextBox 9"/>
            <p:cNvSpPr txBox="1"/>
            <p:nvPr/>
          </p:nvSpPr>
          <p:spPr>
            <a:xfrm>
              <a:off x="1701149" y="3277313"/>
              <a:ext cx="6046503" cy="2031325"/>
            </a:xfrm>
            <a:prstGeom prst="rect">
              <a:avLst/>
            </a:prstGeom>
            <a:noFill/>
            <a:ln w="9525">
              <a:noFill/>
            </a:ln>
          </p:spPr>
          <p:txBody>
            <a:bodyPr>
              <a:spAutoFit/>
            </a:bodyPr>
            <a:lstStyle>
              <a:lvl1pPr marL="342900" indent="-342900" algn="l" rtl="0" eaLnBrk="0" fontAlgn="base" hangingPunct="0">
                <a:spcBef>
                  <a:spcPct val="35000"/>
                </a:spcBef>
                <a:spcAft>
                  <a:spcPct val="0"/>
                </a:spcAft>
                <a:buClr>
                  <a:srgbClr val="993300"/>
                </a:buClr>
                <a:buSzPct val="90000"/>
                <a:buFont typeface="Monotype Sorts" pitchFamily="-84" charset="2"/>
                <a:buChar char="n"/>
                <a:defRPr kumimoji="1">
                  <a:solidFill>
                    <a:schemeClr val="tx1"/>
                  </a:solidFill>
                  <a:latin typeface="+mn-lt"/>
                  <a:ea typeface="MS PGothic" panose="020B0600070205080204" pitchFamily="34" charset="-128"/>
                  <a:cs typeface="MS PGothic" panose="020B0600070205080204" pitchFamily="34" charset="-128"/>
                </a:defRPr>
              </a:lvl1pPr>
              <a:lvl2pPr marL="742950" indent="-285750" algn="l" rtl="0" eaLnBrk="0" fontAlgn="base" hangingPunct="0">
                <a:spcBef>
                  <a:spcPct val="35000"/>
                </a:spcBef>
                <a:spcAft>
                  <a:spcPct val="0"/>
                </a:spcAft>
                <a:buClr>
                  <a:srgbClr val="CC6600"/>
                </a:buClr>
                <a:buSzPct val="80000"/>
                <a:buFont typeface="Monotype Sorts" pitchFamily="-84" charset="2"/>
                <a:buChar char="l"/>
                <a:defRPr kumimoji="1">
                  <a:solidFill>
                    <a:schemeClr val="tx1"/>
                  </a:solidFill>
                  <a:latin typeface="+mn-lt"/>
                  <a:ea typeface="MS PGothic" panose="020B0600070205080204" pitchFamily="34" charset="-128"/>
                </a:defRPr>
              </a:lvl2pPr>
              <a:lvl3pPr marL="1085850"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a:solidFill>
                    <a:schemeClr val="tx1"/>
                  </a:solidFill>
                  <a:latin typeface="+mn-lt"/>
                  <a:ea typeface="MS PGothic" panose="020B0600070205080204" pitchFamily="34" charset="-128"/>
                </a:defRPr>
              </a:lvl3pPr>
              <a:lvl4pPr marL="1428750" indent="-228600" algn="l" rtl="0" eaLnBrk="0" fontAlgn="base" hangingPunct="0">
                <a:spcBef>
                  <a:spcPct val="35000"/>
                </a:spcBef>
                <a:spcAft>
                  <a:spcPct val="0"/>
                </a:spcAft>
                <a:buClr>
                  <a:schemeClr val="hlink"/>
                </a:buClr>
                <a:buSzPct val="75000"/>
                <a:buChar char="–"/>
                <a:defRPr kumimoji="1">
                  <a:solidFill>
                    <a:schemeClr val="tx1"/>
                  </a:solidFill>
                  <a:latin typeface="+mn-lt"/>
                  <a:ea typeface="MS PGothic" panose="020B0600070205080204" pitchFamily="34" charset="-128"/>
                </a:defRPr>
              </a:lvl4pPr>
              <a:lvl5pPr marL="17716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anose="020B0600070205080204" pitchFamily="34" charset="-128"/>
                </a:defRPr>
              </a:lvl5pPr>
            </a:lstStyle>
            <a:p>
              <a:pPr marL="0" lvl="0" indent="0">
                <a:spcBef>
                  <a:spcPct val="0"/>
                </a:spcBef>
                <a:buClrTx/>
                <a:buSzTx/>
                <a:buFontTx/>
                <a:buNone/>
              </a:pPr>
              <a:r>
                <a:rPr lang="en-US" altLang="zh-CN" dirty="0">
                  <a:solidFill>
                    <a:srgbClr val="000000"/>
                  </a:solidFill>
                  <a:latin typeface="Verdana" panose="020B0604030504040204" pitchFamily="34" charset="0"/>
                </a:rPr>
                <a:t>A process T wants to lock the shared resources:</a:t>
              </a:r>
              <a:endParaRPr lang="en-US" altLang="zh-CN" dirty="0">
                <a:solidFill>
                  <a:srgbClr val="000000"/>
                </a:solidFill>
                <a:latin typeface="Verdana" panose="020B0604030504040204" pitchFamily="34" charset="0"/>
              </a:endParaRPr>
            </a:p>
            <a:p>
              <a:pPr marL="0" lvl="0" indent="0">
                <a:spcBef>
                  <a:spcPct val="0"/>
                </a:spcBef>
                <a:buClrTx/>
                <a:buSzTx/>
                <a:buFontTx/>
                <a:buNone/>
              </a:pPr>
              <a:endParaRPr lang="en-US" altLang="zh-CN" dirty="0">
                <a:solidFill>
                  <a:srgbClr val="000000"/>
                </a:solidFill>
                <a:latin typeface="Verdana" panose="020B0604030504040204" pitchFamily="34" charset="0"/>
              </a:endParaRPr>
            </a:p>
            <a:p>
              <a:pPr marL="0" lvl="0" indent="0">
                <a:spcBef>
                  <a:spcPct val="0"/>
                </a:spcBef>
                <a:buClrTx/>
                <a:buSzTx/>
                <a:buFontTx/>
                <a:buNone/>
              </a:pPr>
              <a:endParaRPr lang="en-US" altLang="zh-CN" dirty="0">
                <a:solidFill>
                  <a:srgbClr val="000000"/>
                </a:solidFill>
                <a:latin typeface="Verdana" panose="020B0604030504040204" pitchFamily="34" charset="0"/>
              </a:endParaRPr>
            </a:p>
            <a:p>
              <a:pPr marL="0" lvl="0" indent="0">
                <a:spcBef>
                  <a:spcPct val="0"/>
                </a:spcBef>
                <a:buClrTx/>
                <a:buSzTx/>
                <a:buFontTx/>
                <a:buNone/>
              </a:pPr>
              <a:endParaRPr lang="en-US" altLang="zh-CN" dirty="0">
                <a:solidFill>
                  <a:srgbClr val="000000"/>
                </a:solidFill>
                <a:latin typeface="Verdana" panose="020B0604030504040204" pitchFamily="34" charset="0"/>
              </a:endParaRPr>
            </a:p>
            <a:p>
              <a:pPr marL="0" lvl="0" indent="0">
                <a:spcBef>
                  <a:spcPct val="0"/>
                </a:spcBef>
                <a:buClrTx/>
                <a:buSzTx/>
                <a:buFontTx/>
                <a:buNone/>
              </a:pPr>
              <a:endParaRPr lang="en-US" altLang="zh-CN" dirty="0">
                <a:solidFill>
                  <a:srgbClr val="000000"/>
                </a:solidFill>
                <a:latin typeface="Verdana" panose="020B0604030504040204" pitchFamily="34" charset="0"/>
              </a:endParaRPr>
            </a:p>
            <a:p>
              <a:pPr marL="0" lvl="0" indent="0">
                <a:spcBef>
                  <a:spcPct val="0"/>
                </a:spcBef>
                <a:buClrTx/>
                <a:buSzTx/>
                <a:buFontTx/>
                <a:buNone/>
              </a:pPr>
              <a:endParaRPr lang="en-US" altLang="zh-CN" dirty="0">
                <a:solidFill>
                  <a:srgbClr val="000000"/>
                </a:solidFill>
                <a:latin typeface="Verdana" panose="020B0604030504040204" pitchFamily="34" charset="0"/>
              </a:endParaRPr>
            </a:p>
            <a:p>
              <a:pPr marL="0" lvl="0" indent="0">
                <a:spcBef>
                  <a:spcPct val="0"/>
                </a:spcBef>
                <a:buClrTx/>
                <a:buSzTx/>
                <a:buFontTx/>
                <a:buNone/>
              </a:pPr>
              <a:r>
                <a:rPr lang="en-US" altLang="zh-CN" dirty="0">
                  <a:solidFill>
                    <a:srgbClr val="000000"/>
                  </a:solidFill>
                  <a:latin typeface="Verdana" panose="020B0604030504040204" pitchFamily="34" charset="0"/>
                </a:rPr>
                <a:t>Lock request </a:t>
              </a:r>
              <a:r>
                <a:rPr lang="en-US" altLang="zh-CN" dirty="0">
                  <a:solidFill>
                    <a:srgbClr val="FF0000"/>
                  </a:solidFill>
                  <a:latin typeface="Verdana" panose="020B0604030504040204" pitchFamily="34" charset="0"/>
                </a:rPr>
                <a:t>order</a:t>
              </a:r>
              <a:r>
                <a:rPr lang="en-US" altLang="zh-CN" dirty="0">
                  <a:solidFill>
                    <a:srgbClr val="000000"/>
                  </a:solidFill>
                  <a:latin typeface="Verdana" panose="020B0604030504040204" pitchFamily="34" charset="0"/>
                </a:rPr>
                <a:t> made by transaction T:</a:t>
              </a:r>
              <a:endParaRPr lang="zh-CN" altLang="en-US" dirty="0">
                <a:solidFill>
                  <a:srgbClr val="000000"/>
                </a:solidFill>
                <a:latin typeface="Verdana" panose="020B0604030504040204" pitchFamily="34" charset="0"/>
              </a:endParaRPr>
            </a:p>
          </p:txBody>
        </p:sp>
        <p:grpSp>
          <p:nvGrpSpPr>
            <p:cNvPr id="105479" name="Group 13"/>
            <p:cNvGrpSpPr/>
            <p:nvPr/>
          </p:nvGrpSpPr>
          <p:grpSpPr>
            <a:xfrm>
              <a:off x="3476496" y="3646645"/>
              <a:ext cx="2086102" cy="984739"/>
              <a:chOff x="8399584" y="2046406"/>
              <a:chExt cx="2086102" cy="984739"/>
            </a:xfrm>
          </p:grpSpPr>
          <p:sp>
            <p:nvSpPr>
              <p:cNvPr id="12" name="Rectangle 11"/>
              <p:cNvSpPr/>
              <p:nvPr/>
            </p:nvSpPr>
            <p:spPr bwMode="auto">
              <a:xfrm>
                <a:off x="8398919" y="2047100"/>
                <a:ext cx="1970087" cy="983970"/>
              </a:xfrm>
              <a:prstGeom prst="rect">
                <a:avLst/>
              </a:prstGeom>
              <a:solidFill>
                <a:schemeClr val="accent1">
                  <a:lumMod val="20000"/>
                  <a:lumOff val="80000"/>
                </a:schemeClr>
              </a:solidFill>
              <a:ln w="9525" cap="flat" cmpd="sng" algn="ctr">
                <a:solidFill>
                  <a:schemeClr val="tx1"/>
                </a:solidFill>
                <a:prstDash val="solid"/>
                <a:round/>
                <a:headEnd type="none" w="med" len="med"/>
                <a:tailEnd type="none" w="med" len="med"/>
              </a:ln>
              <a:effectLst/>
            </p:spPr>
            <p:txBody>
              <a:bodyPr wrap="none"/>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Verdana" panose="020B0604030504040204" pitchFamily="34" charset="0"/>
                  <a:ea typeface="MS PGothic" panose="020B0600070205080204" pitchFamily="34" charset="-128"/>
                  <a:cs typeface="+mn-cs"/>
                </a:endParaRPr>
              </a:p>
            </p:txBody>
          </p:sp>
          <p:sp>
            <p:nvSpPr>
              <p:cNvPr id="105484" name="TextBox 12"/>
              <p:cNvSpPr txBox="1"/>
              <p:nvPr/>
            </p:nvSpPr>
            <p:spPr>
              <a:xfrm>
                <a:off x="8686800" y="2107815"/>
                <a:ext cx="1798886" cy="923330"/>
              </a:xfrm>
              <a:prstGeom prst="rect">
                <a:avLst/>
              </a:prstGeom>
              <a:noFill/>
              <a:ln w="9525">
                <a:noFill/>
              </a:ln>
            </p:spPr>
            <p:txBody>
              <a:bodyPr>
                <a:spAutoFit/>
              </a:bodyPr>
              <a:lstStyle>
                <a:lvl1pPr marL="342900" indent="-342900" algn="l" rtl="0" eaLnBrk="0" fontAlgn="base" hangingPunct="0">
                  <a:spcBef>
                    <a:spcPct val="35000"/>
                  </a:spcBef>
                  <a:spcAft>
                    <a:spcPct val="0"/>
                  </a:spcAft>
                  <a:buClr>
                    <a:srgbClr val="993300"/>
                  </a:buClr>
                  <a:buSzPct val="90000"/>
                  <a:buFont typeface="Monotype Sorts" pitchFamily="-84" charset="2"/>
                  <a:buChar char="n"/>
                  <a:defRPr kumimoji="1">
                    <a:solidFill>
                      <a:schemeClr val="tx1"/>
                    </a:solidFill>
                    <a:latin typeface="+mn-lt"/>
                    <a:ea typeface="MS PGothic" panose="020B0600070205080204" pitchFamily="34" charset="-128"/>
                    <a:cs typeface="MS PGothic" panose="020B0600070205080204" pitchFamily="34" charset="-128"/>
                  </a:defRPr>
                </a:lvl1pPr>
                <a:lvl2pPr marL="742950" indent="-285750" algn="l" rtl="0" eaLnBrk="0" fontAlgn="base" hangingPunct="0">
                  <a:spcBef>
                    <a:spcPct val="35000"/>
                  </a:spcBef>
                  <a:spcAft>
                    <a:spcPct val="0"/>
                  </a:spcAft>
                  <a:buClr>
                    <a:srgbClr val="CC6600"/>
                  </a:buClr>
                  <a:buSzPct val="80000"/>
                  <a:buFont typeface="Monotype Sorts" pitchFamily="-84" charset="2"/>
                  <a:buChar char="l"/>
                  <a:defRPr kumimoji="1">
                    <a:solidFill>
                      <a:schemeClr val="tx1"/>
                    </a:solidFill>
                    <a:latin typeface="+mn-lt"/>
                    <a:ea typeface="MS PGothic" panose="020B0600070205080204" pitchFamily="34" charset="-128"/>
                  </a:defRPr>
                </a:lvl2pPr>
                <a:lvl3pPr marL="1085850"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a:solidFill>
                      <a:schemeClr val="tx1"/>
                    </a:solidFill>
                    <a:latin typeface="+mn-lt"/>
                    <a:ea typeface="MS PGothic" panose="020B0600070205080204" pitchFamily="34" charset="-128"/>
                  </a:defRPr>
                </a:lvl3pPr>
                <a:lvl4pPr marL="1428750" indent="-228600" algn="l" rtl="0" eaLnBrk="0" fontAlgn="base" hangingPunct="0">
                  <a:spcBef>
                    <a:spcPct val="35000"/>
                  </a:spcBef>
                  <a:spcAft>
                    <a:spcPct val="0"/>
                  </a:spcAft>
                  <a:buClr>
                    <a:schemeClr val="hlink"/>
                  </a:buClr>
                  <a:buSzPct val="75000"/>
                  <a:buChar char="–"/>
                  <a:defRPr kumimoji="1">
                    <a:solidFill>
                      <a:schemeClr val="tx1"/>
                    </a:solidFill>
                    <a:latin typeface="+mn-lt"/>
                    <a:ea typeface="MS PGothic" panose="020B0600070205080204" pitchFamily="34" charset="-128"/>
                  </a:defRPr>
                </a:lvl4pPr>
                <a:lvl5pPr marL="17716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anose="020B0600070205080204" pitchFamily="34" charset="-128"/>
                  </a:defRPr>
                </a:lvl5pPr>
              </a:lstStyle>
              <a:p>
                <a:pPr marL="0" lvl="0" indent="0">
                  <a:spcBef>
                    <a:spcPct val="0"/>
                  </a:spcBef>
                  <a:buClrTx/>
                  <a:buSzTx/>
                  <a:buFontTx/>
                  <a:buNone/>
                </a:pPr>
                <a:r>
                  <a:rPr lang="en-US" altLang="zh-CN" dirty="0">
                    <a:solidFill>
                      <a:srgbClr val="000000"/>
                    </a:solidFill>
                    <a:latin typeface="Verdana" panose="020B0604030504040204" pitchFamily="34" charset="0"/>
                  </a:rPr>
                  <a:t>Printer 567</a:t>
                </a:r>
                <a:endParaRPr lang="en-US" altLang="zh-CN" dirty="0">
                  <a:solidFill>
                    <a:srgbClr val="000000"/>
                  </a:solidFill>
                  <a:latin typeface="Verdana" panose="020B0604030504040204" pitchFamily="34" charset="0"/>
                </a:endParaRPr>
              </a:p>
              <a:p>
                <a:pPr marL="0" lvl="0" indent="0">
                  <a:spcBef>
                    <a:spcPct val="0"/>
                  </a:spcBef>
                  <a:buClrTx/>
                  <a:buSzTx/>
                  <a:buFontTx/>
                  <a:buNone/>
                </a:pPr>
                <a:r>
                  <a:rPr lang="en-US" altLang="zh-CN" dirty="0">
                    <a:solidFill>
                      <a:srgbClr val="000000"/>
                    </a:solidFill>
                    <a:latin typeface="Verdana" panose="020B0604030504040204" pitchFamily="34" charset="0"/>
                  </a:rPr>
                  <a:t>Disk 789</a:t>
                </a:r>
                <a:endParaRPr lang="en-US" altLang="zh-CN" dirty="0">
                  <a:solidFill>
                    <a:srgbClr val="000000"/>
                  </a:solidFill>
                  <a:latin typeface="Verdana" panose="020B0604030504040204" pitchFamily="34" charset="0"/>
                </a:endParaRPr>
              </a:p>
              <a:p>
                <a:pPr marL="0" lvl="0" indent="0">
                  <a:spcBef>
                    <a:spcPct val="0"/>
                  </a:spcBef>
                  <a:buClrTx/>
                  <a:buSzTx/>
                  <a:buFontTx/>
                  <a:buNone/>
                </a:pPr>
                <a:r>
                  <a:rPr lang="en-US" altLang="zh-CN" dirty="0">
                    <a:solidFill>
                      <a:srgbClr val="000000"/>
                    </a:solidFill>
                    <a:latin typeface="Verdana" panose="020B0604030504040204" pitchFamily="34" charset="0"/>
                  </a:rPr>
                  <a:t>File 123</a:t>
                </a:r>
                <a:endParaRPr lang="zh-CN" altLang="en-US" dirty="0">
                  <a:solidFill>
                    <a:srgbClr val="000000"/>
                  </a:solidFill>
                  <a:latin typeface="Verdana" panose="020B0604030504040204" pitchFamily="34" charset="0"/>
                </a:endParaRPr>
              </a:p>
            </p:txBody>
          </p:sp>
        </p:grpSp>
        <p:grpSp>
          <p:nvGrpSpPr>
            <p:cNvPr id="105480" name="Group 16"/>
            <p:cNvGrpSpPr/>
            <p:nvPr/>
          </p:nvGrpSpPr>
          <p:grpSpPr>
            <a:xfrm>
              <a:off x="3476496" y="5435636"/>
              <a:ext cx="2086102" cy="984739"/>
              <a:chOff x="8399584" y="2046406"/>
              <a:chExt cx="2086102" cy="984739"/>
            </a:xfrm>
          </p:grpSpPr>
          <p:sp>
            <p:nvSpPr>
              <p:cNvPr id="18" name="Rectangle 17"/>
              <p:cNvSpPr/>
              <p:nvPr/>
            </p:nvSpPr>
            <p:spPr bwMode="auto">
              <a:xfrm>
                <a:off x="8398919" y="2046712"/>
                <a:ext cx="1970087" cy="983970"/>
              </a:xfrm>
              <a:prstGeom prst="rect">
                <a:avLst/>
              </a:prstGeom>
              <a:solidFill>
                <a:schemeClr val="accent1">
                  <a:lumMod val="20000"/>
                  <a:lumOff val="80000"/>
                </a:schemeClr>
              </a:solidFill>
              <a:ln w="9525" cap="flat" cmpd="sng" algn="ctr">
                <a:solidFill>
                  <a:schemeClr val="tx1"/>
                </a:solidFill>
                <a:prstDash val="solid"/>
                <a:round/>
                <a:headEnd type="none" w="med" len="med"/>
                <a:tailEnd type="none" w="med" len="med"/>
              </a:ln>
              <a:effectLst/>
            </p:spPr>
            <p:txBody>
              <a:bodyPr wrap="none"/>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Verdana" panose="020B0604030504040204" pitchFamily="34" charset="0"/>
                  <a:ea typeface="MS PGothic" panose="020B0600070205080204" pitchFamily="34" charset="-128"/>
                  <a:cs typeface="+mn-cs"/>
                </a:endParaRPr>
              </a:p>
            </p:txBody>
          </p:sp>
          <p:sp>
            <p:nvSpPr>
              <p:cNvPr id="105482" name="TextBox 18"/>
              <p:cNvSpPr txBox="1"/>
              <p:nvPr/>
            </p:nvSpPr>
            <p:spPr>
              <a:xfrm>
                <a:off x="8686800" y="2107815"/>
                <a:ext cx="1798886" cy="923330"/>
              </a:xfrm>
              <a:prstGeom prst="rect">
                <a:avLst/>
              </a:prstGeom>
              <a:noFill/>
              <a:ln w="9525">
                <a:noFill/>
              </a:ln>
            </p:spPr>
            <p:txBody>
              <a:bodyPr>
                <a:spAutoFit/>
              </a:bodyPr>
              <a:lstStyle>
                <a:lvl1pPr marL="342900" indent="-342900" algn="l" rtl="0" eaLnBrk="0" fontAlgn="base" hangingPunct="0">
                  <a:spcBef>
                    <a:spcPct val="35000"/>
                  </a:spcBef>
                  <a:spcAft>
                    <a:spcPct val="0"/>
                  </a:spcAft>
                  <a:buClr>
                    <a:srgbClr val="993300"/>
                  </a:buClr>
                  <a:buSzPct val="90000"/>
                  <a:buFont typeface="Monotype Sorts" pitchFamily="-84" charset="2"/>
                  <a:buChar char="n"/>
                  <a:defRPr kumimoji="1">
                    <a:solidFill>
                      <a:schemeClr val="tx1"/>
                    </a:solidFill>
                    <a:latin typeface="+mn-lt"/>
                    <a:ea typeface="MS PGothic" panose="020B0600070205080204" pitchFamily="34" charset="-128"/>
                    <a:cs typeface="MS PGothic" panose="020B0600070205080204" pitchFamily="34" charset="-128"/>
                  </a:defRPr>
                </a:lvl1pPr>
                <a:lvl2pPr marL="742950" indent="-285750" algn="l" rtl="0" eaLnBrk="0" fontAlgn="base" hangingPunct="0">
                  <a:spcBef>
                    <a:spcPct val="35000"/>
                  </a:spcBef>
                  <a:spcAft>
                    <a:spcPct val="0"/>
                  </a:spcAft>
                  <a:buClr>
                    <a:srgbClr val="CC6600"/>
                  </a:buClr>
                  <a:buSzPct val="80000"/>
                  <a:buFont typeface="Monotype Sorts" pitchFamily="-84" charset="2"/>
                  <a:buChar char="l"/>
                  <a:defRPr kumimoji="1">
                    <a:solidFill>
                      <a:schemeClr val="tx1"/>
                    </a:solidFill>
                    <a:latin typeface="+mn-lt"/>
                    <a:ea typeface="MS PGothic" panose="020B0600070205080204" pitchFamily="34" charset="-128"/>
                  </a:defRPr>
                </a:lvl2pPr>
                <a:lvl3pPr marL="1085850"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a:solidFill>
                      <a:schemeClr val="tx1"/>
                    </a:solidFill>
                    <a:latin typeface="+mn-lt"/>
                    <a:ea typeface="MS PGothic" panose="020B0600070205080204" pitchFamily="34" charset="-128"/>
                  </a:defRPr>
                </a:lvl3pPr>
                <a:lvl4pPr marL="1428750" indent="-228600" algn="l" rtl="0" eaLnBrk="0" fontAlgn="base" hangingPunct="0">
                  <a:spcBef>
                    <a:spcPct val="35000"/>
                  </a:spcBef>
                  <a:spcAft>
                    <a:spcPct val="0"/>
                  </a:spcAft>
                  <a:buClr>
                    <a:schemeClr val="hlink"/>
                  </a:buClr>
                  <a:buSzPct val="75000"/>
                  <a:buChar char="–"/>
                  <a:defRPr kumimoji="1">
                    <a:solidFill>
                      <a:schemeClr val="tx1"/>
                    </a:solidFill>
                    <a:latin typeface="+mn-lt"/>
                    <a:ea typeface="MS PGothic" panose="020B0600070205080204" pitchFamily="34" charset="-128"/>
                  </a:defRPr>
                </a:lvl4pPr>
                <a:lvl5pPr marL="17716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anose="020B0600070205080204" pitchFamily="34" charset="-128"/>
                  </a:defRPr>
                </a:lvl5pPr>
              </a:lstStyle>
              <a:p>
                <a:pPr marL="0" lvl="0" indent="0">
                  <a:spcBef>
                    <a:spcPct val="0"/>
                  </a:spcBef>
                  <a:buClrTx/>
                  <a:buSzTx/>
                  <a:buFontTx/>
                  <a:buNone/>
                </a:pPr>
                <a:r>
                  <a:rPr lang="en-US" altLang="zh-CN" dirty="0">
                    <a:solidFill>
                      <a:srgbClr val="000000"/>
                    </a:solidFill>
                    <a:latin typeface="Verdana" panose="020B0604030504040204" pitchFamily="34" charset="0"/>
                  </a:rPr>
                  <a:t>File 123</a:t>
                </a:r>
                <a:endParaRPr lang="en-US" altLang="zh-CN" dirty="0">
                  <a:solidFill>
                    <a:srgbClr val="000000"/>
                  </a:solidFill>
                  <a:latin typeface="Verdana" panose="020B0604030504040204" pitchFamily="34" charset="0"/>
                </a:endParaRPr>
              </a:p>
              <a:p>
                <a:pPr marL="0" lvl="0" indent="0">
                  <a:spcBef>
                    <a:spcPct val="0"/>
                  </a:spcBef>
                  <a:buClrTx/>
                  <a:buSzTx/>
                  <a:buFontTx/>
                  <a:buNone/>
                </a:pPr>
                <a:r>
                  <a:rPr lang="en-US" altLang="zh-CN" dirty="0">
                    <a:solidFill>
                      <a:srgbClr val="000000"/>
                    </a:solidFill>
                    <a:latin typeface="Verdana" panose="020B0604030504040204" pitchFamily="34" charset="0"/>
                  </a:rPr>
                  <a:t>Printer 567</a:t>
                </a:r>
                <a:endParaRPr lang="en-US" altLang="zh-CN" dirty="0">
                  <a:solidFill>
                    <a:srgbClr val="000000"/>
                  </a:solidFill>
                  <a:latin typeface="Verdana" panose="020B0604030504040204" pitchFamily="34" charset="0"/>
                </a:endParaRPr>
              </a:p>
              <a:p>
                <a:pPr marL="0" lvl="0" indent="0">
                  <a:spcBef>
                    <a:spcPct val="0"/>
                  </a:spcBef>
                  <a:buClrTx/>
                  <a:buSzTx/>
                  <a:buFontTx/>
                  <a:buNone/>
                </a:pPr>
                <a:r>
                  <a:rPr lang="en-US" altLang="zh-CN" dirty="0">
                    <a:solidFill>
                      <a:srgbClr val="000000"/>
                    </a:solidFill>
                    <a:latin typeface="Verdana" panose="020B0604030504040204" pitchFamily="34" charset="0"/>
                  </a:rPr>
                  <a:t>Disk 789</a:t>
                </a:r>
                <a:endParaRPr lang="en-US" altLang="zh-CN" dirty="0">
                  <a:solidFill>
                    <a:srgbClr val="000000"/>
                  </a:solidFill>
                  <a:latin typeface="Verdana" panose="020B0604030504040204" pitchFamily="34" charset="0"/>
                </a:endParaRPr>
              </a:p>
            </p:txBody>
          </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3426" name="Rectangle 2"/>
          <p:cNvSpPr>
            <a:spLocks noGrp="1"/>
          </p:cNvSpPr>
          <p:nvPr>
            <p:ph type="title"/>
          </p:nvPr>
        </p:nvSpPr>
        <p:spPr>
          <a:xfrm>
            <a:off x="1109663" y="214313"/>
            <a:ext cx="7577137" cy="576262"/>
          </a:xfrm>
        </p:spPr>
        <p:txBody>
          <a:bodyPr vert="horz" wrap="square" lIns="91440" tIns="45720" rIns="91440" bIns="45720" anchor="b" anchorCtr="0"/>
          <a:p>
            <a:pPr eaLnBrk="1" hangingPunct="1"/>
            <a:r>
              <a:rPr lang="en-US" altLang="en-US" dirty="0"/>
              <a:t>Deadlock prevention</a:t>
            </a:r>
            <a:endParaRPr lang="en-US" altLang="en-US" dirty="0"/>
          </a:p>
        </p:txBody>
      </p:sp>
      <p:sp>
        <p:nvSpPr>
          <p:cNvPr id="5" name="Rectangle 3"/>
          <p:cNvSpPr txBox="1">
            <a:spLocks noChangeArrowheads="1"/>
          </p:cNvSpPr>
          <p:nvPr/>
        </p:nvSpPr>
        <p:spPr bwMode="auto">
          <a:xfrm>
            <a:off x="561975" y="1198563"/>
            <a:ext cx="8324850" cy="841375"/>
          </a:xfrm>
          <a:prstGeom prst="rect">
            <a:avLst/>
          </a:prstGeom>
          <a:noFill/>
          <a:ln>
            <a:noFill/>
          </a:ln>
        </p:spPr>
        <p:txBody>
          <a:bodyPr/>
          <a:lstStyle>
            <a:lvl1pPr marL="342900" indent="-342900" algn="l" rtl="0" eaLnBrk="0" fontAlgn="base" hangingPunct="0">
              <a:spcBef>
                <a:spcPct val="35000"/>
              </a:spcBef>
              <a:spcAft>
                <a:spcPct val="0"/>
              </a:spcAft>
              <a:buClr>
                <a:srgbClr val="993300"/>
              </a:buClr>
              <a:buSzPct val="90000"/>
              <a:buFont typeface="Monotype Sorts" pitchFamily="-84" charset="2"/>
              <a:buChar char="n"/>
              <a:defRPr kumimoji="1">
                <a:solidFill>
                  <a:schemeClr val="tx1"/>
                </a:solidFill>
                <a:latin typeface="+mn-lt"/>
                <a:ea typeface="MS PGothic" panose="020B0600070205080204" pitchFamily="34" charset="-128"/>
                <a:cs typeface="MS PGothic" panose="020B0600070205080204" pitchFamily="34" charset="-128"/>
              </a:defRPr>
            </a:lvl1pPr>
            <a:lvl2pPr marL="742950" indent="-285750" algn="l" rtl="0" eaLnBrk="0" fontAlgn="base" hangingPunct="0">
              <a:spcBef>
                <a:spcPct val="35000"/>
              </a:spcBef>
              <a:spcAft>
                <a:spcPct val="0"/>
              </a:spcAft>
              <a:buClr>
                <a:srgbClr val="CC6600"/>
              </a:buClr>
              <a:buSzPct val="80000"/>
              <a:buFont typeface="Monotype Sorts" pitchFamily="-84" charset="2"/>
              <a:buChar char="l"/>
              <a:defRPr kumimoji="1">
                <a:solidFill>
                  <a:schemeClr val="tx1"/>
                </a:solidFill>
                <a:latin typeface="+mn-lt"/>
                <a:ea typeface="MS PGothic" panose="020B0600070205080204" pitchFamily="34" charset="-128"/>
              </a:defRPr>
            </a:lvl2pPr>
            <a:lvl3pPr marL="1085850"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a:solidFill>
                  <a:schemeClr val="tx1"/>
                </a:solidFill>
                <a:latin typeface="+mn-lt"/>
                <a:ea typeface="MS PGothic" panose="020B0600070205080204" pitchFamily="34" charset="-128"/>
              </a:defRPr>
            </a:lvl3pPr>
            <a:lvl4pPr marL="1428750" indent="-228600" algn="l" rtl="0" eaLnBrk="0" fontAlgn="base" hangingPunct="0">
              <a:spcBef>
                <a:spcPct val="35000"/>
              </a:spcBef>
              <a:spcAft>
                <a:spcPct val="0"/>
              </a:spcAft>
              <a:buClr>
                <a:schemeClr val="hlink"/>
              </a:buClr>
              <a:buSzPct val="75000"/>
              <a:buChar char="–"/>
              <a:defRPr kumimoji="1">
                <a:solidFill>
                  <a:schemeClr val="tx1"/>
                </a:solidFill>
                <a:latin typeface="+mn-lt"/>
                <a:ea typeface="MS PGothic" panose="020B0600070205080204" pitchFamily="34" charset="-128"/>
              </a:defRPr>
            </a:lvl4pPr>
            <a:lvl5pPr marL="17716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anose="020B0600070205080204" pitchFamily="34" charset="-128"/>
              </a:defRPr>
            </a:lvl5pPr>
            <a:lvl6pPr marL="22288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anose="020B0600070205080204" pitchFamily="34" charset="-128"/>
              </a:defRPr>
            </a:lvl6pPr>
            <a:lvl7pPr marL="26860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anose="020B0600070205080204" pitchFamily="34" charset="-128"/>
              </a:defRPr>
            </a:lvl7pPr>
            <a:lvl8pPr marL="31432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anose="020B0600070205080204" pitchFamily="34" charset="-128"/>
              </a:defRPr>
            </a:lvl8pPr>
            <a:lvl9pPr marL="36004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anose="020B0600070205080204" pitchFamily="34" charset="-128"/>
              </a:defRPr>
            </a:lvl9pPr>
          </a:lstStyle>
          <a:p>
            <a:pPr marL="0" marR="0" lvl="0" indent="0" algn="l" defTabSz="914400" rtl="0" eaLnBrk="0" fontAlgn="base" latinLnBrk="0" hangingPunct="0">
              <a:lnSpc>
                <a:spcPct val="100000"/>
              </a:lnSpc>
              <a:spcBef>
                <a:spcPct val="35000"/>
              </a:spcBef>
              <a:spcAft>
                <a:spcPct val="0"/>
              </a:spcAft>
              <a:buClr>
                <a:srgbClr val="993300"/>
              </a:buClr>
              <a:buSzPct val="90000"/>
              <a:buFont typeface="Monotype Sorts" pitchFamily="-84" charset="2"/>
              <a:buNone/>
              <a:defRPr/>
            </a:pPr>
            <a:r>
              <a:rPr kumimoji="1" lang="en-US" altLang="en-US" sz="1800" b="1" i="0" u="none" strike="noStrike" kern="0" cap="none" spc="0" normalizeH="0" baseline="0" noProof="0" dirty="0">
                <a:ln>
                  <a:noFill/>
                </a:ln>
                <a:solidFill>
                  <a:srgbClr val="000000"/>
                </a:solidFill>
                <a:effectLst/>
                <a:uLnTx/>
                <a:uFillTx/>
                <a:latin typeface="+mn-lt"/>
                <a:ea typeface="MS PGothic" panose="020B0600070205080204" pitchFamily="34" charset="-128"/>
                <a:cs typeface="MS PGothic" panose="020B0600070205080204" pitchFamily="34" charset="-128"/>
              </a:rPr>
              <a:t>Topic: Deadlock prevention by </a:t>
            </a:r>
            <a:r>
              <a:rPr kumimoji="1" lang="en-US" altLang="en-US" sz="1800" b="1" i="0" u="none" strike="noStrike" kern="0" cap="none" spc="0" normalizeH="0" baseline="0" noProof="0" dirty="0">
                <a:ln>
                  <a:noFill/>
                </a:ln>
                <a:solidFill>
                  <a:srgbClr val="FF0000"/>
                </a:solidFill>
                <a:effectLst/>
                <a:uLnTx/>
                <a:uFillTx/>
                <a:latin typeface="+mn-lt"/>
                <a:ea typeface="MS PGothic" panose="020B0600070205080204" pitchFamily="34" charset="-128"/>
                <a:cs typeface="MS PGothic" panose="020B0600070205080204" pitchFamily="34" charset="-128"/>
              </a:rPr>
              <a:t>ordering</a:t>
            </a:r>
            <a:r>
              <a:rPr kumimoji="1" lang="en-US" altLang="en-US" sz="1800" b="1" i="0" u="none" strike="noStrike" kern="0" cap="none" spc="0" normalizeH="0" baseline="0" noProof="0" dirty="0">
                <a:ln>
                  <a:noFill/>
                </a:ln>
                <a:solidFill>
                  <a:srgbClr val="000000"/>
                </a:solidFill>
                <a:effectLst/>
                <a:uLnTx/>
                <a:uFillTx/>
                <a:latin typeface="+mn-lt"/>
                <a:ea typeface="MS PGothic" panose="020B0600070205080204" pitchFamily="34" charset="-128"/>
                <a:cs typeface="MS PGothic" panose="020B0600070205080204" pitchFamily="34" charset="-128"/>
              </a:rPr>
              <a:t> the resource requesting</a:t>
            </a:r>
            <a:endParaRPr kumimoji="1" lang="en-US" altLang="en-US" sz="1800" b="1" i="0" u="none" strike="noStrike" kern="0" cap="none" spc="0" normalizeH="0" baseline="0" noProof="0" dirty="0">
              <a:ln>
                <a:noFill/>
              </a:ln>
              <a:solidFill>
                <a:srgbClr val="000000"/>
              </a:solidFill>
              <a:effectLst/>
              <a:uLnTx/>
              <a:uFillTx/>
              <a:latin typeface="+mn-lt"/>
              <a:ea typeface="MS PGothic" panose="020B0600070205080204" pitchFamily="34" charset="-128"/>
              <a:cs typeface="MS PGothic" panose="020B0600070205080204" pitchFamily="34" charset="-128"/>
            </a:endParaRPr>
          </a:p>
          <a:p>
            <a:pPr marL="342900" marR="0" lvl="0" indent="-342900" algn="l" defTabSz="914400" rtl="0" eaLnBrk="0" fontAlgn="base" latinLnBrk="0" hangingPunct="0">
              <a:lnSpc>
                <a:spcPct val="100000"/>
              </a:lnSpc>
              <a:spcBef>
                <a:spcPct val="35000"/>
              </a:spcBef>
              <a:spcAft>
                <a:spcPct val="0"/>
              </a:spcAft>
              <a:buClr>
                <a:srgbClr val="993300"/>
              </a:buClr>
              <a:buSzPct val="90000"/>
              <a:buFont typeface="Wingdings" panose="05000000000000000000" pitchFamily="2" charset="2"/>
              <a:buChar char="q"/>
              <a:defRPr/>
            </a:pPr>
            <a:r>
              <a:rPr kumimoji="1" lang="en-US" altLang="en-US" sz="1800" b="0" i="0" u="none" strike="noStrike" kern="0" cap="none" spc="0" normalizeH="0" baseline="0" noProof="0" dirty="0">
                <a:ln>
                  <a:noFill/>
                </a:ln>
                <a:solidFill>
                  <a:srgbClr val="000000"/>
                </a:solidFill>
                <a:effectLst/>
                <a:uLnTx/>
                <a:uFillTx/>
                <a:latin typeface="+mn-lt"/>
                <a:ea typeface="MS PGothic" panose="020B0600070205080204" pitchFamily="34" charset="-128"/>
                <a:cs typeface="MS PGothic" panose="020B0600070205080204" pitchFamily="34" charset="-128"/>
              </a:rPr>
              <a:t>The </a:t>
            </a:r>
            <a:r>
              <a:rPr kumimoji="1" lang="en-US" altLang="en-US" sz="1800" b="0" i="0" u="none" strike="noStrike" kern="0" cap="none" spc="0" normalizeH="0" baseline="0" noProof="0" dirty="0">
                <a:ln>
                  <a:noFill/>
                </a:ln>
                <a:solidFill>
                  <a:srgbClr val="FF0000"/>
                </a:solidFill>
                <a:effectLst/>
                <a:uLnTx/>
                <a:uFillTx/>
                <a:latin typeface="+mn-lt"/>
                <a:ea typeface="MS PGothic" panose="020B0600070205080204" pitchFamily="34" charset="-128"/>
                <a:cs typeface="MS PGothic" panose="020B0600070205080204" pitchFamily="34" charset="-128"/>
              </a:rPr>
              <a:t>cause</a:t>
            </a:r>
            <a:r>
              <a:rPr kumimoji="1" lang="en-US" altLang="en-US" sz="1800" b="0" i="0" u="none" strike="noStrike" kern="0" cap="none" spc="0" normalizeH="0" baseline="0" noProof="0" dirty="0">
                <a:ln>
                  <a:noFill/>
                </a:ln>
                <a:solidFill>
                  <a:srgbClr val="000000"/>
                </a:solidFill>
                <a:effectLst/>
                <a:uLnTx/>
                <a:uFillTx/>
                <a:latin typeface="+mn-lt"/>
                <a:ea typeface="MS PGothic" panose="020B0600070205080204" pitchFamily="34" charset="-128"/>
                <a:cs typeface="MS PGothic" panose="020B0600070205080204" pitchFamily="34" charset="-128"/>
              </a:rPr>
              <a:t> of the deadlock:</a:t>
            </a:r>
            <a:endParaRPr kumimoji="1" lang="en-US" altLang="en-US" sz="1800" b="0" i="0" u="none" strike="noStrike" kern="0" cap="none" spc="0" normalizeH="0" baseline="0" noProof="0" dirty="0">
              <a:ln>
                <a:noFill/>
              </a:ln>
              <a:solidFill>
                <a:srgbClr val="000000"/>
              </a:solidFill>
              <a:effectLst/>
              <a:uLnTx/>
              <a:uFillTx/>
              <a:latin typeface="+mn-lt"/>
              <a:ea typeface="MS PGothic" panose="020B0600070205080204" pitchFamily="34" charset="-128"/>
              <a:cs typeface="MS PGothic" panose="020B0600070205080204" pitchFamily="34" charset="-128"/>
            </a:endParaRPr>
          </a:p>
          <a:p>
            <a:pPr marL="342900" marR="0" lvl="0" indent="-342900" algn="l" defTabSz="914400" rtl="0" eaLnBrk="0" fontAlgn="base" latinLnBrk="0" hangingPunct="0">
              <a:lnSpc>
                <a:spcPct val="100000"/>
              </a:lnSpc>
              <a:spcBef>
                <a:spcPct val="35000"/>
              </a:spcBef>
              <a:spcAft>
                <a:spcPct val="0"/>
              </a:spcAft>
              <a:buClr>
                <a:srgbClr val="993300"/>
              </a:buClr>
              <a:buSzPct val="90000"/>
              <a:buFont typeface="Wingdings" panose="05000000000000000000" pitchFamily="2" charset="2"/>
              <a:buChar char="q"/>
              <a:defRPr/>
            </a:pPr>
            <a:endParaRPr kumimoji="1" lang="en-US" altLang="en-US" sz="1800" b="0" i="0" u="none" strike="noStrike" kern="0" cap="none" spc="0" normalizeH="0" baseline="0" noProof="0" dirty="0">
              <a:ln>
                <a:noFill/>
              </a:ln>
              <a:solidFill>
                <a:srgbClr val="FF0000"/>
              </a:solidFill>
              <a:effectLst/>
              <a:uLnTx/>
              <a:uFillTx/>
              <a:latin typeface="+mn-lt"/>
              <a:ea typeface="MS PGothic" panose="020B0600070205080204" pitchFamily="34" charset="-128"/>
              <a:cs typeface="MS PGothic" panose="020B0600070205080204" pitchFamily="34" charset="-128"/>
            </a:endParaRPr>
          </a:p>
          <a:p>
            <a:pPr marL="342900" marR="0" lvl="0" indent="-342900" algn="l" defTabSz="914400" rtl="0" eaLnBrk="0" fontAlgn="base" latinLnBrk="0" hangingPunct="0">
              <a:lnSpc>
                <a:spcPct val="100000"/>
              </a:lnSpc>
              <a:spcBef>
                <a:spcPct val="35000"/>
              </a:spcBef>
              <a:spcAft>
                <a:spcPct val="0"/>
              </a:spcAft>
              <a:buClr>
                <a:srgbClr val="993300"/>
              </a:buClr>
              <a:buSzPct val="90000"/>
              <a:buFont typeface="Wingdings" panose="05000000000000000000" pitchFamily="2" charset="2"/>
              <a:buChar char="q"/>
              <a:defRPr/>
            </a:pPr>
            <a:endParaRPr kumimoji="1" lang="en-US" altLang="en-US" sz="1800" b="0" i="0" u="none" strike="noStrike" kern="0" cap="none" spc="0" normalizeH="0" baseline="0" noProof="0" dirty="0">
              <a:ln>
                <a:noFill/>
              </a:ln>
              <a:solidFill>
                <a:srgbClr val="FF0000"/>
              </a:solidFill>
              <a:effectLst/>
              <a:uLnTx/>
              <a:uFillTx/>
              <a:latin typeface="+mn-lt"/>
              <a:ea typeface="MS PGothic" panose="020B0600070205080204" pitchFamily="34" charset="-128"/>
              <a:cs typeface="MS PGothic" panose="020B0600070205080204" pitchFamily="34" charset="-128"/>
            </a:endParaRPr>
          </a:p>
          <a:p>
            <a:pPr marL="342900" marR="0" lvl="0" indent="-342900" algn="l" defTabSz="914400" rtl="0" eaLnBrk="0" fontAlgn="base" latinLnBrk="0" hangingPunct="0">
              <a:lnSpc>
                <a:spcPct val="100000"/>
              </a:lnSpc>
              <a:spcBef>
                <a:spcPct val="35000"/>
              </a:spcBef>
              <a:spcAft>
                <a:spcPct val="0"/>
              </a:spcAft>
              <a:buClr>
                <a:srgbClr val="993300"/>
              </a:buClr>
              <a:buSzPct val="90000"/>
              <a:buFont typeface="Wingdings" panose="05000000000000000000" pitchFamily="2" charset="2"/>
              <a:buChar char="q"/>
              <a:defRPr/>
            </a:pPr>
            <a:endParaRPr kumimoji="1" lang="en-US" altLang="en-US" sz="1800" b="0" i="0" u="none" strike="noStrike" kern="0" cap="none" spc="0" normalizeH="0" baseline="0" noProof="0" dirty="0">
              <a:ln>
                <a:noFill/>
              </a:ln>
              <a:solidFill>
                <a:srgbClr val="FF0000"/>
              </a:solidFill>
              <a:effectLst/>
              <a:uLnTx/>
              <a:uFillTx/>
              <a:latin typeface="+mn-lt"/>
              <a:ea typeface="MS PGothic" panose="020B0600070205080204" pitchFamily="34" charset="-128"/>
              <a:cs typeface="MS PGothic" panose="020B0600070205080204" pitchFamily="34" charset="-128"/>
            </a:endParaRPr>
          </a:p>
          <a:p>
            <a:pPr marL="342900" marR="0" lvl="0" indent="-342900" algn="l" defTabSz="914400" rtl="0" eaLnBrk="0" fontAlgn="base" latinLnBrk="0" hangingPunct="0">
              <a:lnSpc>
                <a:spcPct val="100000"/>
              </a:lnSpc>
              <a:spcBef>
                <a:spcPct val="35000"/>
              </a:spcBef>
              <a:spcAft>
                <a:spcPct val="0"/>
              </a:spcAft>
              <a:buClr>
                <a:srgbClr val="993300"/>
              </a:buClr>
              <a:buSzPct val="90000"/>
              <a:buFont typeface="Wingdings" panose="05000000000000000000" pitchFamily="2" charset="2"/>
              <a:buChar char="q"/>
              <a:defRPr/>
            </a:pPr>
            <a:endParaRPr kumimoji="1" lang="en-US" altLang="en-US" sz="1800" b="0" i="0" u="none" strike="noStrike" kern="0" cap="none" spc="0" normalizeH="0" baseline="0" noProof="0" dirty="0">
              <a:ln>
                <a:noFill/>
              </a:ln>
              <a:solidFill>
                <a:srgbClr val="FF0000"/>
              </a:solidFill>
              <a:effectLst/>
              <a:uLnTx/>
              <a:uFillTx/>
              <a:latin typeface="+mn-lt"/>
              <a:ea typeface="MS PGothic" panose="020B0600070205080204" pitchFamily="34" charset="-128"/>
              <a:cs typeface="MS PGothic" panose="020B0600070205080204" pitchFamily="34" charset="-128"/>
            </a:endParaRPr>
          </a:p>
          <a:p>
            <a:pPr marL="342900" marR="0" lvl="0" indent="-342900" algn="l" defTabSz="914400" rtl="0" eaLnBrk="0" fontAlgn="base" latinLnBrk="0" hangingPunct="0">
              <a:lnSpc>
                <a:spcPct val="100000"/>
              </a:lnSpc>
              <a:spcBef>
                <a:spcPct val="35000"/>
              </a:spcBef>
              <a:spcAft>
                <a:spcPct val="0"/>
              </a:spcAft>
              <a:buClr>
                <a:srgbClr val="993300"/>
              </a:buClr>
              <a:buSzPct val="90000"/>
              <a:buFont typeface="Wingdings" panose="05000000000000000000" pitchFamily="2" charset="2"/>
              <a:buChar char="q"/>
              <a:defRPr/>
            </a:pPr>
            <a:endParaRPr kumimoji="1" lang="en-US" altLang="en-US" sz="1800" b="0" i="0" u="none" strike="noStrike" kern="0" cap="none" spc="0" normalizeH="0" baseline="0" noProof="0" dirty="0">
              <a:ln>
                <a:noFill/>
              </a:ln>
              <a:solidFill>
                <a:srgbClr val="FF0000"/>
              </a:solidFill>
              <a:effectLst/>
              <a:uLnTx/>
              <a:uFillTx/>
              <a:latin typeface="+mn-lt"/>
              <a:ea typeface="MS PGothic" panose="020B0600070205080204" pitchFamily="34" charset="-128"/>
              <a:cs typeface="MS PGothic" panose="020B0600070205080204" pitchFamily="34" charset="-128"/>
            </a:endParaRPr>
          </a:p>
          <a:p>
            <a:pPr marL="342900" marR="0" lvl="0" indent="-342900" algn="l" defTabSz="914400" rtl="0" eaLnBrk="0" fontAlgn="base" latinLnBrk="0" hangingPunct="0">
              <a:lnSpc>
                <a:spcPct val="100000"/>
              </a:lnSpc>
              <a:spcBef>
                <a:spcPct val="35000"/>
              </a:spcBef>
              <a:spcAft>
                <a:spcPct val="0"/>
              </a:spcAft>
              <a:buClr>
                <a:srgbClr val="993300"/>
              </a:buClr>
              <a:buSzPct val="90000"/>
              <a:buFont typeface="Wingdings" panose="05000000000000000000" pitchFamily="2" charset="2"/>
              <a:buChar char="q"/>
              <a:defRPr/>
            </a:pPr>
            <a:r>
              <a:rPr kumimoji="1" lang="en-US" altLang="en-US" sz="1800" b="0" i="0" u="none" strike="noStrike" kern="0" cap="none" spc="0" normalizeH="0" baseline="0" noProof="0" dirty="0">
                <a:ln>
                  <a:noFill/>
                </a:ln>
                <a:solidFill>
                  <a:srgbClr val="FF0000"/>
                </a:solidFill>
                <a:effectLst/>
                <a:uLnTx/>
                <a:uFillTx/>
                <a:latin typeface="+mn-lt"/>
                <a:ea typeface="MS PGothic" panose="020B0600070205080204" pitchFamily="34" charset="-128"/>
                <a:cs typeface="MS PGothic" panose="020B0600070205080204" pitchFamily="34" charset="-128"/>
              </a:rPr>
              <a:t>Preventing deadlock </a:t>
            </a:r>
            <a:r>
              <a:rPr kumimoji="1" lang="en-US" altLang="en-US" sz="1800" b="0" i="0" u="none" strike="noStrike" kern="0" cap="none" spc="0" normalizeH="0" baseline="0" noProof="0" dirty="0">
                <a:ln>
                  <a:noFill/>
                </a:ln>
                <a:solidFill>
                  <a:srgbClr val="000000"/>
                </a:solidFill>
                <a:effectLst/>
                <a:uLnTx/>
                <a:uFillTx/>
                <a:latin typeface="+mn-lt"/>
                <a:ea typeface="MS PGothic" panose="020B0600070205080204" pitchFamily="34" charset="-128"/>
                <a:cs typeface="MS PGothic" panose="020B0600070205080204" pitchFamily="34" charset="-128"/>
              </a:rPr>
              <a:t>by imposing an </a:t>
            </a:r>
            <a:r>
              <a:rPr kumimoji="1" lang="en-US" altLang="en-US" sz="1800" b="0" i="0" u="none" strike="noStrike" kern="0" cap="none" spc="0" normalizeH="0" baseline="0" noProof="0" dirty="0">
                <a:ln>
                  <a:noFill/>
                </a:ln>
                <a:solidFill>
                  <a:srgbClr val="FF0000"/>
                </a:solidFill>
                <a:effectLst/>
                <a:uLnTx/>
                <a:uFillTx/>
                <a:latin typeface="+mn-lt"/>
                <a:ea typeface="MS PGothic" panose="020B0600070205080204" pitchFamily="34" charset="-128"/>
                <a:cs typeface="MS PGothic" panose="020B0600070205080204" pitchFamily="34" charset="-128"/>
              </a:rPr>
              <a:t>ordering</a:t>
            </a:r>
            <a:r>
              <a:rPr kumimoji="1" lang="en-US" altLang="en-US" sz="1800" b="0" i="0" u="none" strike="noStrike" kern="0" cap="none" spc="0" normalizeH="0" baseline="0" noProof="0" dirty="0">
                <a:ln>
                  <a:noFill/>
                </a:ln>
                <a:solidFill>
                  <a:srgbClr val="000000"/>
                </a:solidFill>
                <a:effectLst/>
                <a:uLnTx/>
                <a:uFillTx/>
                <a:latin typeface="+mn-lt"/>
                <a:ea typeface="MS PGothic" panose="020B0600070205080204" pitchFamily="34" charset="-128"/>
                <a:cs typeface="MS PGothic" panose="020B0600070205080204" pitchFamily="34" charset="-128"/>
              </a:rPr>
              <a:t> on the shared variables</a:t>
            </a:r>
            <a:endParaRPr kumimoji="1" lang="en-US" altLang="en-US" sz="1800" b="0" i="0" u="none" strike="noStrike" kern="0" cap="none" spc="0" normalizeH="0" baseline="0" noProof="0" dirty="0">
              <a:ln>
                <a:noFill/>
              </a:ln>
              <a:solidFill>
                <a:srgbClr val="000000"/>
              </a:solidFill>
              <a:effectLst/>
              <a:uLnTx/>
              <a:uFillTx/>
              <a:latin typeface="+mn-lt"/>
              <a:ea typeface="MS PGothic" panose="020B0600070205080204" pitchFamily="34" charset="-128"/>
              <a:cs typeface="MS PGothic" panose="020B0600070205080204" pitchFamily="34" charset="-128"/>
            </a:endParaRPr>
          </a:p>
          <a:p>
            <a:pPr marL="0" marR="0" lvl="0" indent="0" algn="l" defTabSz="914400" rtl="0" eaLnBrk="0" fontAlgn="base" latinLnBrk="0" hangingPunct="0">
              <a:lnSpc>
                <a:spcPct val="100000"/>
              </a:lnSpc>
              <a:spcBef>
                <a:spcPct val="35000"/>
              </a:spcBef>
              <a:spcAft>
                <a:spcPct val="0"/>
              </a:spcAft>
              <a:buClr>
                <a:srgbClr val="993300"/>
              </a:buClr>
              <a:buSzPct val="90000"/>
              <a:buFont typeface="Monotype Sorts" pitchFamily="-84" charset="2"/>
              <a:buNone/>
              <a:defRPr/>
            </a:pPr>
            <a:r>
              <a:rPr kumimoji="1" lang="en-US" altLang="en-US" sz="1800" b="0" i="0" u="none" strike="noStrike" kern="0" cap="none" spc="0" normalizeH="0" baseline="0" noProof="0" dirty="0">
                <a:ln>
                  <a:noFill/>
                </a:ln>
                <a:solidFill>
                  <a:srgbClr val="000000"/>
                </a:solidFill>
                <a:effectLst/>
                <a:uLnTx/>
                <a:uFillTx/>
                <a:latin typeface="+mn-lt"/>
                <a:ea typeface="MS PGothic" panose="020B0600070205080204" pitchFamily="34" charset="-128"/>
                <a:cs typeface="MS PGothic" panose="020B0600070205080204" pitchFamily="34" charset="-128"/>
              </a:rPr>
              <a:t>     Example ordering:</a:t>
            </a:r>
            <a:endParaRPr kumimoji="1" lang="en-US" altLang="en-US" sz="1800" b="0" i="0" u="none" strike="noStrike" kern="0" cap="none" spc="0" normalizeH="0" baseline="0" noProof="0" dirty="0">
              <a:ln>
                <a:noFill/>
              </a:ln>
              <a:solidFill>
                <a:srgbClr val="000000"/>
              </a:solidFill>
              <a:effectLst/>
              <a:uLnTx/>
              <a:uFillTx/>
              <a:latin typeface="+mn-lt"/>
              <a:ea typeface="MS PGothic" panose="020B0600070205080204" pitchFamily="34" charset="-128"/>
              <a:cs typeface="MS PGothic" panose="020B0600070205080204" pitchFamily="34" charset="-128"/>
            </a:endParaRPr>
          </a:p>
          <a:p>
            <a:pPr marL="742950" marR="0" lvl="1" indent="-285750" algn="l" defTabSz="914400" rtl="0" eaLnBrk="0" fontAlgn="base" latinLnBrk="0" hangingPunct="0">
              <a:lnSpc>
                <a:spcPct val="100000"/>
              </a:lnSpc>
              <a:spcBef>
                <a:spcPct val="35000"/>
              </a:spcBef>
              <a:spcAft>
                <a:spcPct val="0"/>
              </a:spcAft>
              <a:buClr>
                <a:srgbClr val="CC6600"/>
              </a:buClr>
              <a:buSzPct val="80000"/>
              <a:buFont typeface="Wingdings" panose="05000000000000000000" pitchFamily="2" charset="2"/>
              <a:buChar char="Ø"/>
              <a:defRPr/>
            </a:pPr>
            <a:r>
              <a:rPr kumimoji="1" lang="en-US" altLang="en-US" sz="1800" b="0" i="0" u="none" strike="noStrike" kern="1200" cap="none" spc="0" normalizeH="0" baseline="0" noProof="0" dirty="0">
                <a:ln>
                  <a:noFill/>
                </a:ln>
                <a:solidFill>
                  <a:srgbClr val="000000"/>
                </a:solidFill>
                <a:effectLst/>
                <a:uLnTx/>
                <a:uFillTx/>
                <a:latin typeface="+mn-lt"/>
                <a:ea typeface="MS PGothic" panose="020B0600070205080204" pitchFamily="34" charset="-128"/>
                <a:cs typeface="+mn-cs"/>
              </a:rPr>
              <a:t>Consider shared variables (resources) as a binary number</a:t>
            </a:r>
            <a:endParaRPr kumimoji="1" lang="en-US" altLang="en-US" sz="1800" b="0" i="0" u="none" strike="noStrike" kern="1200" cap="none" spc="0" normalizeH="0" baseline="0" noProof="0" dirty="0">
              <a:ln>
                <a:noFill/>
              </a:ln>
              <a:solidFill>
                <a:srgbClr val="000000"/>
              </a:solidFill>
              <a:effectLst/>
              <a:uLnTx/>
              <a:uFillTx/>
              <a:latin typeface="+mn-lt"/>
              <a:ea typeface="MS PGothic" panose="020B0600070205080204" pitchFamily="34" charset="-128"/>
              <a:cs typeface="+mn-cs"/>
            </a:endParaRPr>
          </a:p>
          <a:p>
            <a:pPr marL="742950" marR="0" lvl="1" indent="-285750" algn="l" defTabSz="914400" rtl="0" eaLnBrk="0" fontAlgn="base" latinLnBrk="0" hangingPunct="0">
              <a:lnSpc>
                <a:spcPct val="100000"/>
              </a:lnSpc>
              <a:spcBef>
                <a:spcPct val="35000"/>
              </a:spcBef>
              <a:spcAft>
                <a:spcPct val="0"/>
              </a:spcAft>
              <a:buClr>
                <a:srgbClr val="CC6600"/>
              </a:buClr>
              <a:buSzPct val="80000"/>
              <a:buFont typeface="Wingdings" panose="05000000000000000000" pitchFamily="2" charset="2"/>
              <a:buChar char="Ø"/>
              <a:defRPr/>
            </a:pPr>
            <a:endParaRPr kumimoji="1" lang="en-US" altLang="en-US" sz="1800" b="0" i="0" u="none" strike="noStrike" kern="1200" cap="none" spc="0" normalizeH="0" baseline="0" noProof="0" dirty="0">
              <a:ln>
                <a:noFill/>
              </a:ln>
              <a:solidFill>
                <a:srgbClr val="000000"/>
              </a:solidFill>
              <a:effectLst/>
              <a:uLnTx/>
              <a:uFillTx/>
              <a:latin typeface="+mn-lt"/>
              <a:ea typeface="MS PGothic" panose="020B0600070205080204" pitchFamily="34" charset="-128"/>
              <a:cs typeface="+mn-cs"/>
            </a:endParaRPr>
          </a:p>
          <a:p>
            <a:pPr marL="0" marR="0" lvl="0" indent="0" algn="l" defTabSz="914400" rtl="0" eaLnBrk="0" fontAlgn="base" latinLnBrk="0" hangingPunct="0">
              <a:lnSpc>
                <a:spcPct val="100000"/>
              </a:lnSpc>
              <a:spcBef>
                <a:spcPct val="0"/>
              </a:spcBef>
              <a:spcAft>
                <a:spcPct val="0"/>
              </a:spcAft>
              <a:buClrTx/>
              <a:buSzTx/>
              <a:buFont typeface="Monotype Sorts" pitchFamily="-84" charset="2"/>
              <a:buNone/>
              <a:defRPr/>
            </a:pPr>
            <a:r>
              <a:rPr kumimoji="0" lang="en-US" altLang="en-US" sz="1800" b="0" i="0" u="none" strike="noStrike" kern="0" cap="none" spc="0" normalizeH="0" baseline="0" noProof="0" dirty="0">
                <a:ln>
                  <a:noFill/>
                </a:ln>
                <a:solidFill>
                  <a:srgbClr val="000000"/>
                </a:solidFill>
                <a:effectLst/>
                <a:uLnTx/>
                <a:uFillTx/>
                <a:latin typeface="Verdana" panose="020B0604030504040204" pitchFamily="34" charset="0"/>
                <a:ea typeface="MS PGothic" panose="020B0600070205080204" pitchFamily="34" charset="-128"/>
                <a:cs typeface="+mn-cs"/>
              </a:rPr>
              <a:t>    Example ordering:</a:t>
            </a:r>
            <a:endParaRPr kumimoji="0" lang="en-US" altLang="en-US" sz="1800" b="0" i="0" u="none" strike="noStrike" kern="0" cap="none" spc="0" normalizeH="0" baseline="0" noProof="0" dirty="0">
              <a:ln>
                <a:noFill/>
              </a:ln>
              <a:solidFill>
                <a:srgbClr val="000000"/>
              </a:solidFill>
              <a:effectLst/>
              <a:uLnTx/>
              <a:uFillTx/>
              <a:latin typeface="Verdana" panose="020B0604030504040204" pitchFamily="34" charset="0"/>
              <a:ea typeface="MS PGothic" panose="020B0600070205080204" pitchFamily="34" charset="-128"/>
              <a:cs typeface="+mn-cs"/>
            </a:endParaRPr>
          </a:p>
          <a:p>
            <a:pPr marL="742950" marR="0" lvl="1" indent="-285750" algn="l" defTabSz="914400" rtl="0" eaLnBrk="0" fontAlgn="base" latinLnBrk="0" hangingPunct="0">
              <a:lnSpc>
                <a:spcPct val="100000"/>
              </a:lnSpc>
              <a:spcBef>
                <a:spcPct val="35000"/>
              </a:spcBef>
              <a:spcAft>
                <a:spcPct val="0"/>
              </a:spcAft>
              <a:buClr>
                <a:srgbClr val="CC6600"/>
              </a:buClr>
              <a:buSzPct val="80000"/>
              <a:buFont typeface="Wingdings" panose="05000000000000000000" pitchFamily="2" charset="2"/>
              <a:buChar char="Ø"/>
              <a:defRPr/>
            </a:pPr>
            <a:r>
              <a:rPr kumimoji="1" lang="en-US" altLang="en-US" sz="1800" b="0" i="0" u="none" strike="noStrike" kern="1200" cap="none" spc="0" normalizeH="0" baseline="0" noProof="0" dirty="0">
                <a:ln>
                  <a:noFill/>
                </a:ln>
                <a:solidFill>
                  <a:srgbClr val="000000"/>
                </a:solidFill>
                <a:effectLst/>
                <a:uLnTx/>
                <a:uFillTx/>
                <a:latin typeface="+mn-lt"/>
                <a:ea typeface="MS PGothic" panose="020B0600070205080204" pitchFamily="34" charset="-128"/>
                <a:cs typeface="+mn-cs"/>
              </a:rPr>
              <a:t>Processes must request locks on shared variables in the </a:t>
            </a:r>
            <a:r>
              <a:rPr kumimoji="1" lang="en-US" altLang="en-US" sz="1800" b="1" i="0" u="none" strike="noStrike" kern="1200" cap="none" spc="0" normalizeH="0" baseline="0" noProof="0" dirty="0">
                <a:ln>
                  <a:noFill/>
                </a:ln>
                <a:solidFill>
                  <a:srgbClr val="FF0000"/>
                </a:solidFill>
                <a:effectLst/>
                <a:uLnTx/>
                <a:uFillTx/>
                <a:latin typeface="+mn-lt"/>
                <a:ea typeface="MS PGothic" panose="020B0600070205080204" pitchFamily="34" charset="-128"/>
                <a:cs typeface="+mn-cs"/>
              </a:rPr>
              <a:t>ordering</a:t>
            </a:r>
            <a:r>
              <a:rPr kumimoji="1" lang="en-US" altLang="en-US" sz="1800" b="0" i="0" u="none" strike="noStrike" kern="1200" cap="none" spc="0" normalizeH="0" baseline="0" noProof="0" dirty="0">
                <a:ln>
                  <a:noFill/>
                </a:ln>
                <a:solidFill>
                  <a:srgbClr val="000000"/>
                </a:solidFill>
                <a:effectLst/>
                <a:uLnTx/>
                <a:uFillTx/>
                <a:latin typeface="+mn-lt"/>
                <a:ea typeface="MS PGothic" panose="020B0600070205080204" pitchFamily="34" charset="-128"/>
                <a:cs typeface="+mn-cs"/>
              </a:rPr>
              <a:t> of variables</a:t>
            </a:r>
            <a:endParaRPr kumimoji="1" lang="en-US" altLang="en-US" sz="1800" b="0" i="0" u="none" strike="noStrike" kern="1200" cap="none" spc="0" normalizeH="0" baseline="0" noProof="0" dirty="0">
              <a:ln>
                <a:noFill/>
              </a:ln>
              <a:solidFill>
                <a:srgbClr val="000000"/>
              </a:solidFill>
              <a:effectLst/>
              <a:uLnTx/>
              <a:uFillTx/>
              <a:latin typeface="+mn-lt"/>
              <a:ea typeface="MS PGothic" panose="020B0600070205080204" pitchFamily="34" charset="-128"/>
              <a:cs typeface="+mn-cs"/>
            </a:endParaRPr>
          </a:p>
          <a:p>
            <a:pPr marL="342900" marR="0" lvl="0" indent="-342900" algn="l" defTabSz="914400" rtl="0" eaLnBrk="0" fontAlgn="base" latinLnBrk="0" hangingPunct="0">
              <a:lnSpc>
                <a:spcPct val="100000"/>
              </a:lnSpc>
              <a:spcBef>
                <a:spcPct val="35000"/>
              </a:spcBef>
              <a:spcAft>
                <a:spcPct val="0"/>
              </a:spcAft>
              <a:buClr>
                <a:srgbClr val="993300"/>
              </a:buClr>
              <a:buSzPct val="90000"/>
              <a:buFont typeface="Wingdings" panose="05000000000000000000" pitchFamily="2" charset="2"/>
              <a:buChar char="q"/>
              <a:defRPr/>
            </a:pPr>
            <a:endParaRPr kumimoji="1" lang="en-US" altLang="en-US" sz="1800" b="0" i="0" u="none" strike="noStrike" kern="0" cap="none" spc="0" normalizeH="0" baseline="0" noProof="0" dirty="0">
              <a:ln>
                <a:noFill/>
              </a:ln>
              <a:solidFill>
                <a:srgbClr val="FF0000"/>
              </a:solidFill>
              <a:effectLst/>
              <a:uLnTx/>
              <a:uFillTx/>
              <a:latin typeface="+mn-lt"/>
              <a:ea typeface="MS PGothic" panose="020B0600070205080204" pitchFamily="34" charset="-128"/>
              <a:cs typeface="MS PGothic" panose="020B0600070205080204" pitchFamily="34" charset="-128"/>
            </a:endParaRPr>
          </a:p>
        </p:txBody>
      </p:sp>
      <p:grpSp>
        <p:nvGrpSpPr>
          <p:cNvPr id="103428" name="Group 7"/>
          <p:cNvGrpSpPr/>
          <p:nvPr/>
        </p:nvGrpSpPr>
        <p:grpSpPr>
          <a:xfrm>
            <a:off x="1009650" y="2058988"/>
            <a:ext cx="7777163" cy="1582737"/>
            <a:chOff x="1010014" y="2059737"/>
            <a:chExt cx="7776429" cy="1582617"/>
          </a:xfrm>
        </p:grpSpPr>
        <p:sp>
          <p:nvSpPr>
            <p:cNvPr id="4" name="Rectangle 3"/>
            <p:cNvSpPr/>
            <p:nvPr/>
          </p:nvSpPr>
          <p:spPr bwMode="auto">
            <a:xfrm>
              <a:off x="1010014" y="2059737"/>
              <a:ext cx="7776429" cy="1582617"/>
            </a:xfrm>
            <a:prstGeom prst="rect">
              <a:avLst/>
            </a:prstGeom>
            <a:solidFill>
              <a:schemeClr val="accent2">
                <a:lumMod val="20000"/>
                <a:lumOff val="80000"/>
              </a:schemeClr>
            </a:solidFill>
            <a:ln w="9525" cap="flat" cmpd="sng" algn="ctr">
              <a:solidFill>
                <a:schemeClr val="tx1"/>
              </a:solidFill>
              <a:prstDash val="solid"/>
              <a:round/>
              <a:headEnd type="none" w="med" len="med"/>
              <a:tailEnd type="none" w="med" len="med"/>
            </a:ln>
            <a:effectLst/>
          </p:spPr>
          <p:txBody>
            <a:bodyPr wrap="none"/>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Verdana" panose="020B0604030504040204" pitchFamily="34" charset="0"/>
                <a:ea typeface="MS PGothic" panose="020B0600070205080204" pitchFamily="34" charset="-128"/>
                <a:cs typeface="+mn-cs"/>
              </a:endParaRPr>
            </a:p>
          </p:txBody>
        </p:sp>
        <p:sp>
          <p:nvSpPr>
            <p:cNvPr id="103430" name="TextBox 5"/>
            <p:cNvSpPr txBox="1"/>
            <p:nvPr/>
          </p:nvSpPr>
          <p:spPr>
            <a:xfrm>
              <a:off x="1109661" y="2127737"/>
              <a:ext cx="7577137" cy="646331"/>
            </a:xfrm>
            <a:prstGeom prst="rect">
              <a:avLst/>
            </a:prstGeom>
            <a:noFill/>
            <a:ln w="9525">
              <a:noFill/>
            </a:ln>
          </p:spPr>
          <p:txBody>
            <a:bodyPr>
              <a:spAutoFit/>
            </a:bodyPr>
            <a:lstStyle>
              <a:lvl1pPr marL="342900" indent="-342900" algn="l" rtl="0" eaLnBrk="0" fontAlgn="base" hangingPunct="0">
                <a:spcBef>
                  <a:spcPct val="35000"/>
                </a:spcBef>
                <a:spcAft>
                  <a:spcPct val="0"/>
                </a:spcAft>
                <a:buClr>
                  <a:srgbClr val="993300"/>
                </a:buClr>
                <a:buSzPct val="90000"/>
                <a:buFont typeface="Monotype Sorts" pitchFamily="-84" charset="2"/>
                <a:buChar char="n"/>
                <a:defRPr kumimoji="1">
                  <a:solidFill>
                    <a:schemeClr val="tx1"/>
                  </a:solidFill>
                  <a:latin typeface="+mn-lt"/>
                  <a:ea typeface="MS PGothic" panose="020B0600070205080204" pitchFamily="34" charset="-128"/>
                  <a:cs typeface="MS PGothic" panose="020B0600070205080204" pitchFamily="34" charset="-128"/>
                </a:defRPr>
              </a:lvl1pPr>
              <a:lvl2pPr marL="742950" indent="-285750" algn="l" rtl="0" eaLnBrk="0" fontAlgn="base" hangingPunct="0">
                <a:spcBef>
                  <a:spcPct val="35000"/>
                </a:spcBef>
                <a:spcAft>
                  <a:spcPct val="0"/>
                </a:spcAft>
                <a:buClr>
                  <a:srgbClr val="CC6600"/>
                </a:buClr>
                <a:buSzPct val="80000"/>
                <a:buFont typeface="Monotype Sorts" pitchFamily="-84" charset="2"/>
                <a:buChar char="l"/>
                <a:defRPr kumimoji="1">
                  <a:solidFill>
                    <a:schemeClr val="tx1"/>
                  </a:solidFill>
                  <a:latin typeface="+mn-lt"/>
                  <a:ea typeface="MS PGothic" panose="020B0600070205080204" pitchFamily="34" charset="-128"/>
                </a:defRPr>
              </a:lvl2pPr>
              <a:lvl3pPr marL="1085850"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a:solidFill>
                    <a:schemeClr val="tx1"/>
                  </a:solidFill>
                  <a:latin typeface="+mn-lt"/>
                  <a:ea typeface="MS PGothic" panose="020B0600070205080204" pitchFamily="34" charset="-128"/>
                </a:defRPr>
              </a:lvl3pPr>
              <a:lvl4pPr marL="1428750" indent="-228600" algn="l" rtl="0" eaLnBrk="0" fontAlgn="base" hangingPunct="0">
                <a:spcBef>
                  <a:spcPct val="35000"/>
                </a:spcBef>
                <a:spcAft>
                  <a:spcPct val="0"/>
                </a:spcAft>
                <a:buClr>
                  <a:schemeClr val="hlink"/>
                </a:buClr>
                <a:buSzPct val="75000"/>
                <a:buChar char="–"/>
                <a:defRPr kumimoji="1">
                  <a:solidFill>
                    <a:schemeClr val="tx1"/>
                  </a:solidFill>
                  <a:latin typeface="+mn-lt"/>
                  <a:ea typeface="MS PGothic" panose="020B0600070205080204" pitchFamily="34" charset="-128"/>
                </a:defRPr>
              </a:lvl4pPr>
              <a:lvl5pPr marL="17716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anose="020B0600070205080204" pitchFamily="34" charset="-128"/>
                </a:defRPr>
              </a:lvl5pPr>
            </a:lstStyle>
            <a:p>
              <a:pPr marL="0" lvl="0" indent="0">
                <a:spcBef>
                  <a:spcPct val="0"/>
                </a:spcBef>
                <a:buClrTx/>
                <a:buSzTx/>
                <a:buFontTx/>
                <a:buNone/>
              </a:pPr>
              <a:r>
                <a:rPr lang="en-US" altLang="zh-CN" dirty="0">
                  <a:solidFill>
                    <a:srgbClr val="000000"/>
                  </a:solidFill>
                  <a:latin typeface="Verdana" panose="020B0604030504040204" pitchFamily="34" charset="0"/>
                </a:rPr>
                <a:t>The transactions T1 and T2 have each </a:t>
              </a:r>
              <a:r>
                <a:rPr lang="en-US" altLang="zh-CN" dirty="0">
                  <a:solidFill>
                    <a:srgbClr val="FF0000"/>
                  </a:solidFill>
                  <a:latin typeface="Verdana" panose="020B0604030504040204" pitchFamily="34" charset="0"/>
                </a:rPr>
                <a:t>locked</a:t>
              </a:r>
              <a:r>
                <a:rPr lang="en-US" altLang="zh-CN" dirty="0">
                  <a:solidFill>
                    <a:srgbClr val="000000"/>
                  </a:solidFill>
                  <a:latin typeface="Verdana" panose="020B0604030504040204" pitchFamily="34" charset="0"/>
                </a:rPr>
                <a:t> the shared variables in </a:t>
              </a:r>
              <a:r>
                <a:rPr lang="en-US" altLang="zh-CN" dirty="0">
                  <a:solidFill>
                    <a:srgbClr val="FF0000"/>
                  </a:solidFill>
                  <a:latin typeface="Verdana" panose="020B0604030504040204" pitchFamily="34" charset="0"/>
                </a:rPr>
                <a:t>reverse order</a:t>
              </a:r>
              <a:r>
                <a:rPr lang="en-US" altLang="zh-CN" dirty="0">
                  <a:solidFill>
                    <a:srgbClr val="000000"/>
                  </a:solidFill>
                  <a:latin typeface="Verdana" panose="020B0604030504040204" pitchFamily="34" charset="0"/>
                </a:rPr>
                <a:t>:</a:t>
              </a:r>
              <a:endParaRPr lang="zh-CN" altLang="en-US" dirty="0">
                <a:solidFill>
                  <a:srgbClr val="000000"/>
                </a:solidFill>
                <a:latin typeface="Verdana" panose="020B0604030504040204" pitchFamily="34" charset="0"/>
              </a:endParaRPr>
            </a:p>
          </p:txBody>
        </p:sp>
        <p:pic>
          <p:nvPicPr>
            <p:cNvPr id="103431" name="Picture 6"/>
            <p:cNvPicPr>
              <a:picLocks noChangeAspect="1"/>
            </p:cNvPicPr>
            <p:nvPr/>
          </p:nvPicPr>
          <p:blipFill>
            <a:blip r:embed="rId1"/>
            <a:stretch>
              <a:fillRect/>
            </a:stretch>
          </p:blipFill>
          <p:spPr>
            <a:xfrm>
              <a:off x="1924152" y="2851046"/>
              <a:ext cx="1985160" cy="646331"/>
            </a:xfrm>
            <a:prstGeom prst="rect">
              <a:avLst/>
            </a:prstGeom>
            <a:noFill/>
            <a:ln w="9525">
              <a:noFill/>
            </a:ln>
          </p:spPr>
        </p:pic>
      </p:gr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7522" name="Rectangle 2"/>
          <p:cNvSpPr>
            <a:spLocks noGrp="1"/>
          </p:cNvSpPr>
          <p:nvPr>
            <p:ph type="title"/>
          </p:nvPr>
        </p:nvSpPr>
        <p:spPr>
          <a:xfrm>
            <a:off x="1109663" y="214313"/>
            <a:ext cx="7577137" cy="576262"/>
          </a:xfrm>
        </p:spPr>
        <p:txBody>
          <a:bodyPr vert="horz" wrap="square" lIns="91440" tIns="45720" rIns="91440" bIns="45720" anchor="b" anchorCtr="0"/>
          <a:p>
            <a:pPr eaLnBrk="1" hangingPunct="1"/>
            <a:r>
              <a:rPr lang="en-US" altLang="en-US" dirty="0"/>
              <a:t>Deadlock prevention</a:t>
            </a:r>
            <a:endParaRPr lang="en-US" altLang="en-US" dirty="0"/>
          </a:p>
        </p:txBody>
      </p:sp>
      <p:sp>
        <p:nvSpPr>
          <p:cNvPr id="5" name="Rectangle 3"/>
          <p:cNvSpPr txBox="1">
            <a:spLocks noChangeArrowheads="1"/>
          </p:cNvSpPr>
          <p:nvPr/>
        </p:nvSpPr>
        <p:spPr bwMode="auto">
          <a:xfrm>
            <a:off x="561975" y="1198563"/>
            <a:ext cx="8324850" cy="841375"/>
          </a:xfrm>
          <a:prstGeom prst="rect">
            <a:avLst/>
          </a:prstGeom>
          <a:noFill/>
          <a:ln>
            <a:noFill/>
          </a:ln>
        </p:spPr>
        <p:txBody>
          <a:bodyPr/>
          <a:lstStyle>
            <a:lvl1pPr marL="342900" indent="-342900" algn="l" rtl="0" eaLnBrk="0" fontAlgn="base" hangingPunct="0">
              <a:spcBef>
                <a:spcPct val="35000"/>
              </a:spcBef>
              <a:spcAft>
                <a:spcPct val="0"/>
              </a:spcAft>
              <a:buClr>
                <a:srgbClr val="993300"/>
              </a:buClr>
              <a:buSzPct val="90000"/>
              <a:buFont typeface="Monotype Sorts" pitchFamily="-84" charset="2"/>
              <a:buChar char="n"/>
              <a:defRPr kumimoji="1">
                <a:solidFill>
                  <a:schemeClr val="tx1"/>
                </a:solidFill>
                <a:latin typeface="+mn-lt"/>
                <a:ea typeface="MS PGothic" panose="020B0600070205080204" pitchFamily="34" charset="-128"/>
                <a:cs typeface="MS PGothic" panose="020B0600070205080204" pitchFamily="34" charset="-128"/>
              </a:defRPr>
            </a:lvl1pPr>
            <a:lvl2pPr marL="742950" indent="-285750" algn="l" rtl="0" eaLnBrk="0" fontAlgn="base" hangingPunct="0">
              <a:spcBef>
                <a:spcPct val="35000"/>
              </a:spcBef>
              <a:spcAft>
                <a:spcPct val="0"/>
              </a:spcAft>
              <a:buClr>
                <a:srgbClr val="CC6600"/>
              </a:buClr>
              <a:buSzPct val="80000"/>
              <a:buFont typeface="Monotype Sorts" pitchFamily="-84" charset="2"/>
              <a:buChar char="l"/>
              <a:defRPr kumimoji="1">
                <a:solidFill>
                  <a:schemeClr val="tx1"/>
                </a:solidFill>
                <a:latin typeface="+mn-lt"/>
                <a:ea typeface="MS PGothic" panose="020B0600070205080204" pitchFamily="34" charset="-128"/>
              </a:defRPr>
            </a:lvl2pPr>
            <a:lvl3pPr marL="1085850"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a:solidFill>
                  <a:schemeClr val="tx1"/>
                </a:solidFill>
                <a:latin typeface="+mn-lt"/>
                <a:ea typeface="MS PGothic" panose="020B0600070205080204" pitchFamily="34" charset="-128"/>
              </a:defRPr>
            </a:lvl3pPr>
            <a:lvl4pPr marL="1428750" indent="-228600" algn="l" rtl="0" eaLnBrk="0" fontAlgn="base" hangingPunct="0">
              <a:spcBef>
                <a:spcPct val="35000"/>
              </a:spcBef>
              <a:spcAft>
                <a:spcPct val="0"/>
              </a:spcAft>
              <a:buClr>
                <a:schemeClr val="hlink"/>
              </a:buClr>
              <a:buSzPct val="75000"/>
              <a:buChar char="–"/>
              <a:defRPr kumimoji="1">
                <a:solidFill>
                  <a:schemeClr val="tx1"/>
                </a:solidFill>
                <a:latin typeface="+mn-lt"/>
                <a:ea typeface="MS PGothic" panose="020B0600070205080204" pitchFamily="34" charset="-128"/>
              </a:defRPr>
            </a:lvl4pPr>
            <a:lvl5pPr marL="17716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anose="020B0600070205080204" pitchFamily="34" charset="-128"/>
              </a:defRPr>
            </a:lvl5pPr>
            <a:lvl6pPr marL="22288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anose="020B0600070205080204" pitchFamily="34" charset="-128"/>
              </a:defRPr>
            </a:lvl6pPr>
            <a:lvl7pPr marL="26860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anose="020B0600070205080204" pitchFamily="34" charset="-128"/>
              </a:defRPr>
            </a:lvl7pPr>
            <a:lvl8pPr marL="31432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anose="020B0600070205080204" pitchFamily="34" charset="-128"/>
              </a:defRPr>
            </a:lvl8pPr>
            <a:lvl9pPr marL="36004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anose="020B0600070205080204" pitchFamily="34" charset="-128"/>
              </a:defRPr>
            </a:lvl9pPr>
          </a:lstStyle>
          <a:p>
            <a:pPr marL="342900" marR="0" lvl="0" indent="-342900" algn="l" defTabSz="914400" rtl="0" eaLnBrk="0" fontAlgn="base" latinLnBrk="0" hangingPunct="0">
              <a:lnSpc>
                <a:spcPct val="100000"/>
              </a:lnSpc>
              <a:spcBef>
                <a:spcPct val="35000"/>
              </a:spcBef>
              <a:spcAft>
                <a:spcPct val="0"/>
              </a:spcAft>
              <a:buClr>
                <a:srgbClr val="993300"/>
              </a:buClr>
              <a:buSzPct val="90000"/>
              <a:buFont typeface="Wingdings" panose="05000000000000000000" pitchFamily="2" charset="2"/>
              <a:buChar char="q"/>
              <a:defRPr/>
            </a:pPr>
            <a:r>
              <a:rPr kumimoji="1" lang="en-US" altLang="en-US" sz="1800" b="1" i="0" u="none" strike="noStrike" kern="0" cap="none" spc="0" normalizeH="0" baseline="0" noProof="0" dirty="0">
                <a:ln>
                  <a:noFill/>
                </a:ln>
                <a:solidFill>
                  <a:srgbClr val="000000"/>
                </a:solidFill>
                <a:effectLst/>
                <a:uLnTx/>
                <a:uFillTx/>
                <a:latin typeface="+mn-lt"/>
                <a:ea typeface="MS PGothic" panose="020B0600070205080204" pitchFamily="34" charset="-128"/>
                <a:cs typeface="MS PGothic" panose="020B0600070205080204" pitchFamily="34" charset="-128"/>
              </a:rPr>
              <a:t>Theorem: </a:t>
            </a:r>
            <a:r>
              <a:rPr kumimoji="1" lang="en-US" altLang="en-US" sz="1800" b="1" i="0" u="none" strike="noStrike" kern="0" cap="none" spc="0" normalizeH="0" baseline="0" noProof="0" dirty="0">
                <a:ln>
                  <a:noFill/>
                </a:ln>
                <a:solidFill>
                  <a:srgbClr val="FF0000"/>
                </a:solidFill>
                <a:effectLst/>
                <a:uLnTx/>
                <a:uFillTx/>
                <a:latin typeface="+mn-lt"/>
                <a:ea typeface="MS PGothic" panose="020B0600070205080204" pitchFamily="34" charset="-128"/>
                <a:cs typeface="MS PGothic" panose="020B0600070205080204" pitchFamily="34" charset="-128"/>
              </a:rPr>
              <a:t>Ordered locking </a:t>
            </a:r>
            <a:r>
              <a:rPr kumimoji="1" lang="en-US" altLang="en-US" sz="1800" b="1" i="0" u="none" strike="noStrike" kern="0" cap="none" spc="0" normalizeH="0" baseline="0" noProof="0" dirty="0">
                <a:ln>
                  <a:noFill/>
                </a:ln>
                <a:solidFill>
                  <a:srgbClr val="000000"/>
                </a:solidFill>
                <a:effectLst/>
                <a:uLnTx/>
                <a:uFillTx/>
                <a:latin typeface="+mn-lt"/>
                <a:ea typeface="MS PGothic" panose="020B0600070205080204" pitchFamily="34" charset="-128"/>
                <a:cs typeface="MS PGothic" panose="020B0600070205080204" pitchFamily="34" charset="-128"/>
              </a:rPr>
              <a:t>on shared resources will prevent deadlock</a:t>
            </a:r>
            <a:endParaRPr kumimoji="1" lang="en-US" altLang="en-US" sz="1800" b="1" i="0" u="none" strike="noStrike" kern="0" cap="none" spc="0" normalizeH="0" baseline="0" noProof="0" dirty="0">
              <a:ln>
                <a:noFill/>
              </a:ln>
              <a:solidFill>
                <a:srgbClr val="000000"/>
              </a:solidFill>
              <a:effectLst/>
              <a:uLnTx/>
              <a:uFillTx/>
              <a:latin typeface="+mn-lt"/>
              <a:ea typeface="MS PGothic" panose="020B0600070205080204" pitchFamily="34" charset="-128"/>
              <a:cs typeface="MS PGothic" panose="020B0600070205080204" pitchFamily="34" charset="-128"/>
            </a:endParaRPr>
          </a:p>
          <a:p>
            <a:pPr marL="0" marR="0" lvl="0" indent="0" algn="l" defTabSz="914400" rtl="0" eaLnBrk="0" fontAlgn="base" latinLnBrk="0" hangingPunct="0">
              <a:lnSpc>
                <a:spcPct val="100000"/>
              </a:lnSpc>
              <a:spcBef>
                <a:spcPct val="35000"/>
              </a:spcBef>
              <a:spcAft>
                <a:spcPct val="0"/>
              </a:spcAft>
              <a:buClr>
                <a:srgbClr val="993300"/>
              </a:buClr>
              <a:buSzPct val="90000"/>
              <a:buFont typeface="Monotype Sorts" pitchFamily="-84" charset="2"/>
              <a:buNone/>
              <a:defRPr/>
            </a:pPr>
            <a:r>
              <a:rPr kumimoji="1" lang="en-US" altLang="en-US" sz="1800" b="1" i="0" u="none" strike="noStrike" kern="0" cap="none" spc="0" normalizeH="0" baseline="0" noProof="0" dirty="0">
                <a:ln>
                  <a:noFill/>
                </a:ln>
                <a:solidFill>
                  <a:srgbClr val="000000"/>
                </a:solidFill>
                <a:effectLst/>
                <a:uLnTx/>
                <a:uFillTx/>
                <a:latin typeface="+mn-lt"/>
                <a:ea typeface="MS PGothic" panose="020B0600070205080204" pitchFamily="34" charset="-128"/>
                <a:cs typeface="MS PGothic" panose="020B0600070205080204" pitchFamily="34" charset="-128"/>
              </a:rPr>
              <a:t>      Claim:    </a:t>
            </a:r>
            <a:endParaRPr kumimoji="1" lang="en-US" altLang="en-US" sz="1800" b="1" i="0" u="none" strike="noStrike" kern="0" cap="none" spc="0" normalizeH="0" baseline="0" noProof="0" dirty="0">
              <a:ln>
                <a:noFill/>
              </a:ln>
              <a:solidFill>
                <a:srgbClr val="000000"/>
              </a:solidFill>
              <a:effectLst/>
              <a:uLnTx/>
              <a:uFillTx/>
              <a:latin typeface="+mn-lt"/>
              <a:ea typeface="MS PGothic" panose="020B0600070205080204" pitchFamily="34" charset="-128"/>
              <a:cs typeface="MS PGothic" panose="020B0600070205080204" pitchFamily="34" charset="-128"/>
            </a:endParaRPr>
          </a:p>
          <a:p>
            <a:pPr marL="0" marR="0" lvl="0" indent="0" algn="l" defTabSz="914400" rtl="0" eaLnBrk="0" fontAlgn="base" latinLnBrk="0" hangingPunct="0">
              <a:lnSpc>
                <a:spcPct val="100000"/>
              </a:lnSpc>
              <a:spcBef>
                <a:spcPct val="35000"/>
              </a:spcBef>
              <a:spcAft>
                <a:spcPct val="0"/>
              </a:spcAft>
              <a:buClr>
                <a:srgbClr val="993300"/>
              </a:buClr>
              <a:buSzPct val="90000"/>
              <a:buFont typeface="Monotype Sorts" pitchFamily="-84" charset="2"/>
              <a:buNone/>
              <a:defRPr/>
            </a:pPr>
            <a:endParaRPr kumimoji="1" lang="en-US" altLang="en-US" sz="1800" b="1" i="0" u="none" strike="noStrike" kern="0" cap="none" spc="0" normalizeH="0" baseline="0" noProof="0" dirty="0">
              <a:ln>
                <a:noFill/>
              </a:ln>
              <a:solidFill>
                <a:srgbClr val="FF0000"/>
              </a:solidFill>
              <a:effectLst/>
              <a:uLnTx/>
              <a:uFillTx/>
              <a:latin typeface="+mn-lt"/>
              <a:ea typeface="MS PGothic" panose="020B0600070205080204" pitchFamily="34" charset="-128"/>
              <a:cs typeface="MS PGothic" panose="020B0600070205080204" pitchFamily="34" charset="-128"/>
            </a:endParaRPr>
          </a:p>
          <a:p>
            <a:pPr marL="0" marR="0" lvl="0" indent="0" algn="l" defTabSz="914400" rtl="0" eaLnBrk="0" fontAlgn="base" latinLnBrk="0" hangingPunct="0">
              <a:lnSpc>
                <a:spcPct val="100000"/>
              </a:lnSpc>
              <a:spcBef>
                <a:spcPct val="35000"/>
              </a:spcBef>
              <a:spcAft>
                <a:spcPct val="0"/>
              </a:spcAft>
              <a:buClr>
                <a:srgbClr val="993300"/>
              </a:buClr>
              <a:buSzPct val="90000"/>
              <a:buFont typeface="Monotype Sorts" pitchFamily="-84" charset="2"/>
              <a:buNone/>
              <a:defRPr/>
            </a:pPr>
            <a:endParaRPr kumimoji="1" lang="en-US" altLang="en-US" sz="1800" b="1" i="0" u="none" strike="noStrike" kern="0" cap="none" spc="0" normalizeH="0" baseline="0" noProof="0" dirty="0">
              <a:ln>
                <a:noFill/>
              </a:ln>
              <a:solidFill>
                <a:srgbClr val="FF0000"/>
              </a:solidFill>
              <a:effectLst/>
              <a:uLnTx/>
              <a:uFillTx/>
              <a:latin typeface="+mn-lt"/>
              <a:ea typeface="MS PGothic" panose="020B0600070205080204" pitchFamily="34" charset="-128"/>
              <a:cs typeface="MS PGothic" panose="020B0600070205080204" pitchFamily="34" charset="-128"/>
            </a:endParaRPr>
          </a:p>
          <a:p>
            <a:pPr marL="0" marR="0" lvl="0" indent="0" algn="l" defTabSz="914400" rtl="0" eaLnBrk="0" fontAlgn="base" latinLnBrk="0" hangingPunct="0">
              <a:lnSpc>
                <a:spcPct val="100000"/>
              </a:lnSpc>
              <a:spcBef>
                <a:spcPct val="35000"/>
              </a:spcBef>
              <a:spcAft>
                <a:spcPct val="0"/>
              </a:spcAft>
              <a:buClr>
                <a:srgbClr val="993300"/>
              </a:buClr>
              <a:buSzPct val="90000"/>
              <a:buFont typeface="Monotype Sorts" pitchFamily="-84" charset="2"/>
              <a:buNone/>
              <a:defRPr/>
            </a:pPr>
            <a:endParaRPr kumimoji="1" lang="en-US" altLang="en-US" sz="1800" b="1" i="0" u="none" strike="noStrike" kern="0" cap="none" spc="0" normalizeH="0" baseline="0" noProof="0" dirty="0">
              <a:ln>
                <a:noFill/>
              </a:ln>
              <a:solidFill>
                <a:srgbClr val="FF0000"/>
              </a:solidFill>
              <a:effectLst/>
              <a:uLnTx/>
              <a:uFillTx/>
              <a:latin typeface="+mn-lt"/>
              <a:ea typeface="MS PGothic" panose="020B0600070205080204" pitchFamily="34" charset="-128"/>
              <a:cs typeface="MS PGothic" panose="020B0600070205080204" pitchFamily="34" charset="-128"/>
            </a:endParaRPr>
          </a:p>
          <a:p>
            <a:pPr marL="0" marR="0" lvl="0" indent="0" algn="l" defTabSz="914400" rtl="0" eaLnBrk="0" fontAlgn="base" latinLnBrk="0" hangingPunct="0">
              <a:lnSpc>
                <a:spcPct val="100000"/>
              </a:lnSpc>
              <a:spcBef>
                <a:spcPct val="35000"/>
              </a:spcBef>
              <a:spcAft>
                <a:spcPct val="0"/>
              </a:spcAft>
              <a:buClr>
                <a:srgbClr val="993300"/>
              </a:buClr>
              <a:buSzPct val="90000"/>
              <a:buFont typeface="Monotype Sorts" pitchFamily="-84" charset="2"/>
              <a:buNone/>
              <a:defRPr/>
            </a:pPr>
            <a:r>
              <a:rPr kumimoji="1" lang="en-US" altLang="en-US" sz="1800" b="1" i="0" u="none" strike="noStrike" kern="0" cap="none" spc="0" normalizeH="0" baseline="0" noProof="0" dirty="0">
                <a:ln>
                  <a:noFill/>
                </a:ln>
                <a:solidFill>
                  <a:srgbClr val="000000"/>
                </a:solidFill>
                <a:effectLst/>
                <a:uLnTx/>
                <a:uFillTx/>
                <a:latin typeface="+mn-lt"/>
                <a:ea typeface="MS PGothic" panose="020B0600070205080204" pitchFamily="34" charset="-128"/>
                <a:cs typeface="MS PGothic" panose="020B0600070205080204" pitchFamily="34" charset="-128"/>
              </a:rPr>
              <a:t>Proof: by contradiction:</a:t>
            </a:r>
            <a:endParaRPr kumimoji="1" lang="en-US" altLang="en-US" sz="1800" b="1" i="0" u="none" strike="noStrike" kern="0" cap="none" spc="0" normalizeH="0" baseline="0" noProof="0" dirty="0">
              <a:ln>
                <a:noFill/>
              </a:ln>
              <a:solidFill>
                <a:srgbClr val="000000"/>
              </a:solidFill>
              <a:effectLst/>
              <a:uLnTx/>
              <a:uFillTx/>
              <a:latin typeface="+mn-lt"/>
              <a:ea typeface="MS PGothic" panose="020B0600070205080204" pitchFamily="34" charset="-128"/>
              <a:cs typeface="MS PGothic" panose="020B0600070205080204" pitchFamily="34" charset="-128"/>
            </a:endParaRPr>
          </a:p>
          <a:p>
            <a:pPr marL="0" marR="0" lvl="0" indent="0" algn="l" defTabSz="914400" rtl="0" eaLnBrk="0" fontAlgn="base" latinLnBrk="0" hangingPunct="0">
              <a:lnSpc>
                <a:spcPct val="100000"/>
              </a:lnSpc>
              <a:spcBef>
                <a:spcPct val="35000"/>
              </a:spcBef>
              <a:spcAft>
                <a:spcPct val="0"/>
              </a:spcAft>
              <a:buClr>
                <a:srgbClr val="993300"/>
              </a:buClr>
              <a:buSzPct val="90000"/>
              <a:buFont typeface="Monotype Sorts" pitchFamily="-84" charset="2"/>
              <a:buNone/>
              <a:defRPr/>
            </a:pPr>
            <a:r>
              <a:rPr kumimoji="1" lang="en-US" altLang="en-US" sz="1800" b="0" i="0" u="none" strike="noStrike" kern="0" cap="none" spc="0" normalizeH="0" baseline="0" noProof="0" dirty="0">
                <a:ln>
                  <a:noFill/>
                </a:ln>
                <a:solidFill>
                  <a:srgbClr val="000000"/>
                </a:solidFill>
                <a:effectLst/>
                <a:uLnTx/>
                <a:uFillTx/>
                <a:latin typeface="+mn-lt"/>
                <a:ea typeface="MS PGothic" panose="020B0600070205080204" pitchFamily="34" charset="-128"/>
                <a:cs typeface="MS PGothic" panose="020B0600070205080204" pitchFamily="34" charset="-128"/>
              </a:rPr>
              <a:t>    Suppose that:</a:t>
            </a:r>
            <a:endParaRPr kumimoji="1" lang="en-US" altLang="en-US" sz="1800" b="0" i="0" u="none" strike="noStrike" kern="0" cap="none" spc="0" normalizeH="0" baseline="0" noProof="0" dirty="0">
              <a:ln>
                <a:noFill/>
              </a:ln>
              <a:solidFill>
                <a:srgbClr val="000000"/>
              </a:solidFill>
              <a:effectLst/>
              <a:uLnTx/>
              <a:uFillTx/>
              <a:latin typeface="+mn-lt"/>
              <a:ea typeface="MS PGothic" panose="020B0600070205080204" pitchFamily="34" charset="-128"/>
              <a:cs typeface="MS PGothic" panose="020B0600070205080204" pitchFamily="34" charset="-128"/>
            </a:endParaRPr>
          </a:p>
          <a:p>
            <a:pPr marL="0" marR="0" lvl="0" indent="0" algn="l" defTabSz="914400" rtl="0" eaLnBrk="0" fontAlgn="base" latinLnBrk="0" hangingPunct="0">
              <a:lnSpc>
                <a:spcPct val="100000"/>
              </a:lnSpc>
              <a:spcBef>
                <a:spcPct val="35000"/>
              </a:spcBef>
              <a:spcAft>
                <a:spcPct val="0"/>
              </a:spcAft>
              <a:buClr>
                <a:srgbClr val="993300"/>
              </a:buClr>
              <a:buSzPct val="90000"/>
              <a:buFont typeface="Monotype Sorts" pitchFamily="-84" charset="2"/>
              <a:buNone/>
              <a:defRPr/>
            </a:pPr>
            <a:endParaRPr kumimoji="1" lang="en-US" altLang="en-US" sz="1800" b="1" i="0" u="none" strike="noStrike" kern="0" cap="none" spc="0" normalizeH="0" baseline="0" noProof="0" dirty="0">
              <a:ln>
                <a:noFill/>
              </a:ln>
              <a:solidFill>
                <a:srgbClr val="FF0000"/>
              </a:solidFill>
              <a:effectLst/>
              <a:uLnTx/>
              <a:uFillTx/>
              <a:latin typeface="+mn-lt"/>
              <a:ea typeface="MS PGothic" panose="020B0600070205080204" pitchFamily="34" charset="-128"/>
              <a:cs typeface="MS PGothic" panose="020B0600070205080204" pitchFamily="34" charset="-128"/>
            </a:endParaRPr>
          </a:p>
        </p:txBody>
      </p:sp>
      <p:grpSp>
        <p:nvGrpSpPr>
          <p:cNvPr id="107524" name="Group 14"/>
          <p:cNvGrpSpPr/>
          <p:nvPr/>
        </p:nvGrpSpPr>
        <p:grpSpPr>
          <a:xfrm>
            <a:off x="1009650" y="2039938"/>
            <a:ext cx="7777163" cy="750887"/>
            <a:chOff x="1010014" y="2059737"/>
            <a:chExt cx="7776429" cy="1582617"/>
          </a:xfrm>
        </p:grpSpPr>
        <p:sp>
          <p:nvSpPr>
            <p:cNvPr id="20" name="Rectangle 19"/>
            <p:cNvSpPr/>
            <p:nvPr/>
          </p:nvSpPr>
          <p:spPr bwMode="auto">
            <a:xfrm>
              <a:off x="1010014" y="2059737"/>
              <a:ext cx="7776429" cy="1582617"/>
            </a:xfrm>
            <a:prstGeom prst="rect">
              <a:avLst/>
            </a:prstGeom>
            <a:solidFill>
              <a:schemeClr val="accent2">
                <a:lumMod val="20000"/>
                <a:lumOff val="80000"/>
              </a:schemeClr>
            </a:solidFill>
            <a:ln w="9525" cap="flat" cmpd="sng" algn="ctr">
              <a:solidFill>
                <a:schemeClr val="tx1"/>
              </a:solidFill>
              <a:prstDash val="solid"/>
              <a:round/>
              <a:headEnd type="none" w="med" len="med"/>
              <a:tailEnd type="none" w="med" len="med"/>
            </a:ln>
            <a:effectLst/>
          </p:spPr>
          <p:txBody>
            <a:bodyPr wrap="none"/>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Verdana" panose="020B0604030504040204" pitchFamily="34" charset="0"/>
                <a:ea typeface="MS PGothic" panose="020B0600070205080204" pitchFamily="34" charset="-128"/>
                <a:cs typeface="+mn-cs"/>
              </a:endParaRPr>
            </a:p>
          </p:txBody>
        </p:sp>
        <p:sp>
          <p:nvSpPr>
            <p:cNvPr id="107528" name="TextBox 20"/>
            <p:cNvSpPr txBox="1"/>
            <p:nvPr/>
          </p:nvSpPr>
          <p:spPr>
            <a:xfrm>
              <a:off x="1109661" y="2127737"/>
              <a:ext cx="7577137" cy="646331"/>
            </a:xfrm>
            <a:prstGeom prst="rect">
              <a:avLst/>
            </a:prstGeom>
            <a:noFill/>
            <a:ln w="9525">
              <a:noFill/>
            </a:ln>
          </p:spPr>
          <p:txBody>
            <a:bodyPr>
              <a:spAutoFit/>
            </a:bodyPr>
            <a:lstStyle>
              <a:lvl1pPr marL="342900" indent="-342900" algn="l" rtl="0" eaLnBrk="0" fontAlgn="base" hangingPunct="0">
                <a:spcBef>
                  <a:spcPct val="35000"/>
                </a:spcBef>
                <a:spcAft>
                  <a:spcPct val="0"/>
                </a:spcAft>
                <a:buClr>
                  <a:srgbClr val="993300"/>
                </a:buClr>
                <a:buSzPct val="90000"/>
                <a:buFont typeface="Monotype Sorts" pitchFamily="-84" charset="2"/>
                <a:buChar char="n"/>
                <a:defRPr kumimoji="1">
                  <a:solidFill>
                    <a:schemeClr val="tx1"/>
                  </a:solidFill>
                  <a:latin typeface="+mn-lt"/>
                  <a:ea typeface="MS PGothic" panose="020B0600070205080204" pitchFamily="34" charset="-128"/>
                  <a:cs typeface="MS PGothic" panose="020B0600070205080204" pitchFamily="34" charset="-128"/>
                </a:defRPr>
              </a:lvl1pPr>
              <a:lvl2pPr marL="742950" indent="-285750" algn="l" rtl="0" eaLnBrk="0" fontAlgn="base" hangingPunct="0">
                <a:spcBef>
                  <a:spcPct val="35000"/>
                </a:spcBef>
                <a:spcAft>
                  <a:spcPct val="0"/>
                </a:spcAft>
                <a:buClr>
                  <a:srgbClr val="CC6600"/>
                </a:buClr>
                <a:buSzPct val="80000"/>
                <a:buFont typeface="Monotype Sorts" pitchFamily="-84" charset="2"/>
                <a:buChar char="l"/>
                <a:defRPr kumimoji="1">
                  <a:solidFill>
                    <a:schemeClr val="tx1"/>
                  </a:solidFill>
                  <a:latin typeface="+mn-lt"/>
                  <a:ea typeface="MS PGothic" panose="020B0600070205080204" pitchFamily="34" charset="-128"/>
                </a:defRPr>
              </a:lvl2pPr>
              <a:lvl3pPr marL="1085850"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a:solidFill>
                    <a:schemeClr val="tx1"/>
                  </a:solidFill>
                  <a:latin typeface="+mn-lt"/>
                  <a:ea typeface="MS PGothic" panose="020B0600070205080204" pitchFamily="34" charset="-128"/>
                </a:defRPr>
              </a:lvl3pPr>
              <a:lvl4pPr marL="1428750" indent="-228600" algn="l" rtl="0" eaLnBrk="0" fontAlgn="base" hangingPunct="0">
                <a:spcBef>
                  <a:spcPct val="35000"/>
                </a:spcBef>
                <a:spcAft>
                  <a:spcPct val="0"/>
                </a:spcAft>
                <a:buClr>
                  <a:schemeClr val="hlink"/>
                </a:buClr>
                <a:buSzPct val="75000"/>
                <a:buChar char="–"/>
                <a:defRPr kumimoji="1">
                  <a:solidFill>
                    <a:schemeClr val="tx1"/>
                  </a:solidFill>
                  <a:latin typeface="+mn-lt"/>
                  <a:ea typeface="MS PGothic" panose="020B0600070205080204" pitchFamily="34" charset="-128"/>
                </a:defRPr>
              </a:lvl4pPr>
              <a:lvl5pPr marL="17716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anose="020B0600070205080204" pitchFamily="34" charset="-128"/>
                </a:defRPr>
              </a:lvl5pPr>
            </a:lstStyle>
            <a:p>
              <a:pPr marL="0" lvl="0" indent="0">
                <a:spcBef>
                  <a:spcPct val="0"/>
                </a:spcBef>
                <a:buClrTx/>
                <a:buSzTx/>
                <a:buFontTx/>
                <a:buNone/>
              </a:pPr>
              <a:r>
                <a:rPr lang="en-US" altLang="zh-CN" dirty="0">
                  <a:solidFill>
                    <a:srgbClr val="000000"/>
                  </a:solidFill>
                  <a:latin typeface="Verdana" panose="020B0604030504040204" pitchFamily="34" charset="0"/>
                </a:rPr>
                <a:t>If all processes request </a:t>
              </a:r>
              <a:r>
                <a:rPr lang="en-US" altLang="zh-CN" dirty="0">
                  <a:solidFill>
                    <a:srgbClr val="FF0000"/>
                  </a:solidFill>
                  <a:latin typeface="Verdana" panose="020B0604030504040204" pitchFamily="34" charset="0"/>
                </a:rPr>
                <a:t>locks</a:t>
              </a:r>
              <a:r>
                <a:rPr lang="en-US" altLang="zh-CN" dirty="0">
                  <a:solidFill>
                    <a:srgbClr val="000000"/>
                  </a:solidFill>
                  <a:latin typeface="Verdana" panose="020B0604030504040204" pitchFamily="34" charset="0"/>
                </a:rPr>
                <a:t> on shared resources in the </a:t>
              </a:r>
              <a:r>
                <a:rPr lang="en-US" altLang="zh-CN" dirty="0">
                  <a:solidFill>
                    <a:srgbClr val="FF0000"/>
                  </a:solidFill>
                  <a:latin typeface="Verdana" panose="020B0604030504040204" pitchFamily="34" charset="0"/>
                </a:rPr>
                <a:t>order</a:t>
              </a:r>
              <a:r>
                <a:rPr lang="en-US" altLang="zh-CN" dirty="0">
                  <a:solidFill>
                    <a:srgbClr val="000000"/>
                  </a:solidFill>
                  <a:latin typeface="Verdana" panose="020B0604030504040204" pitchFamily="34" charset="0"/>
                </a:rPr>
                <a:t> of the resources, then </a:t>
              </a:r>
              <a:r>
                <a:rPr lang="en-US" altLang="zh-CN" b="1" dirty="0">
                  <a:solidFill>
                    <a:srgbClr val="FF0000"/>
                  </a:solidFill>
                  <a:latin typeface="Verdana" panose="020B0604030504040204" pitchFamily="34" charset="0"/>
                </a:rPr>
                <a:t>deadlock is not possible.</a:t>
              </a:r>
              <a:endParaRPr lang="en-US" altLang="zh-CN" b="1" dirty="0">
                <a:solidFill>
                  <a:srgbClr val="FF0000"/>
                </a:solidFill>
                <a:latin typeface="Verdana" panose="020B0604030504040204" pitchFamily="34" charset="0"/>
              </a:endParaRPr>
            </a:p>
          </p:txBody>
        </p:sp>
      </p:grpSp>
      <p:sp>
        <p:nvSpPr>
          <p:cNvPr id="24" name="Rectangle 23"/>
          <p:cNvSpPr/>
          <p:nvPr/>
        </p:nvSpPr>
        <p:spPr bwMode="auto">
          <a:xfrm>
            <a:off x="909638" y="3951288"/>
            <a:ext cx="7777163" cy="1828800"/>
          </a:xfrm>
          <a:prstGeom prst="rect">
            <a:avLst/>
          </a:prstGeom>
          <a:solidFill>
            <a:schemeClr val="accent2">
              <a:lumMod val="20000"/>
              <a:lumOff val="80000"/>
            </a:schemeClr>
          </a:solidFill>
          <a:ln w="9525" cap="flat" cmpd="sng" algn="ctr">
            <a:solidFill>
              <a:schemeClr val="tx1"/>
            </a:solidFill>
            <a:prstDash val="solid"/>
            <a:round/>
            <a:headEnd type="none" w="med" len="med"/>
            <a:tailEnd type="none" w="med" len="med"/>
          </a:ln>
          <a:effectLst/>
        </p:spPr>
        <p:txBody>
          <a:bodyPr wrap="none"/>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Verdana" panose="020B0604030504040204" pitchFamily="34" charset="0"/>
              <a:ea typeface="MS PGothic" panose="020B0600070205080204" pitchFamily="34" charset="-128"/>
              <a:cs typeface="+mn-cs"/>
            </a:endParaRPr>
          </a:p>
        </p:txBody>
      </p:sp>
      <p:sp>
        <p:nvSpPr>
          <p:cNvPr id="107526" name="TextBox 24"/>
          <p:cNvSpPr txBox="1"/>
          <p:nvPr/>
        </p:nvSpPr>
        <p:spPr>
          <a:xfrm>
            <a:off x="561975" y="4051300"/>
            <a:ext cx="8020050" cy="1395413"/>
          </a:xfrm>
          <a:prstGeom prst="rect">
            <a:avLst/>
          </a:prstGeom>
          <a:noFill/>
          <a:ln w="9525">
            <a:noFill/>
          </a:ln>
        </p:spPr>
        <p:txBody>
          <a:bodyPr>
            <a:spAutoFit/>
          </a:bodyPr>
          <a:lstStyle>
            <a:lvl1pPr marL="342900" indent="-342900" algn="l" rtl="0" eaLnBrk="0" fontAlgn="base" hangingPunct="0">
              <a:spcBef>
                <a:spcPct val="35000"/>
              </a:spcBef>
              <a:spcAft>
                <a:spcPct val="0"/>
              </a:spcAft>
              <a:buClr>
                <a:srgbClr val="993300"/>
              </a:buClr>
              <a:buSzPct val="90000"/>
              <a:buFont typeface="Monotype Sorts" pitchFamily="-84" charset="2"/>
              <a:buChar char="n"/>
              <a:defRPr kumimoji="1">
                <a:solidFill>
                  <a:schemeClr val="tx1"/>
                </a:solidFill>
                <a:latin typeface="+mn-lt"/>
                <a:ea typeface="MS PGothic" panose="020B0600070205080204" pitchFamily="34" charset="-128"/>
                <a:cs typeface="MS PGothic" panose="020B0600070205080204" pitchFamily="34" charset="-128"/>
              </a:defRPr>
            </a:lvl1pPr>
            <a:lvl2pPr marL="742950" indent="-285750" algn="l" rtl="0" eaLnBrk="0" fontAlgn="base" hangingPunct="0">
              <a:spcBef>
                <a:spcPct val="35000"/>
              </a:spcBef>
              <a:spcAft>
                <a:spcPct val="0"/>
              </a:spcAft>
              <a:buClr>
                <a:srgbClr val="CC6600"/>
              </a:buClr>
              <a:buSzPct val="80000"/>
              <a:buFont typeface="Monotype Sorts" pitchFamily="-84" charset="2"/>
              <a:buChar char="l"/>
              <a:defRPr kumimoji="1">
                <a:solidFill>
                  <a:schemeClr val="tx1"/>
                </a:solidFill>
                <a:latin typeface="+mn-lt"/>
                <a:ea typeface="MS PGothic" panose="020B0600070205080204" pitchFamily="34" charset="-128"/>
              </a:defRPr>
            </a:lvl2pPr>
            <a:lvl3pPr marL="1085850"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a:solidFill>
                  <a:schemeClr val="tx1"/>
                </a:solidFill>
                <a:latin typeface="+mn-lt"/>
                <a:ea typeface="MS PGothic" panose="020B0600070205080204" pitchFamily="34" charset="-128"/>
              </a:defRPr>
            </a:lvl3pPr>
            <a:lvl4pPr marL="1428750" indent="-228600" algn="l" rtl="0" eaLnBrk="0" fontAlgn="base" hangingPunct="0">
              <a:spcBef>
                <a:spcPct val="35000"/>
              </a:spcBef>
              <a:spcAft>
                <a:spcPct val="0"/>
              </a:spcAft>
              <a:buClr>
                <a:schemeClr val="hlink"/>
              </a:buClr>
              <a:buSzPct val="75000"/>
              <a:buChar char="–"/>
              <a:defRPr kumimoji="1">
                <a:solidFill>
                  <a:schemeClr val="tx1"/>
                </a:solidFill>
                <a:latin typeface="+mn-lt"/>
                <a:ea typeface="MS PGothic" panose="020B0600070205080204" pitchFamily="34" charset="-128"/>
              </a:defRPr>
            </a:lvl4pPr>
            <a:lvl5pPr marL="17716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anose="020B0600070205080204" pitchFamily="34" charset="-128"/>
              </a:defRPr>
            </a:lvl5pPr>
          </a:lstStyle>
          <a:p>
            <a:pPr marL="742950" lvl="1" indent="-285750">
              <a:buFont typeface="Wingdings" panose="05000000000000000000" pitchFamily="2" charset="2"/>
              <a:buChar char="Ø"/>
            </a:pPr>
            <a:r>
              <a:rPr lang="en-US" altLang="zh-CN" dirty="0">
                <a:solidFill>
                  <a:srgbClr val="000000"/>
                </a:solidFill>
              </a:rPr>
              <a:t>Processes T1, T2, ..., Tn request </a:t>
            </a:r>
            <a:r>
              <a:rPr lang="en-US" altLang="zh-CN" dirty="0">
                <a:solidFill>
                  <a:srgbClr val="FF0000"/>
                </a:solidFill>
              </a:rPr>
              <a:t>locks</a:t>
            </a:r>
            <a:r>
              <a:rPr lang="en-US" altLang="zh-CN" dirty="0">
                <a:solidFill>
                  <a:srgbClr val="000000"/>
                </a:solidFill>
              </a:rPr>
              <a:t> on shared resources according to the </a:t>
            </a:r>
            <a:r>
              <a:rPr lang="en-US" altLang="zh-CN" dirty="0">
                <a:solidFill>
                  <a:srgbClr val="FF0000"/>
                </a:solidFill>
              </a:rPr>
              <a:t>ordering</a:t>
            </a:r>
            <a:r>
              <a:rPr lang="en-US" altLang="zh-CN" dirty="0">
                <a:solidFill>
                  <a:srgbClr val="000000"/>
                </a:solidFill>
              </a:rPr>
              <a:t> of the database elements and</a:t>
            </a:r>
            <a:endParaRPr lang="en-US" altLang="zh-CN" dirty="0">
              <a:solidFill>
                <a:srgbClr val="000000"/>
              </a:solidFill>
            </a:endParaRPr>
          </a:p>
          <a:p>
            <a:pPr marL="742950" lvl="1" indent="-285750">
              <a:buFont typeface="Wingdings" panose="05000000000000000000" pitchFamily="2" charset="2"/>
              <a:buChar char="Ø"/>
            </a:pPr>
            <a:endParaRPr lang="en-US" altLang="zh-CN" b="1" dirty="0">
              <a:solidFill>
                <a:srgbClr val="FF0000"/>
              </a:solidFill>
            </a:endParaRPr>
          </a:p>
          <a:p>
            <a:pPr marL="742950" lvl="1" indent="-285750">
              <a:buFont typeface="Wingdings" panose="05000000000000000000" pitchFamily="2" charset="2"/>
              <a:buChar char="Ø"/>
            </a:pPr>
            <a:r>
              <a:rPr lang="en-US" altLang="zh-CN" dirty="0">
                <a:solidFill>
                  <a:srgbClr val="000000"/>
                </a:solidFill>
              </a:rPr>
              <a:t>Transactions T1, T2, ..., Tn are </a:t>
            </a:r>
            <a:r>
              <a:rPr lang="en-US" altLang="zh-CN" dirty="0">
                <a:solidFill>
                  <a:srgbClr val="FF0000"/>
                </a:solidFill>
              </a:rPr>
              <a:t>deadlocked</a:t>
            </a:r>
            <a:endParaRPr lang="en-US" altLang="zh-CN" dirty="0">
              <a:solidFill>
                <a:srgbClr val="FF0000"/>
              </a:solidFill>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9570" name="Rectangle 2"/>
          <p:cNvSpPr>
            <a:spLocks noGrp="1"/>
          </p:cNvSpPr>
          <p:nvPr>
            <p:ph type="title"/>
          </p:nvPr>
        </p:nvSpPr>
        <p:spPr>
          <a:xfrm>
            <a:off x="1109663" y="214313"/>
            <a:ext cx="7577137" cy="576262"/>
          </a:xfrm>
        </p:spPr>
        <p:txBody>
          <a:bodyPr vert="horz" wrap="square" lIns="91440" tIns="45720" rIns="91440" bIns="45720" anchor="b" anchorCtr="0"/>
          <a:p>
            <a:pPr eaLnBrk="1" hangingPunct="1"/>
            <a:r>
              <a:rPr lang="en-US" altLang="en-US" dirty="0"/>
              <a:t>Deadlock prevention</a:t>
            </a:r>
            <a:endParaRPr lang="en-US" altLang="en-US" dirty="0"/>
          </a:p>
        </p:txBody>
      </p:sp>
      <p:sp>
        <p:nvSpPr>
          <p:cNvPr id="5" name="Rectangle 3"/>
          <p:cNvSpPr txBox="1">
            <a:spLocks noChangeArrowheads="1"/>
          </p:cNvSpPr>
          <p:nvPr/>
        </p:nvSpPr>
        <p:spPr bwMode="auto">
          <a:xfrm>
            <a:off x="409575" y="866775"/>
            <a:ext cx="8324850" cy="841375"/>
          </a:xfrm>
          <a:prstGeom prst="rect">
            <a:avLst/>
          </a:prstGeom>
          <a:noFill/>
          <a:ln>
            <a:noFill/>
          </a:ln>
        </p:spPr>
        <p:txBody>
          <a:bodyPr/>
          <a:lstStyle>
            <a:lvl1pPr marL="342900" indent="-342900" algn="l" rtl="0" eaLnBrk="0" fontAlgn="base" hangingPunct="0">
              <a:spcBef>
                <a:spcPct val="35000"/>
              </a:spcBef>
              <a:spcAft>
                <a:spcPct val="0"/>
              </a:spcAft>
              <a:buClr>
                <a:srgbClr val="993300"/>
              </a:buClr>
              <a:buSzPct val="90000"/>
              <a:buFont typeface="Monotype Sorts" pitchFamily="-84" charset="2"/>
              <a:buChar char="n"/>
              <a:defRPr kumimoji="1">
                <a:solidFill>
                  <a:schemeClr val="tx1"/>
                </a:solidFill>
                <a:latin typeface="+mn-lt"/>
                <a:ea typeface="MS PGothic" panose="020B0600070205080204" pitchFamily="34" charset="-128"/>
                <a:cs typeface="MS PGothic" panose="020B0600070205080204" pitchFamily="34" charset="-128"/>
              </a:defRPr>
            </a:lvl1pPr>
            <a:lvl2pPr marL="742950" indent="-285750" algn="l" rtl="0" eaLnBrk="0" fontAlgn="base" hangingPunct="0">
              <a:spcBef>
                <a:spcPct val="35000"/>
              </a:spcBef>
              <a:spcAft>
                <a:spcPct val="0"/>
              </a:spcAft>
              <a:buClr>
                <a:srgbClr val="CC6600"/>
              </a:buClr>
              <a:buSzPct val="80000"/>
              <a:buFont typeface="Monotype Sorts" pitchFamily="-84" charset="2"/>
              <a:buChar char="l"/>
              <a:defRPr kumimoji="1">
                <a:solidFill>
                  <a:schemeClr val="tx1"/>
                </a:solidFill>
                <a:latin typeface="+mn-lt"/>
                <a:ea typeface="MS PGothic" panose="020B0600070205080204" pitchFamily="34" charset="-128"/>
              </a:defRPr>
            </a:lvl2pPr>
            <a:lvl3pPr marL="1085850"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a:solidFill>
                  <a:schemeClr val="tx1"/>
                </a:solidFill>
                <a:latin typeface="+mn-lt"/>
                <a:ea typeface="MS PGothic" panose="020B0600070205080204" pitchFamily="34" charset="-128"/>
              </a:defRPr>
            </a:lvl3pPr>
            <a:lvl4pPr marL="1428750" indent="-228600" algn="l" rtl="0" eaLnBrk="0" fontAlgn="base" hangingPunct="0">
              <a:spcBef>
                <a:spcPct val="35000"/>
              </a:spcBef>
              <a:spcAft>
                <a:spcPct val="0"/>
              </a:spcAft>
              <a:buClr>
                <a:schemeClr val="hlink"/>
              </a:buClr>
              <a:buSzPct val="75000"/>
              <a:buChar char="–"/>
              <a:defRPr kumimoji="1">
                <a:solidFill>
                  <a:schemeClr val="tx1"/>
                </a:solidFill>
                <a:latin typeface="+mn-lt"/>
                <a:ea typeface="MS PGothic" panose="020B0600070205080204" pitchFamily="34" charset="-128"/>
              </a:defRPr>
            </a:lvl4pPr>
            <a:lvl5pPr marL="17716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anose="020B0600070205080204" pitchFamily="34" charset="-128"/>
              </a:defRPr>
            </a:lvl5pPr>
            <a:lvl6pPr marL="22288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anose="020B0600070205080204" pitchFamily="34" charset="-128"/>
              </a:defRPr>
            </a:lvl6pPr>
            <a:lvl7pPr marL="26860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anose="020B0600070205080204" pitchFamily="34" charset="-128"/>
              </a:defRPr>
            </a:lvl7pPr>
            <a:lvl8pPr marL="31432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anose="020B0600070205080204" pitchFamily="34" charset="-128"/>
              </a:defRPr>
            </a:lvl8pPr>
            <a:lvl9pPr marL="36004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anose="020B0600070205080204" pitchFamily="34" charset="-128"/>
              </a:defRPr>
            </a:lvl9pPr>
          </a:lstStyle>
          <a:p>
            <a:pPr marL="0" marR="0" lvl="0" indent="0" algn="l" defTabSz="914400" rtl="0" eaLnBrk="0" fontAlgn="base" latinLnBrk="0" hangingPunct="0">
              <a:lnSpc>
                <a:spcPct val="100000"/>
              </a:lnSpc>
              <a:spcBef>
                <a:spcPct val="35000"/>
              </a:spcBef>
              <a:spcAft>
                <a:spcPct val="0"/>
              </a:spcAft>
              <a:buClr>
                <a:srgbClr val="993300"/>
              </a:buClr>
              <a:buSzPct val="90000"/>
              <a:buFont typeface="Monotype Sorts" pitchFamily="-84" charset="2"/>
              <a:buNone/>
              <a:defRPr/>
            </a:pPr>
            <a:r>
              <a:rPr kumimoji="1" lang="en-US" altLang="en-US" sz="1800" b="0" i="0" u="none" strike="noStrike" kern="0" cap="none" spc="0" normalizeH="0" baseline="0" noProof="0" dirty="0">
                <a:ln>
                  <a:noFill/>
                </a:ln>
                <a:solidFill>
                  <a:srgbClr val="000000"/>
                </a:solidFill>
                <a:effectLst/>
                <a:uLnTx/>
                <a:uFillTx/>
                <a:latin typeface="+mn-lt"/>
                <a:ea typeface="MS PGothic" panose="020B0600070205080204" pitchFamily="34" charset="-128"/>
                <a:cs typeface="MS PGothic" panose="020B0600070205080204" pitchFamily="34" charset="-128"/>
              </a:rPr>
              <a:t>Without lost of generality, let's assume that</a:t>
            </a:r>
            <a:endParaRPr kumimoji="1" lang="en-US" altLang="en-US" sz="1800" b="1" i="0" u="none" strike="noStrike" kern="0" cap="none" spc="0" normalizeH="0" baseline="0" noProof="0" dirty="0">
              <a:ln>
                <a:noFill/>
              </a:ln>
              <a:solidFill>
                <a:srgbClr val="FF0000"/>
              </a:solidFill>
              <a:effectLst/>
              <a:uLnTx/>
              <a:uFillTx/>
              <a:latin typeface="+mn-lt"/>
              <a:ea typeface="MS PGothic" panose="020B0600070205080204" pitchFamily="34" charset="-128"/>
              <a:cs typeface="MS PGothic" panose="020B0600070205080204" pitchFamily="34" charset="-128"/>
            </a:endParaRPr>
          </a:p>
        </p:txBody>
      </p:sp>
      <p:grpSp>
        <p:nvGrpSpPr>
          <p:cNvPr id="109572" name="组合 1"/>
          <p:cNvGrpSpPr/>
          <p:nvPr/>
        </p:nvGrpSpPr>
        <p:grpSpPr>
          <a:xfrm>
            <a:off x="523875" y="4346575"/>
            <a:ext cx="8510588" cy="2457450"/>
            <a:chOff x="523875" y="4186238"/>
            <a:chExt cx="8510588" cy="2457450"/>
          </a:xfrm>
        </p:grpSpPr>
        <p:sp>
          <p:nvSpPr>
            <p:cNvPr id="10" name="Rectangle 9"/>
            <p:cNvSpPr/>
            <p:nvPr/>
          </p:nvSpPr>
          <p:spPr bwMode="auto">
            <a:xfrm>
              <a:off x="757238" y="4186238"/>
              <a:ext cx="8266112" cy="2457450"/>
            </a:xfrm>
            <a:prstGeom prst="rect">
              <a:avLst/>
            </a:prstGeom>
            <a:solidFill>
              <a:schemeClr val="accent2">
                <a:lumMod val="20000"/>
                <a:lumOff val="80000"/>
              </a:schemeClr>
            </a:solidFill>
            <a:ln w="9525" cap="flat" cmpd="sng" algn="ctr">
              <a:solidFill>
                <a:schemeClr val="tx1"/>
              </a:solidFill>
              <a:prstDash val="solid"/>
              <a:round/>
              <a:headEnd type="none" w="med" len="med"/>
              <a:tailEnd type="none" w="med" len="med"/>
            </a:ln>
            <a:effectLst/>
          </p:spPr>
          <p:txBody>
            <a:bodyPr wrap="none"/>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Verdana" panose="020B0604030504040204" pitchFamily="34" charset="0"/>
                <a:ea typeface="MS PGothic" panose="020B0600070205080204" pitchFamily="34" charset="-128"/>
                <a:cs typeface="+mn-cs"/>
              </a:endParaRPr>
            </a:p>
          </p:txBody>
        </p:sp>
        <p:sp>
          <p:nvSpPr>
            <p:cNvPr id="109576" name="TextBox 10"/>
            <p:cNvSpPr txBox="1"/>
            <p:nvPr/>
          </p:nvSpPr>
          <p:spPr>
            <a:xfrm>
              <a:off x="523875" y="4262438"/>
              <a:ext cx="8510588" cy="2238375"/>
            </a:xfrm>
            <a:prstGeom prst="rect">
              <a:avLst/>
            </a:prstGeom>
            <a:noFill/>
            <a:ln w="9525">
              <a:noFill/>
            </a:ln>
          </p:spPr>
          <p:txBody>
            <a:bodyPr>
              <a:spAutoFit/>
            </a:bodyPr>
            <a:lstStyle>
              <a:lvl1pPr marL="342900" indent="-342900" algn="l" rtl="0" eaLnBrk="0" fontAlgn="base" hangingPunct="0">
                <a:spcBef>
                  <a:spcPct val="35000"/>
                </a:spcBef>
                <a:spcAft>
                  <a:spcPct val="0"/>
                </a:spcAft>
                <a:buClr>
                  <a:srgbClr val="993300"/>
                </a:buClr>
                <a:buSzPct val="90000"/>
                <a:buFont typeface="Monotype Sorts" pitchFamily="-84" charset="2"/>
                <a:buChar char="n"/>
                <a:defRPr kumimoji="1">
                  <a:solidFill>
                    <a:schemeClr val="tx1"/>
                  </a:solidFill>
                  <a:latin typeface="+mn-lt"/>
                  <a:ea typeface="MS PGothic" panose="020B0600070205080204" pitchFamily="34" charset="-128"/>
                  <a:cs typeface="MS PGothic" panose="020B0600070205080204" pitchFamily="34" charset="-128"/>
                </a:defRPr>
              </a:lvl1pPr>
              <a:lvl2pPr marL="742950" indent="-285750" algn="l" rtl="0" eaLnBrk="0" fontAlgn="base" hangingPunct="0">
                <a:spcBef>
                  <a:spcPct val="35000"/>
                </a:spcBef>
                <a:spcAft>
                  <a:spcPct val="0"/>
                </a:spcAft>
                <a:buClr>
                  <a:srgbClr val="CC6600"/>
                </a:buClr>
                <a:buSzPct val="80000"/>
                <a:buFont typeface="Monotype Sorts" pitchFamily="-84" charset="2"/>
                <a:buChar char="l"/>
                <a:defRPr kumimoji="1">
                  <a:solidFill>
                    <a:schemeClr val="tx1"/>
                  </a:solidFill>
                  <a:latin typeface="+mn-lt"/>
                  <a:ea typeface="MS PGothic" panose="020B0600070205080204" pitchFamily="34" charset="-128"/>
                </a:defRPr>
              </a:lvl2pPr>
              <a:lvl3pPr marL="1085850"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a:solidFill>
                    <a:schemeClr val="tx1"/>
                  </a:solidFill>
                  <a:latin typeface="+mn-lt"/>
                  <a:ea typeface="MS PGothic" panose="020B0600070205080204" pitchFamily="34" charset="-128"/>
                </a:defRPr>
              </a:lvl3pPr>
              <a:lvl4pPr marL="1428750" indent="-228600" algn="l" rtl="0" eaLnBrk="0" fontAlgn="base" hangingPunct="0">
                <a:spcBef>
                  <a:spcPct val="35000"/>
                </a:spcBef>
                <a:spcAft>
                  <a:spcPct val="0"/>
                </a:spcAft>
                <a:buClr>
                  <a:schemeClr val="hlink"/>
                </a:buClr>
                <a:buSzPct val="75000"/>
                <a:buChar char="–"/>
                <a:defRPr kumimoji="1">
                  <a:solidFill>
                    <a:schemeClr val="tx1"/>
                  </a:solidFill>
                  <a:latin typeface="+mn-lt"/>
                  <a:ea typeface="MS PGothic" panose="020B0600070205080204" pitchFamily="34" charset="-128"/>
                </a:defRPr>
              </a:lvl4pPr>
              <a:lvl5pPr marL="17716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anose="020B0600070205080204" pitchFamily="34" charset="-128"/>
                </a:defRPr>
              </a:lvl5pPr>
            </a:lstStyle>
            <a:p>
              <a:pPr marL="742950" lvl="1" indent="-285750">
                <a:buFont typeface="Wingdings" panose="05000000000000000000" pitchFamily="2" charset="2"/>
                <a:buChar char="Ø"/>
              </a:pPr>
              <a:r>
                <a:rPr lang="en-US" altLang="zh-CN" dirty="0">
                  <a:solidFill>
                    <a:srgbClr val="000000"/>
                  </a:solidFill>
                </a:rPr>
                <a:t>T1 has locked some variable An and T2 is waiting for a lock on An</a:t>
              </a:r>
              <a:endParaRPr lang="en-US" altLang="zh-CN" dirty="0">
                <a:solidFill>
                  <a:srgbClr val="000000"/>
                </a:solidFill>
              </a:endParaRPr>
            </a:p>
            <a:p>
              <a:pPr marL="742950" lvl="1" indent="-285750">
                <a:buFont typeface="Wingdings" panose="05000000000000000000" pitchFamily="2" charset="2"/>
                <a:buChar char="Ø"/>
              </a:pPr>
              <a:r>
                <a:rPr lang="en-US" altLang="zh-CN" dirty="0">
                  <a:solidFill>
                    <a:srgbClr val="000000"/>
                  </a:solidFill>
                </a:rPr>
                <a:t>T2 has locked some variable An-1 and T3 is waiting for a lock on An-1</a:t>
              </a:r>
              <a:endParaRPr lang="en-US" altLang="zh-CN" dirty="0">
                <a:solidFill>
                  <a:srgbClr val="000000"/>
                </a:solidFill>
              </a:endParaRPr>
            </a:p>
            <a:p>
              <a:pPr marL="742950" lvl="1" indent="-285750">
                <a:buFont typeface="Wingdings" panose="05000000000000000000" pitchFamily="2" charset="2"/>
                <a:buChar char="Ø"/>
              </a:pPr>
              <a:r>
                <a:rPr lang="en-US" altLang="zh-CN" dirty="0">
                  <a:solidFill>
                    <a:srgbClr val="000000"/>
                  </a:solidFill>
                </a:rPr>
                <a:t>T3 has locked some variable An-2 and T4 is waiting for a lock on An-2</a:t>
              </a:r>
              <a:endParaRPr lang="en-US" altLang="zh-CN" dirty="0">
                <a:solidFill>
                  <a:srgbClr val="000000"/>
                </a:solidFill>
              </a:endParaRPr>
            </a:p>
            <a:p>
              <a:pPr marL="742950" lvl="1" indent="-285750">
                <a:buFont typeface="Wingdings" panose="05000000000000000000" pitchFamily="2" charset="2"/>
                <a:buChar char="Ø"/>
              </a:pPr>
              <a:r>
                <a:rPr lang="en-US" altLang="zh-CN" dirty="0">
                  <a:solidFill>
                    <a:srgbClr val="000000"/>
                  </a:solidFill>
                </a:rPr>
                <a:t>...</a:t>
              </a:r>
              <a:endParaRPr lang="en-US" altLang="zh-CN" dirty="0">
                <a:solidFill>
                  <a:srgbClr val="000000"/>
                </a:solidFill>
              </a:endParaRPr>
            </a:p>
            <a:p>
              <a:pPr marL="742950" lvl="1" indent="-285750">
                <a:buFont typeface="Wingdings" panose="05000000000000000000" pitchFamily="2" charset="2"/>
                <a:buChar char="Ø"/>
              </a:pPr>
              <a:r>
                <a:rPr lang="en-US" altLang="zh-CN" dirty="0">
                  <a:solidFill>
                    <a:srgbClr val="000000"/>
                  </a:solidFill>
                </a:rPr>
                <a:t>Tn−1 has locked some variable A2 and Tn is waiting for a lock on A2</a:t>
              </a:r>
              <a:endParaRPr lang="en-US" altLang="zh-CN" dirty="0">
                <a:solidFill>
                  <a:srgbClr val="000000"/>
                </a:solidFill>
              </a:endParaRPr>
            </a:p>
            <a:p>
              <a:pPr marL="742950" lvl="1" indent="-285750">
                <a:buFont typeface="Wingdings" panose="05000000000000000000" pitchFamily="2" charset="2"/>
                <a:buChar char="Ø"/>
              </a:pPr>
              <a:r>
                <a:rPr lang="en-US" altLang="zh-CN" dirty="0">
                  <a:solidFill>
                    <a:srgbClr val="000000"/>
                  </a:solidFill>
                </a:rPr>
                <a:t>Tn has locked some variable A1 and T1 is waiting for a lock on A1 </a:t>
              </a:r>
              <a:endParaRPr lang="en-US" altLang="zh-CN" dirty="0">
                <a:solidFill>
                  <a:srgbClr val="FF0000"/>
                </a:solidFill>
              </a:endParaRPr>
            </a:p>
          </p:txBody>
        </p:sp>
      </p:grpSp>
      <p:pic>
        <p:nvPicPr>
          <p:cNvPr id="109573" name="Picture 1"/>
          <p:cNvPicPr>
            <a:picLocks noChangeAspect="1"/>
          </p:cNvPicPr>
          <p:nvPr/>
        </p:nvPicPr>
        <p:blipFill>
          <a:blip r:embed="rId1"/>
          <a:stretch>
            <a:fillRect/>
          </a:stretch>
        </p:blipFill>
        <p:spPr>
          <a:xfrm>
            <a:off x="523875" y="1236663"/>
            <a:ext cx="7277100" cy="2967037"/>
          </a:xfrm>
          <a:prstGeom prst="rect">
            <a:avLst/>
          </a:prstGeom>
          <a:noFill/>
          <a:ln w="9525">
            <a:noFill/>
          </a:ln>
        </p:spPr>
      </p:pic>
      <p:sp>
        <p:nvSpPr>
          <p:cNvPr id="12" name="Rectangle 3"/>
          <p:cNvSpPr txBox="1">
            <a:spLocks noChangeArrowheads="1"/>
          </p:cNvSpPr>
          <p:nvPr/>
        </p:nvSpPr>
        <p:spPr bwMode="auto">
          <a:xfrm>
            <a:off x="6700838" y="892175"/>
            <a:ext cx="2200275" cy="395288"/>
          </a:xfrm>
          <a:prstGeom prst="rect">
            <a:avLst/>
          </a:prstGeom>
          <a:noFill/>
          <a:ln>
            <a:noFill/>
          </a:ln>
        </p:spPr>
        <p:txBody>
          <a:bodyPr/>
          <a:lstStyle>
            <a:lvl1pPr marL="342900" indent="-342900" algn="l" rtl="0" eaLnBrk="0" fontAlgn="base" hangingPunct="0">
              <a:spcBef>
                <a:spcPct val="35000"/>
              </a:spcBef>
              <a:spcAft>
                <a:spcPct val="0"/>
              </a:spcAft>
              <a:buClr>
                <a:srgbClr val="993300"/>
              </a:buClr>
              <a:buSzPct val="90000"/>
              <a:buFont typeface="Monotype Sorts" pitchFamily="-84" charset="2"/>
              <a:buChar char="n"/>
              <a:defRPr kumimoji="1">
                <a:solidFill>
                  <a:schemeClr val="tx1"/>
                </a:solidFill>
                <a:latin typeface="+mn-lt"/>
                <a:ea typeface="MS PGothic" panose="020B0600070205080204" pitchFamily="34" charset="-128"/>
                <a:cs typeface="MS PGothic" panose="020B0600070205080204" pitchFamily="34" charset="-128"/>
              </a:defRPr>
            </a:lvl1pPr>
            <a:lvl2pPr marL="742950" indent="-285750" algn="l" rtl="0" eaLnBrk="0" fontAlgn="base" hangingPunct="0">
              <a:spcBef>
                <a:spcPct val="35000"/>
              </a:spcBef>
              <a:spcAft>
                <a:spcPct val="0"/>
              </a:spcAft>
              <a:buClr>
                <a:srgbClr val="CC6600"/>
              </a:buClr>
              <a:buSzPct val="80000"/>
              <a:buFont typeface="Monotype Sorts" pitchFamily="-84" charset="2"/>
              <a:buChar char="l"/>
              <a:defRPr kumimoji="1">
                <a:solidFill>
                  <a:schemeClr val="tx1"/>
                </a:solidFill>
                <a:latin typeface="+mn-lt"/>
                <a:ea typeface="MS PGothic" panose="020B0600070205080204" pitchFamily="34" charset="-128"/>
              </a:defRPr>
            </a:lvl2pPr>
            <a:lvl3pPr marL="1085850"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a:solidFill>
                  <a:schemeClr val="tx1"/>
                </a:solidFill>
                <a:latin typeface="+mn-lt"/>
                <a:ea typeface="MS PGothic" panose="020B0600070205080204" pitchFamily="34" charset="-128"/>
              </a:defRPr>
            </a:lvl3pPr>
            <a:lvl4pPr marL="1428750" indent="-228600" algn="l" rtl="0" eaLnBrk="0" fontAlgn="base" hangingPunct="0">
              <a:spcBef>
                <a:spcPct val="35000"/>
              </a:spcBef>
              <a:spcAft>
                <a:spcPct val="0"/>
              </a:spcAft>
              <a:buClr>
                <a:schemeClr val="hlink"/>
              </a:buClr>
              <a:buSzPct val="75000"/>
              <a:buChar char="–"/>
              <a:defRPr kumimoji="1">
                <a:solidFill>
                  <a:schemeClr val="tx1"/>
                </a:solidFill>
                <a:latin typeface="+mn-lt"/>
                <a:ea typeface="MS PGothic" panose="020B0600070205080204" pitchFamily="34" charset="-128"/>
              </a:defRPr>
            </a:lvl4pPr>
            <a:lvl5pPr marL="17716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anose="020B0600070205080204" pitchFamily="34" charset="-128"/>
              </a:defRPr>
            </a:lvl5pPr>
            <a:lvl6pPr marL="22288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anose="020B0600070205080204" pitchFamily="34" charset="-128"/>
              </a:defRPr>
            </a:lvl6pPr>
            <a:lvl7pPr marL="26860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anose="020B0600070205080204" pitchFamily="34" charset="-128"/>
              </a:defRPr>
            </a:lvl7pPr>
            <a:lvl8pPr marL="31432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anose="020B0600070205080204" pitchFamily="34" charset="-128"/>
              </a:defRPr>
            </a:lvl8pPr>
            <a:lvl9pPr marL="36004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anose="020B0600070205080204" pitchFamily="34" charset="-128"/>
              </a:defRPr>
            </a:lvl9pPr>
          </a:lstStyle>
          <a:p>
            <a:pPr marL="0" marR="0" lvl="0" indent="0" algn="l" defTabSz="914400" rtl="0" eaLnBrk="0" fontAlgn="base" latinLnBrk="0" hangingPunct="0">
              <a:lnSpc>
                <a:spcPct val="100000"/>
              </a:lnSpc>
              <a:spcBef>
                <a:spcPct val="35000"/>
              </a:spcBef>
              <a:spcAft>
                <a:spcPct val="0"/>
              </a:spcAft>
              <a:buClr>
                <a:srgbClr val="993300"/>
              </a:buClr>
              <a:buSzPct val="90000"/>
              <a:buFont typeface="Monotype Sorts" pitchFamily="-84" charset="2"/>
              <a:buNone/>
              <a:defRPr/>
            </a:pPr>
            <a:r>
              <a:rPr kumimoji="1" lang="en-US" altLang="en-US" sz="1800" b="0" i="0" u="none" strike="noStrike" kern="0" cap="none" spc="0" normalizeH="0" baseline="0" noProof="0" dirty="0">
                <a:ln>
                  <a:noFill/>
                </a:ln>
                <a:solidFill>
                  <a:srgbClr val="000000"/>
                </a:solidFill>
                <a:effectLst/>
                <a:uLnTx/>
                <a:uFillTx/>
                <a:latin typeface="+mn-lt"/>
                <a:ea typeface="MS PGothic" panose="020B0600070205080204" pitchFamily="34" charset="-128"/>
                <a:cs typeface="MS PGothic" panose="020B0600070205080204" pitchFamily="34" charset="-128"/>
              </a:rPr>
              <a:t>The </a:t>
            </a:r>
            <a:r>
              <a:rPr kumimoji="1" lang="en-US" altLang="en-US" sz="1800" b="1" i="0" u="none" strike="noStrike" kern="0" cap="none" spc="0" normalizeH="0" baseline="0" noProof="0" dirty="0">
                <a:ln>
                  <a:noFill/>
                </a:ln>
                <a:solidFill>
                  <a:srgbClr val="FF0000"/>
                </a:solidFill>
                <a:effectLst/>
                <a:uLnTx/>
                <a:uFillTx/>
                <a:latin typeface="+mn-lt"/>
                <a:ea typeface="MS PGothic" panose="020B0600070205080204" pitchFamily="34" charset="-128"/>
                <a:cs typeface="MS PGothic" panose="020B0600070205080204" pitchFamily="34" charset="-128"/>
              </a:rPr>
              <a:t>wait-for graph</a:t>
            </a:r>
            <a:endParaRPr kumimoji="1" lang="en-US" altLang="en-US" sz="1800" b="1" i="0" u="none" strike="noStrike" kern="0" cap="none" spc="0" normalizeH="0" baseline="0" noProof="0" dirty="0">
              <a:ln>
                <a:noFill/>
              </a:ln>
              <a:solidFill>
                <a:srgbClr val="FF0000"/>
              </a:solidFill>
              <a:effectLst/>
              <a:uLnTx/>
              <a:uFillTx/>
              <a:latin typeface="+mn-lt"/>
              <a:ea typeface="MS PGothic" panose="020B0600070205080204" pitchFamily="34" charset="-128"/>
              <a:cs typeface="MS PGothic" panose="020B0600070205080204" pitchFamily="34" charset="-128"/>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1618" name="Rectangle 2"/>
          <p:cNvSpPr>
            <a:spLocks noGrp="1"/>
          </p:cNvSpPr>
          <p:nvPr>
            <p:ph type="title"/>
          </p:nvPr>
        </p:nvSpPr>
        <p:spPr>
          <a:xfrm>
            <a:off x="1109663" y="214313"/>
            <a:ext cx="7577137" cy="576262"/>
          </a:xfrm>
        </p:spPr>
        <p:txBody>
          <a:bodyPr vert="horz" wrap="square" lIns="91440" tIns="45720" rIns="91440" bIns="45720" anchor="b" anchorCtr="0"/>
          <a:p>
            <a:pPr eaLnBrk="1" hangingPunct="1"/>
            <a:r>
              <a:rPr lang="en-US" altLang="en-US" dirty="0"/>
              <a:t>Deadlock prevention</a:t>
            </a:r>
            <a:endParaRPr lang="en-US" altLang="en-US" dirty="0"/>
          </a:p>
        </p:txBody>
      </p:sp>
      <p:sp>
        <p:nvSpPr>
          <p:cNvPr id="5" name="Rectangle 3"/>
          <p:cNvSpPr txBox="1">
            <a:spLocks noChangeArrowheads="1"/>
          </p:cNvSpPr>
          <p:nvPr/>
        </p:nvSpPr>
        <p:spPr bwMode="auto">
          <a:xfrm>
            <a:off x="604838" y="1057275"/>
            <a:ext cx="8324850" cy="841375"/>
          </a:xfrm>
          <a:prstGeom prst="rect">
            <a:avLst/>
          </a:prstGeom>
          <a:noFill/>
          <a:ln>
            <a:noFill/>
          </a:ln>
        </p:spPr>
        <p:txBody>
          <a:bodyPr/>
          <a:lstStyle>
            <a:lvl1pPr marL="342900" indent="-342900" algn="l" rtl="0" eaLnBrk="0" fontAlgn="base" hangingPunct="0">
              <a:spcBef>
                <a:spcPct val="35000"/>
              </a:spcBef>
              <a:spcAft>
                <a:spcPct val="0"/>
              </a:spcAft>
              <a:buClr>
                <a:srgbClr val="993300"/>
              </a:buClr>
              <a:buSzPct val="90000"/>
              <a:buFont typeface="Monotype Sorts" pitchFamily="-84" charset="2"/>
              <a:buChar char="n"/>
              <a:defRPr kumimoji="1">
                <a:solidFill>
                  <a:schemeClr val="tx1"/>
                </a:solidFill>
                <a:latin typeface="+mn-lt"/>
                <a:ea typeface="MS PGothic" panose="020B0600070205080204" pitchFamily="34" charset="-128"/>
                <a:cs typeface="MS PGothic" panose="020B0600070205080204" pitchFamily="34" charset="-128"/>
              </a:defRPr>
            </a:lvl1pPr>
            <a:lvl2pPr marL="742950" indent="-285750" algn="l" rtl="0" eaLnBrk="0" fontAlgn="base" hangingPunct="0">
              <a:spcBef>
                <a:spcPct val="35000"/>
              </a:spcBef>
              <a:spcAft>
                <a:spcPct val="0"/>
              </a:spcAft>
              <a:buClr>
                <a:srgbClr val="CC6600"/>
              </a:buClr>
              <a:buSzPct val="80000"/>
              <a:buFont typeface="Monotype Sorts" pitchFamily="-84" charset="2"/>
              <a:buChar char="l"/>
              <a:defRPr kumimoji="1">
                <a:solidFill>
                  <a:schemeClr val="tx1"/>
                </a:solidFill>
                <a:latin typeface="+mn-lt"/>
                <a:ea typeface="MS PGothic" panose="020B0600070205080204" pitchFamily="34" charset="-128"/>
              </a:defRPr>
            </a:lvl2pPr>
            <a:lvl3pPr marL="1085850"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a:solidFill>
                  <a:schemeClr val="tx1"/>
                </a:solidFill>
                <a:latin typeface="+mn-lt"/>
                <a:ea typeface="MS PGothic" panose="020B0600070205080204" pitchFamily="34" charset="-128"/>
              </a:defRPr>
            </a:lvl3pPr>
            <a:lvl4pPr marL="1428750" indent="-228600" algn="l" rtl="0" eaLnBrk="0" fontAlgn="base" hangingPunct="0">
              <a:spcBef>
                <a:spcPct val="35000"/>
              </a:spcBef>
              <a:spcAft>
                <a:spcPct val="0"/>
              </a:spcAft>
              <a:buClr>
                <a:schemeClr val="hlink"/>
              </a:buClr>
              <a:buSzPct val="75000"/>
              <a:buChar char="–"/>
              <a:defRPr kumimoji="1">
                <a:solidFill>
                  <a:schemeClr val="tx1"/>
                </a:solidFill>
                <a:latin typeface="+mn-lt"/>
                <a:ea typeface="MS PGothic" panose="020B0600070205080204" pitchFamily="34" charset="-128"/>
              </a:defRPr>
            </a:lvl4pPr>
            <a:lvl5pPr marL="17716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anose="020B0600070205080204" pitchFamily="34" charset="-128"/>
              </a:defRPr>
            </a:lvl5pPr>
            <a:lvl6pPr marL="22288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anose="020B0600070205080204" pitchFamily="34" charset="-128"/>
              </a:defRPr>
            </a:lvl6pPr>
            <a:lvl7pPr marL="26860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anose="020B0600070205080204" pitchFamily="34" charset="-128"/>
              </a:defRPr>
            </a:lvl7pPr>
            <a:lvl8pPr marL="31432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anose="020B0600070205080204" pitchFamily="34" charset="-128"/>
              </a:defRPr>
            </a:lvl8pPr>
            <a:lvl9pPr marL="36004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anose="020B0600070205080204" pitchFamily="34" charset="-128"/>
              </a:defRPr>
            </a:lvl9pPr>
          </a:lstStyle>
          <a:p>
            <a:pPr marL="0" marR="0" lvl="0" indent="0" algn="l" defTabSz="914400" rtl="0" eaLnBrk="0" fontAlgn="base" latinLnBrk="0" hangingPunct="0">
              <a:lnSpc>
                <a:spcPct val="100000"/>
              </a:lnSpc>
              <a:spcBef>
                <a:spcPct val="35000"/>
              </a:spcBef>
              <a:spcAft>
                <a:spcPct val="0"/>
              </a:spcAft>
              <a:buClr>
                <a:srgbClr val="993300"/>
              </a:buClr>
              <a:buSzPct val="90000"/>
              <a:buFont typeface="Monotype Sorts" pitchFamily="-84" charset="2"/>
              <a:buNone/>
              <a:defRPr/>
            </a:pPr>
            <a:r>
              <a:rPr kumimoji="1" lang="en-US" altLang="en-US" sz="1800" b="0" i="0" u="none" strike="noStrike" kern="0" cap="none" spc="0" normalizeH="0" baseline="0" noProof="0" dirty="0">
                <a:ln>
                  <a:noFill/>
                </a:ln>
                <a:solidFill>
                  <a:srgbClr val="000000"/>
                </a:solidFill>
                <a:effectLst/>
                <a:uLnTx/>
                <a:uFillTx/>
                <a:latin typeface="+mn-lt"/>
                <a:ea typeface="MS PGothic" panose="020B0600070205080204" pitchFamily="34" charset="-128"/>
                <a:cs typeface="MS PGothic" panose="020B0600070205080204" pitchFamily="34" charset="-128"/>
              </a:rPr>
              <a:t>Consider the shared variables that </a:t>
            </a:r>
            <a:r>
              <a:rPr kumimoji="1" lang="en-US" altLang="en-US" sz="1800" b="1" i="0" u="none" strike="noStrike" kern="0" cap="none" spc="0" normalizeH="0" baseline="0" noProof="0" dirty="0">
                <a:ln>
                  <a:noFill/>
                </a:ln>
                <a:solidFill>
                  <a:srgbClr val="FF0000"/>
                </a:solidFill>
                <a:effectLst/>
                <a:uLnTx/>
                <a:uFillTx/>
                <a:latin typeface="+mn-lt"/>
                <a:ea typeface="MS PGothic" panose="020B0600070205080204" pitchFamily="34" charset="-128"/>
                <a:cs typeface="MS PGothic" panose="020B0600070205080204" pitchFamily="34" charset="-128"/>
              </a:rPr>
              <a:t>process T2 locks</a:t>
            </a:r>
            <a:r>
              <a:rPr kumimoji="1" lang="en-US" altLang="en-US" sz="1800" b="0" i="0" u="none" strike="noStrike" kern="0" cap="none" spc="0" normalizeH="0" baseline="0" noProof="0" dirty="0">
                <a:ln>
                  <a:noFill/>
                </a:ln>
                <a:solidFill>
                  <a:srgbClr val="000000"/>
                </a:solidFill>
                <a:effectLst/>
                <a:uLnTx/>
                <a:uFillTx/>
                <a:latin typeface="+mn-lt"/>
                <a:ea typeface="MS PGothic" panose="020B0600070205080204" pitchFamily="34" charset="-128"/>
                <a:cs typeface="MS PGothic" panose="020B0600070205080204" pitchFamily="34" charset="-128"/>
              </a:rPr>
              <a:t>:</a:t>
            </a:r>
            <a:endParaRPr kumimoji="1" lang="en-US" altLang="en-US" sz="1800" b="1" i="0" u="none" strike="noStrike" kern="0" cap="none" spc="0" normalizeH="0" baseline="0" noProof="0" dirty="0">
              <a:ln>
                <a:noFill/>
              </a:ln>
              <a:solidFill>
                <a:srgbClr val="FF0000"/>
              </a:solidFill>
              <a:effectLst/>
              <a:uLnTx/>
              <a:uFillTx/>
              <a:latin typeface="+mn-lt"/>
              <a:ea typeface="MS PGothic" panose="020B0600070205080204" pitchFamily="34" charset="-128"/>
              <a:cs typeface="MS PGothic" panose="020B0600070205080204" pitchFamily="34" charset="-128"/>
            </a:endParaRPr>
          </a:p>
        </p:txBody>
      </p:sp>
      <p:sp>
        <p:nvSpPr>
          <p:cNvPr id="6" name="Rectangle 5"/>
          <p:cNvSpPr/>
          <p:nvPr/>
        </p:nvSpPr>
        <p:spPr bwMode="auto">
          <a:xfrm>
            <a:off x="742950" y="1477963"/>
            <a:ext cx="7796213" cy="1008063"/>
          </a:xfrm>
          <a:prstGeom prst="rect">
            <a:avLst/>
          </a:prstGeom>
          <a:solidFill>
            <a:schemeClr val="accent2">
              <a:lumMod val="20000"/>
              <a:lumOff val="80000"/>
            </a:schemeClr>
          </a:solidFill>
          <a:ln w="9525" cap="flat" cmpd="sng" algn="ctr">
            <a:solidFill>
              <a:schemeClr val="tx1"/>
            </a:solidFill>
            <a:prstDash val="solid"/>
            <a:round/>
            <a:headEnd type="none" w="med" len="med"/>
            <a:tailEnd type="none" w="med" len="med"/>
          </a:ln>
          <a:effectLst/>
        </p:spPr>
        <p:txBody>
          <a:bodyPr wrap="none"/>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Verdana" panose="020B0604030504040204" pitchFamily="34" charset="0"/>
              <a:ea typeface="MS PGothic" panose="020B0600070205080204" pitchFamily="34" charset="-128"/>
              <a:cs typeface="+mn-cs"/>
            </a:endParaRPr>
          </a:p>
        </p:txBody>
      </p:sp>
      <p:sp>
        <p:nvSpPr>
          <p:cNvPr id="111621" name="TextBox 6"/>
          <p:cNvSpPr txBox="1"/>
          <p:nvPr/>
        </p:nvSpPr>
        <p:spPr>
          <a:xfrm>
            <a:off x="523875" y="1616075"/>
            <a:ext cx="7877175" cy="742950"/>
          </a:xfrm>
          <a:prstGeom prst="rect">
            <a:avLst/>
          </a:prstGeom>
          <a:noFill/>
          <a:ln w="9525">
            <a:noFill/>
          </a:ln>
        </p:spPr>
        <p:txBody>
          <a:bodyPr>
            <a:spAutoFit/>
          </a:bodyPr>
          <a:lstStyle>
            <a:lvl1pPr marL="342900" indent="-342900" algn="l" rtl="0" eaLnBrk="0" fontAlgn="base" hangingPunct="0">
              <a:spcBef>
                <a:spcPct val="35000"/>
              </a:spcBef>
              <a:spcAft>
                <a:spcPct val="0"/>
              </a:spcAft>
              <a:buClr>
                <a:srgbClr val="993300"/>
              </a:buClr>
              <a:buSzPct val="90000"/>
              <a:buFont typeface="Monotype Sorts" pitchFamily="-84" charset="2"/>
              <a:buChar char="n"/>
              <a:defRPr kumimoji="1">
                <a:solidFill>
                  <a:schemeClr val="tx1"/>
                </a:solidFill>
                <a:latin typeface="+mn-lt"/>
                <a:ea typeface="MS PGothic" panose="020B0600070205080204" pitchFamily="34" charset="-128"/>
                <a:cs typeface="MS PGothic" panose="020B0600070205080204" pitchFamily="34" charset="-128"/>
              </a:defRPr>
            </a:lvl1pPr>
            <a:lvl2pPr marL="742950" indent="-285750" algn="l" rtl="0" eaLnBrk="0" fontAlgn="base" hangingPunct="0">
              <a:spcBef>
                <a:spcPct val="35000"/>
              </a:spcBef>
              <a:spcAft>
                <a:spcPct val="0"/>
              </a:spcAft>
              <a:buClr>
                <a:srgbClr val="CC6600"/>
              </a:buClr>
              <a:buSzPct val="80000"/>
              <a:buFont typeface="Monotype Sorts" pitchFamily="-84" charset="2"/>
              <a:buChar char="l"/>
              <a:defRPr kumimoji="1">
                <a:solidFill>
                  <a:schemeClr val="tx1"/>
                </a:solidFill>
                <a:latin typeface="+mn-lt"/>
                <a:ea typeface="MS PGothic" panose="020B0600070205080204" pitchFamily="34" charset="-128"/>
              </a:defRPr>
            </a:lvl2pPr>
            <a:lvl3pPr marL="1085850"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a:solidFill>
                  <a:schemeClr val="tx1"/>
                </a:solidFill>
                <a:latin typeface="+mn-lt"/>
                <a:ea typeface="MS PGothic" panose="020B0600070205080204" pitchFamily="34" charset="-128"/>
              </a:defRPr>
            </a:lvl3pPr>
            <a:lvl4pPr marL="1428750" indent="-228600" algn="l" rtl="0" eaLnBrk="0" fontAlgn="base" hangingPunct="0">
              <a:spcBef>
                <a:spcPct val="35000"/>
              </a:spcBef>
              <a:spcAft>
                <a:spcPct val="0"/>
              </a:spcAft>
              <a:buClr>
                <a:schemeClr val="hlink"/>
              </a:buClr>
              <a:buSzPct val="75000"/>
              <a:buChar char="–"/>
              <a:defRPr kumimoji="1">
                <a:solidFill>
                  <a:schemeClr val="tx1"/>
                </a:solidFill>
                <a:latin typeface="+mn-lt"/>
                <a:ea typeface="MS PGothic" panose="020B0600070205080204" pitchFamily="34" charset="-128"/>
              </a:defRPr>
            </a:lvl4pPr>
            <a:lvl5pPr marL="17716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anose="020B0600070205080204" pitchFamily="34" charset="-128"/>
              </a:defRPr>
            </a:lvl5pPr>
          </a:lstStyle>
          <a:p>
            <a:pPr marL="742950" lvl="1" indent="-285750">
              <a:buFont typeface="Wingdings" panose="05000000000000000000" pitchFamily="2" charset="2"/>
              <a:buChar char="Ø"/>
            </a:pPr>
            <a:r>
              <a:rPr lang="en-US" altLang="zh-CN" dirty="0">
                <a:solidFill>
                  <a:srgbClr val="0000FF"/>
                </a:solidFill>
              </a:rPr>
              <a:t>T2</a:t>
            </a:r>
            <a:r>
              <a:rPr lang="en-US" altLang="zh-CN" dirty="0">
                <a:solidFill>
                  <a:srgbClr val="000000"/>
                </a:solidFill>
              </a:rPr>
              <a:t> has </a:t>
            </a:r>
            <a:r>
              <a:rPr lang="en-US" altLang="zh-CN" dirty="0">
                <a:solidFill>
                  <a:srgbClr val="FF0000"/>
                </a:solidFill>
              </a:rPr>
              <a:t>locked</a:t>
            </a:r>
            <a:r>
              <a:rPr lang="en-US" altLang="zh-CN" dirty="0">
                <a:solidFill>
                  <a:srgbClr val="000000"/>
                </a:solidFill>
              </a:rPr>
              <a:t> the variable </a:t>
            </a:r>
            <a:r>
              <a:rPr lang="en-US" altLang="zh-CN" dirty="0">
                <a:solidFill>
                  <a:srgbClr val="0000FF"/>
                </a:solidFill>
              </a:rPr>
              <a:t>An-1</a:t>
            </a:r>
            <a:r>
              <a:rPr lang="en-US" altLang="zh-CN" dirty="0">
                <a:solidFill>
                  <a:srgbClr val="000000"/>
                </a:solidFill>
              </a:rPr>
              <a:t> (</a:t>
            </a:r>
            <a:r>
              <a:rPr lang="en-US" altLang="zh-CN" dirty="0">
                <a:solidFill>
                  <a:srgbClr val="FF0000"/>
                </a:solidFill>
              </a:rPr>
              <a:t>first</a:t>
            </a:r>
            <a:r>
              <a:rPr lang="en-US" altLang="zh-CN" dirty="0">
                <a:solidFill>
                  <a:srgbClr val="000000"/>
                </a:solidFill>
              </a:rPr>
              <a:t>)        and       </a:t>
            </a:r>
            <a:endParaRPr lang="en-US" altLang="zh-CN" dirty="0">
              <a:solidFill>
                <a:srgbClr val="000000"/>
              </a:solidFill>
            </a:endParaRPr>
          </a:p>
          <a:p>
            <a:pPr marL="742950" lvl="1" indent="-285750">
              <a:buFont typeface="Wingdings" panose="05000000000000000000" pitchFamily="2" charset="2"/>
              <a:buChar char="Ø"/>
            </a:pPr>
            <a:r>
              <a:rPr lang="en-US" altLang="zh-CN" dirty="0">
                <a:solidFill>
                  <a:srgbClr val="0000FF"/>
                </a:solidFill>
              </a:rPr>
              <a:t>T2</a:t>
            </a:r>
            <a:r>
              <a:rPr lang="en-US" altLang="zh-CN" dirty="0">
                <a:solidFill>
                  <a:srgbClr val="000000"/>
                </a:solidFill>
              </a:rPr>
              <a:t> is </a:t>
            </a:r>
            <a:r>
              <a:rPr lang="en-US" altLang="zh-CN" dirty="0">
                <a:solidFill>
                  <a:srgbClr val="FF0000"/>
                </a:solidFill>
              </a:rPr>
              <a:t>waiting (trying to lock) </a:t>
            </a:r>
            <a:r>
              <a:rPr lang="en-US" altLang="zh-CN" dirty="0">
                <a:solidFill>
                  <a:srgbClr val="000000"/>
                </a:solidFill>
              </a:rPr>
              <a:t>for the variable </a:t>
            </a:r>
            <a:r>
              <a:rPr lang="en-US" altLang="zh-CN" dirty="0">
                <a:solidFill>
                  <a:srgbClr val="0000FF"/>
                </a:solidFill>
              </a:rPr>
              <a:t>An</a:t>
            </a:r>
            <a:r>
              <a:rPr lang="en-US" altLang="zh-CN" dirty="0">
                <a:solidFill>
                  <a:srgbClr val="000000"/>
                </a:solidFill>
              </a:rPr>
              <a:t> (</a:t>
            </a:r>
            <a:r>
              <a:rPr lang="en-US" altLang="zh-CN" dirty="0">
                <a:solidFill>
                  <a:srgbClr val="FF0000"/>
                </a:solidFill>
              </a:rPr>
              <a:t>next</a:t>
            </a:r>
            <a:r>
              <a:rPr lang="en-US" altLang="zh-CN" dirty="0">
                <a:solidFill>
                  <a:srgbClr val="000000"/>
                </a:solidFill>
              </a:rPr>
              <a:t>) </a:t>
            </a:r>
            <a:endParaRPr lang="fr-FR" altLang="zh-CN" dirty="0">
              <a:solidFill>
                <a:srgbClr val="000000"/>
              </a:solidFill>
            </a:endParaRPr>
          </a:p>
        </p:txBody>
      </p:sp>
      <p:pic>
        <p:nvPicPr>
          <p:cNvPr id="111622" name="Picture 2"/>
          <p:cNvPicPr>
            <a:picLocks noChangeAspect="1"/>
          </p:cNvPicPr>
          <p:nvPr/>
        </p:nvPicPr>
        <p:blipFill>
          <a:blip r:embed="rId1"/>
          <a:stretch>
            <a:fillRect/>
          </a:stretch>
        </p:blipFill>
        <p:spPr>
          <a:xfrm>
            <a:off x="742950" y="2935288"/>
            <a:ext cx="3522663" cy="2343150"/>
          </a:xfrm>
          <a:prstGeom prst="rect">
            <a:avLst/>
          </a:prstGeom>
          <a:noFill/>
          <a:ln w="9525">
            <a:noFill/>
          </a:ln>
        </p:spPr>
      </p:pic>
      <p:sp>
        <p:nvSpPr>
          <p:cNvPr id="111623" name="Rectangle 3"/>
          <p:cNvSpPr/>
          <p:nvPr/>
        </p:nvSpPr>
        <p:spPr>
          <a:xfrm>
            <a:off x="4640263" y="2906713"/>
            <a:ext cx="4289425" cy="922337"/>
          </a:xfrm>
          <a:prstGeom prst="rect">
            <a:avLst/>
          </a:prstGeom>
          <a:noFill/>
          <a:ln w="9525">
            <a:noFill/>
          </a:ln>
        </p:spPr>
        <p:txBody>
          <a:bodyPr>
            <a:spAutoFit/>
          </a:bodyPr>
          <a:lstStyle>
            <a:lvl1pPr marL="342900" indent="-342900" algn="l" rtl="0" eaLnBrk="0" fontAlgn="base" hangingPunct="0">
              <a:spcBef>
                <a:spcPct val="35000"/>
              </a:spcBef>
              <a:spcAft>
                <a:spcPct val="0"/>
              </a:spcAft>
              <a:buClr>
                <a:srgbClr val="993300"/>
              </a:buClr>
              <a:buSzPct val="90000"/>
              <a:buFont typeface="Monotype Sorts" pitchFamily="-84" charset="2"/>
              <a:buChar char="n"/>
              <a:defRPr kumimoji="1">
                <a:solidFill>
                  <a:schemeClr val="tx1"/>
                </a:solidFill>
                <a:latin typeface="+mn-lt"/>
                <a:ea typeface="MS PGothic" panose="020B0600070205080204" pitchFamily="34" charset="-128"/>
                <a:cs typeface="MS PGothic" panose="020B0600070205080204" pitchFamily="34" charset="-128"/>
              </a:defRPr>
            </a:lvl1pPr>
            <a:lvl2pPr marL="742950" indent="-285750" algn="l" rtl="0" eaLnBrk="0" fontAlgn="base" hangingPunct="0">
              <a:spcBef>
                <a:spcPct val="35000"/>
              </a:spcBef>
              <a:spcAft>
                <a:spcPct val="0"/>
              </a:spcAft>
              <a:buClr>
                <a:srgbClr val="CC6600"/>
              </a:buClr>
              <a:buSzPct val="80000"/>
              <a:buFont typeface="Monotype Sorts" pitchFamily="-84" charset="2"/>
              <a:buChar char="l"/>
              <a:defRPr kumimoji="1">
                <a:solidFill>
                  <a:schemeClr val="tx1"/>
                </a:solidFill>
                <a:latin typeface="+mn-lt"/>
                <a:ea typeface="MS PGothic" panose="020B0600070205080204" pitchFamily="34" charset="-128"/>
              </a:defRPr>
            </a:lvl2pPr>
            <a:lvl3pPr marL="1085850"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a:solidFill>
                  <a:schemeClr val="tx1"/>
                </a:solidFill>
                <a:latin typeface="+mn-lt"/>
                <a:ea typeface="MS PGothic" panose="020B0600070205080204" pitchFamily="34" charset="-128"/>
              </a:defRPr>
            </a:lvl3pPr>
            <a:lvl4pPr marL="1428750" indent="-228600" algn="l" rtl="0" eaLnBrk="0" fontAlgn="base" hangingPunct="0">
              <a:spcBef>
                <a:spcPct val="35000"/>
              </a:spcBef>
              <a:spcAft>
                <a:spcPct val="0"/>
              </a:spcAft>
              <a:buClr>
                <a:schemeClr val="hlink"/>
              </a:buClr>
              <a:buSzPct val="75000"/>
              <a:buChar char="–"/>
              <a:defRPr kumimoji="1">
                <a:solidFill>
                  <a:schemeClr val="tx1"/>
                </a:solidFill>
                <a:latin typeface="+mn-lt"/>
                <a:ea typeface="MS PGothic" panose="020B0600070205080204" pitchFamily="34" charset="-128"/>
              </a:defRPr>
            </a:lvl4pPr>
            <a:lvl5pPr marL="17716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anose="020B0600070205080204" pitchFamily="34" charset="-128"/>
              </a:defRPr>
            </a:lvl5pPr>
          </a:lstStyle>
          <a:p>
            <a:pPr marL="0" lvl="0" indent="0">
              <a:spcBef>
                <a:spcPct val="0"/>
              </a:spcBef>
              <a:buClrTx/>
              <a:buSzTx/>
              <a:buFontTx/>
              <a:buNone/>
            </a:pPr>
            <a:r>
              <a:rPr lang="en-US" altLang="zh-CN" dirty="0">
                <a:solidFill>
                  <a:srgbClr val="000000"/>
                </a:solidFill>
                <a:latin typeface="Verdana" panose="020B0604030504040204" pitchFamily="34" charset="0"/>
              </a:rPr>
              <a:t>Since process </a:t>
            </a:r>
            <a:r>
              <a:rPr lang="en-US" altLang="zh-CN" dirty="0">
                <a:solidFill>
                  <a:srgbClr val="0000FF"/>
                </a:solidFill>
                <a:latin typeface="Verdana" panose="020B0604030504040204" pitchFamily="34" charset="0"/>
              </a:rPr>
              <a:t>T2</a:t>
            </a:r>
            <a:r>
              <a:rPr lang="en-US" altLang="zh-CN" dirty="0">
                <a:solidFill>
                  <a:srgbClr val="000000"/>
                </a:solidFill>
                <a:latin typeface="Verdana" panose="020B0604030504040204" pitchFamily="34" charset="0"/>
              </a:rPr>
              <a:t> will </a:t>
            </a:r>
            <a:r>
              <a:rPr lang="en-US" altLang="zh-CN" dirty="0">
                <a:solidFill>
                  <a:srgbClr val="FF0000"/>
                </a:solidFill>
                <a:latin typeface="Verdana" panose="020B0604030504040204" pitchFamily="34" charset="0"/>
              </a:rPr>
              <a:t>lock</a:t>
            </a:r>
            <a:r>
              <a:rPr lang="en-US" altLang="zh-CN" dirty="0">
                <a:solidFill>
                  <a:srgbClr val="000000"/>
                </a:solidFill>
                <a:latin typeface="Verdana" panose="020B0604030504040204" pitchFamily="34" charset="0"/>
              </a:rPr>
              <a:t> variable according to their </a:t>
            </a:r>
            <a:r>
              <a:rPr lang="en-US" altLang="zh-CN" b="1" dirty="0">
                <a:solidFill>
                  <a:srgbClr val="FF0000"/>
                </a:solidFill>
                <a:latin typeface="Verdana" panose="020B0604030504040204" pitchFamily="34" charset="0"/>
              </a:rPr>
              <a:t>order</a:t>
            </a:r>
            <a:r>
              <a:rPr lang="en-US" altLang="zh-CN" dirty="0">
                <a:solidFill>
                  <a:srgbClr val="000000"/>
                </a:solidFill>
                <a:latin typeface="Verdana" panose="020B0604030504040204" pitchFamily="34" charset="0"/>
              </a:rPr>
              <a:t>, we conclude that:</a:t>
            </a:r>
            <a:endParaRPr lang="zh-CN" altLang="en-US" dirty="0">
              <a:solidFill>
                <a:srgbClr val="000000"/>
              </a:solidFill>
              <a:latin typeface="Verdana" panose="020B0604030504040204" pitchFamily="34" charset="0"/>
            </a:endParaRPr>
          </a:p>
        </p:txBody>
      </p:sp>
      <p:pic>
        <p:nvPicPr>
          <p:cNvPr id="111624" name="Picture 10"/>
          <p:cNvPicPr>
            <a:picLocks noChangeAspect="1"/>
          </p:cNvPicPr>
          <p:nvPr/>
        </p:nvPicPr>
        <p:blipFill>
          <a:blip r:embed="rId2"/>
          <a:stretch>
            <a:fillRect/>
          </a:stretch>
        </p:blipFill>
        <p:spPr>
          <a:xfrm>
            <a:off x="4791075" y="4138613"/>
            <a:ext cx="2709863" cy="503237"/>
          </a:xfrm>
          <a:prstGeom prst="rect">
            <a:avLst/>
          </a:prstGeom>
          <a:noFill/>
          <a:ln w="9525">
            <a:noFill/>
          </a:ln>
        </p:spPr>
      </p:pic>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3666" name="Rectangle 2"/>
          <p:cNvSpPr>
            <a:spLocks noGrp="1"/>
          </p:cNvSpPr>
          <p:nvPr>
            <p:ph type="title"/>
          </p:nvPr>
        </p:nvSpPr>
        <p:spPr>
          <a:xfrm>
            <a:off x="1109663" y="214313"/>
            <a:ext cx="7577137" cy="576262"/>
          </a:xfrm>
        </p:spPr>
        <p:txBody>
          <a:bodyPr vert="horz" wrap="square" lIns="91440" tIns="45720" rIns="91440" bIns="45720" anchor="b" anchorCtr="0"/>
          <a:p>
            <a:pPr eaLnBrk="1" hangingPunct="1"/>
            <a:r>
              <a:rPr lang="en-US" altLang="en-US" dirty="0"/>
              <a:t>Deadlock prevention</a:t>
            </a:r>
            <a:endParaRPr lang="en-US" altLang="en-US" dirty="0"/>
          </a:p>
        </p:txBody>
      </p:sp>
      <p:sp>
        <p:nvSpPr>
          <p:cNvPr id="5" name="Rectangle 3"/>
          <p:cNvSpPr txBox="1">
            <a:spLocks noChangeArrowheads="1"/>
          </p:cNvSpPr>
          <p:nvPr/>
        </p:nvSpPr>
        <p:spPr bwMode="auto">
          <a:xfrm>
            <a:off x="604838" y="1057275"/>
            <a:ext cx="8324850" cy="841375"/>
          </a:xfrm>
          <a:prstGeom prst="rect">
            <a:avLst/>
          </a:prstGeom>
          <a:noFill/>
          <a:ln>
            <a:noFill/>
          </a:ln>
        </p:spPr>
        <p:txBody>
          <a:bodyPr/>
          <a:lstStyle>
            <a:lvl1pPr marL="342900" indent="-342900" algn="l" rtl="0" eaLnBrk="0" fontAlgn="base" hangingPunct="0">
              <a:spcBef>
                <a:spcPct val="35000"/>
              </a:spcBef>
              <a:spcAft>
                <a:spcPct val="0"/>
              </a:spcAft>
              <a:buClr>
                <a:srgbClr val="993300"/>
              </a:buClr>
              <a:buSzPct val="90000"/>
              <a:buFont typeface="Monotype Sorts" pitchFamily="-84" charset="2"/>
              <a:buChar char="n"/>
              <a:defRPr kumimoji="1">
                <a:solidFill>
                  <a:schemeClr val="tx1"/>
                </a:solidFill>
                <a:latin typeface="+mn-lt"/>
                <a:ea typeface="MS PGothic" panose="020B0600070205080204" pitchFamily="34" charset="-128"/>
                <a:cs typeface="MS PGothic" panose="020B0600070205080204" pitchFamily="34" charset="-128"/>
              </a:defRPr>
            </a:lvl1pPr>
            <a:lvl2pPr marL="742950" indent="-285750" algn="l" rtl="0" eaLnBrk="0" fontAlgn="base" hangingPunct="0">
              <a:spcBef>
                <a:spcPct val="35000"/>
              </a:spcBef>
              <a:spcAft>
                <a:spcPct val="0"/>
              </a:spcAft>
              <a:buClr>
                <a:srgbClr val="CC6600"/>
              </a:buClr>
              <a:buSzPct val="80000"/>
              <a:buFont typeface="Monotype Sorts" pitchFamily="-84" charset="2"/>
              <a:buChar char="l"/>
              <a:defRPr kumimoji="1">
                <a:solidFill>
                  <a:schemeClr val="tx1"/>
                </a:solidFill>
                <a:latin typeface="+mn-lt"/>
                <a:ea typeface="MS PGothic" panose="020B0600070205080204" pitchFamily="34" charset="-128"/>
              </a:defRPr>
            </a:lvl2pPr>
            <a:lvl3pPr marL="1085850"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a:solidFill>
                  <a:schemeClr val="tx1"/>
                </a:solidFill>
                <a:latin typeface="+mn-lt"/>
                <a:ea typeface="MS PGothic" panose="020B0600070205080204" pitchFamily="34" charset="-128"/>
              </a:defRPr>
            </a:lvl3pPr>
            <a:lvl4pPr marL="1428750" indent="-228600" algn="l" rtl="0" eaLnBrk="0" fontAlgn="base" hangingPunct="0">
              <a:spcBef>
                <a:spcPct val="35000"/>
              </a:spcBef>
              <a:spcAft>
                <a:spcPct val="0"/>
              </a:spcAft>
              <a:buClr>
                <a:schemeClr val="hlink"/>
              </a:buClr>
              <a:buSzPct val="75000"/>
              <a:buChar char="–"/>
              <a:defRPr kumimoji="1">
                <a:solidFill>
                  <a:schemeClr val="tx1"/>
                </a:solidFill>
                <a:latin typeface="+mn-lt"/>
                <a:ea typeface="MS PGothic" panose="020B0600070205080204" pitchFamily="34" charset="-128"/>
              </a:defRPr>
            </a:lvl4pPr>
            <a:lvl5pPr marL="17716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anose="020B0600070205080204" pitchFamily="34" charset="-128"/>
              </a:defRPr>
            </a:lvl5pPr>
            <a:lvl6pPr marL="22288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anose="020B0600070205080204" pitchFamily="34" charset="-128"/>
              </a:defRPr>
            </a:lvl6pPr>
            <a:lvl7pPr marL="26860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anose="020B0600070205080204" pitchFamily="34" charset="-128"/>
              </a:defRPr>
            </a:lvl7pPr>
            <a:lvl8pPr marL="31432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anose="020B0600070205080204" pitchFamily="34" charset="-128"/>
              </a:defRPr>
            </a:lvl8pPr>
            <a:lvl9pPr marL="36004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anose="020B0600070205080204" pitchFamily="34" charset="-128"/>
              </a:defRPr>
            </a:lvl9pPr>
          </a:lstStyle>
          <a:p>
            <a:pPr marL="0" marR="0" lvl="0" indent="0" algn="l" defTabSz="914400" rtl="0" eaLnBrk="0" fontAlgn="base" latinLnBrk="0" hangingPunct="0">
              <a:lnSpc>
                <a:spcPct val="100000"/>
              </a:lnSpc>
              <a:spcBef>
                <a:spcPct val="35000"/>
              </a:spcBef>
              <a:spcAft>
                <a:spcPct val="0"/>
              </a:spcAft>
              <a:buClr>
                <a:srgbClr val="993300"/>
              </a:buClr>
              <a:buSzPct val="90000"/>
              <a:buFont typeface="Monotype Sorts" pitchFamily="-84" charset="2"/>
              <a:buNone/>
              <a:defRPr/>
            </a:pPr>
            <a:r>
              <a:rPr kumimoji="1" lang="en-US" altLang="en-US" sz="1800" b="0" i="0" u="none" strike="noStrike" kern="0" cap="none" spc="0" normalizeH="0" baseline="0" noProof="0" dirty="0">
                <a:ln>
                  <a:noFill/>
                </a:ln>
                <a:solidFill>
                  <a:srgbClr val="000000"/>
                </a:solidFill>
                <a:effectLst/>
                <a:uLnTx/>
                <a:uFillTx/>
                <a:latin typeface="+mn-lt"/>
                <a:ea typeface="MS PGothic" panose="020B0600070205080204" pitchFamily="34" charset="-128"/>
                <a:cs typeface="MS PGothic" panose="020B0600070205080204" pitchFamily="34" charset="-128"/>
              </a:rPr>
              <a:t>Consider the shared variables that </a:t>
            </a:r>
            <a:r>
              <a:rPr kumimoji="1" lang="en-US" altLang="en-US" sz="1800" b="1" i="0" u="none" strike="noStrike" kern="0" cap="none" spc="0" normalizeH="0" baseline="0" noProof="0" dirty="0">
                <a:ln>
                  <a:noFill/>
                </a:ln>
                <a:solidFill>
                  <a:srgbClr val="FF0000"/>
                </a:solidFill>
                <a:effectLst/>
                <a:uLnTx/>
                <a:uFillTx/>
                <a:latin typeface="+mn-lt"/>
                <a:ea typeface="MS PGothic" panose="020B0600070205080204" pitchFamily="34" charset="-128"/>
                <a:cs typeface="MS PGothic" panose="020B0600070205080204" pitchFamily="34" charset="-128"/>
              </a:rPr>
              <a:t>process T3 locks</a:t>
            </a:r>
            <a:r>
              <a:rPr kumimoji="1" lang="en-US" altLang="en-US" sz="1800" b="0" i="0" u="none" strike="noStrike" kern="0" cap="none" spc="0" normalizeH="0" baseline="0" noProof="0" dirty="0">
                <a:ln>
                  <a:noFill/>
                </a:ln>
                <a:solidFill>
                  <a:srgbClr val="000000"/>
                </a:solidFill>
                <a:effectLst/>
                <a:uLnTx/>
                <a:uFillTx/>
                <a:latin typeface="+mn-lt"/>
                <a:ea typeface="MS PGothic" panose="020B0600070205080204" pitchFamily="34" charset="-128"/>
                <a:cs typeface="MS PGothic" panose="020B0600070205080204" pitchFamily="34" charset="-128"/>
              </a:rPr>
              <a:t>:</a:t>
            </a:r>
            <a:endParaRPr kumimoji="1" lang="en-US" altLang="en-US" sz="1800" b="1" i="0" u="none" strike="noStrike" kern="0" cap="none" spc="0" normalizeH="0" baseline="0" noProof="0" dirty="0">
              <a:ln>
                <a:noFill/>
              </a:ln>
              <a:solidFill>
                <a:srgbClr val="FF0000"/>
              </a:solidFill>
              <a:effectLst/>
              <a:uLnTx/>
              <a:uFillTx/>
              <a:latin typeface="+mn-lt"/>
              <a:ea typeface="MS PGothic" panose="020B0600070205080204" pitchFamily="34" charset="-128"/>
              <a:cs typeface="MS PGothic" panose="020B0600070205080204" pitchFamily="34" charset="-128"/>
            </a:endParaRPr>
          </a:p>
        </p:txBody>
      </p:sp>
      <p:grpSp>
        <p:nvGrpSpPr>
          <p:cNvPr id="113668" name="Group 8"/>
          <p:cNvGrpSpPr/>
          <p:nvPr/>
        </p:nvGrpSpPr>
        <p:grpSpPr>
          <a:xfrm>
            <a:off x="523875" y="1477963"/>
            <a:ext cx="8015288" cy="1008062"/>
            <a:chOff x="523691" y="1478513"/>
            <a:chExt cx="8014738" cy="1006780"/>
          </a:xfrm>
        </p:grpSpPr>
        <p:sp>
          <p:nvSpPr>
            <p:cNvPr id="6" name="Rectangle 5"/>
            <p:cNvSpPr/>
            <p:nvPr/>
          </p:nvSpPr>
          <p:spPr bwMode="auto">
            <a:xfrm>
              <a:off x="742751" y="1478513"/>
              <a:ext cx="7795678" cy="1006780"/>
            </a:xfrm>
            <a:prstGeom prst="rect">
              <a:avLst/>
            </a:prstGeom>
            <a:solidFill>
              <a:schemeClr val="accent2">
                <a:lumMod val="20000"/>
                <a:lumOff val="80000"/>
              </a:schemeClr>
            </a:solidFill>
            <a:ln w="9525" cap="flat" cmpd="sng" algn="ctr">
              <a:solidFill>
                <a:schemeClr val="tx1"/>
              </a:solidFill>
              <a:prstDash val="solid"/>
              <a:round/>
              <a:headEnd type="none" w="med" len="med"/>
              <a:tailEnd type="none" w="med" len="med"/>
            </a:ln>
            <a:effectLst/>
          </p:spPr>
          <p:txBody>
            <a:bodyPr wrap="none"/>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Verdana" panose="020B0604030504040204" pitchFamily="34" charset="0"/>
                <a:ea typeface="MS PGothic" panose="020B0600070205080204" pitchFamily="34" charset="-128"/>
                <a:cs typeface="+mn-cs"/>
              </a:endParaRPr>
            </a:p>
          </p:txBody>
        </p:sp>
        <p:sp>
          <p:nvSpPr>
            <p:cNvPr id="113675" name="TextBox 6"/>
            <p:cNvSpPr txBox="1"/>
            <p:nvPr/>
          </p:nvSpPr>
          <p:spPr>
            <a:xfrm>
              <a:off x="523691" y="1615680"/>
              <a:ext cx="7877908" cy="743280"/>
            </a:xfrm>
            <a:prstGeom prst="rect">
              <a:avLst/>
            </a:prstGeom>
            <a:noFill/>
            <a:ln w="9525">
              <a:noFill/>
            </a:ln>
          </p:spPr>
          <p:txBody>
            <a:bodyPr>
              <a:spAutoFit/>
            </a:bodyPr>
            <a:lstStyle>
              <a:lvl1pPr marL="342900" indent="-342900" algn="l" rtl="0" eaLnBrk="0" fontAlgn="base" hangingPunct="0">
                <a:spcBef>
                  <a:spcPct val="35000"/>
                </a:spcBef>
                <a:spcAft>
                  <a:spcPct val="0"/>
                </a:spcAft>
                <a:buClr>
                  <a:srgbClr val="993300"/>
                </a:buClr>
                <a:buSzPct val="90000"/>
                <a:buFont typeface="Monotype Sorts" pitchFamily="-84" charset="2"/>
                <a:buChar char="n"/>
                <a:defRPr kumimoji="1">
                  <a:solidFill>
                    <a:schemeClr val="tx1"/>
                  </a:solidFill>
                  <a:latin typeface="+mn-lt"/>
                  <a:ea typeface="MS PGothic" panose="020B0600070205080204" pitchFamily="34" charset="-128"/>
                  <a:cs typeface="MS PGothic" panose="020B0600070205080204" pitchFamily="34" charset="-128"/>
                </a:defRPr>
              </a:lvl1pPr>
              <a:lvl2pPr marL="742950" indent="-285750" algn="l" rtl="0" eaLnBrk="0" fontAlgn="base" hangingPunct="0">
                <a:spcBef>
                  <a:spcPct val="35000"/>
                </a:spcBef>
                <a:spcAft>
                  <a:spcPct val="0"/>
                </a:spcAft>
                <a:buClr>
                  <a:srgbClr val="CC6600"/>
                </a:buClr>
                <a:buSzPct val="80000"/>
                <a:buFont typeface="Monotype Sorts" pitchFamily="-84" charset="2"/>
                <a:buChar char="l"/>
                <a:defRPr kumimoji="1">
                  <a:solidFill>
                    <a:schemeClr val="tx1"/>
                  </a:solidFill>
                  <a:latin typeface="+mn-lt"/>
                  <a:ea typeface="MS PGothic" panose="020B0600070205080204" pitchFamily="34" charset="-128"/>
                </a:defRPr>
              </a:lvl2pPr>
              <a:lvl3pPr marL="1085850"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a:solidFill>
                    <a:schemeClr val="tx1"/>
                  </a:solidFill>
                  <a:latin typeface="+mn-lt"/>
                  <a:ea typeface="MS PGothic" panose="020B0600070205080204" pitchFamily="34" charset="-128"/>
                </a:defRPr>
              </a:lvl3pPr>
              <a:lvl4pPr marL="1428750" indent="-228600" algn="l" rtl="0" eaLnBrk="0" fontAlgn="base" hangingPunct="0">
                <a:spcBef>
                  <a:spcPct val="35000"/>
                </a:spcBef>
                <a:spcAft>
                  <a:spcPct val="0"/>
                </a:spcAft>
                <a:buClr>
                  <a:schemeClr val="hlink"/>
                </a:buClr>
                <a:buSzPct val="75000"/>
                <a:buChar char="–"/>
                <a:defRPr kumimoji="1">
                  <a:solidFill>
                    <a:schemeClr val="tx1"/>
                  </a:solidFill>
                  <a:latin typeface="+mn-lt"/>
                  <a:ea typeface="MS PGothic" panose="020B0600070205080204" pitchFamily="34" charset="-128"/>
                </a:defRPr>
              </a:lvl4pPr>
              <a:lvl5pPr marL="17716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anose="020B0600070205080204" pitchFamily="34" charset="-128"/>
                </a:defRPr>
              </a:lvl5pPr>
            </a:lstStyle>
            <a:p>
              <a:pPr marL="742950" lvl="1" indent="-285750">
                <a:buFont typeface="Wingdings" panose="05000000000000000000" pitchFamily="2" charset="2"/>
                <a:buChar char="Ø"/>
              </a:pPr>
              <a:r>
                <a:rPr lang="en-US" altLang="zh-CN" dirty="0">
                  <a:solidFill>
                    <a:srgbClr val="0000FF"/>
                  </a:solidFill>
                </a:rPr>
                <a:t>T3</a:t>
              </a:r>
              <a:r>
                <a:rPr lang="en-US" altLang="zh-CN" dirty="0">
                  <a:solidFill>
                    <a:srgbClr val="000000"/>
                  </a:solidFill>
                </a:rPr>
                <a:t> has </a:t>
              </a:r>
              <a:r>
                <a:rPr lang="en-US" altLang="zh-CN" dirty="0">
                  <a:solidFill>
                    <a:srgbClr val="FF0000"/>
                  </a:solidFill>
                </a:rPr>
                <a:t>locked</a:t>
              </a:r>
              <a:r>
                <a:rPr lang="en-US" altLang="zh-CN" dirty="0">
                  <a:solidFill>
                    <a:srgbClr val="000000"/>
                  </a:solidFill>
                </a:rPr>
                <a:t> the variable </a:t>
              </a:r>
              <a:r>
                <a:rPr lang="en-US" altLang="zh-CN" dirty="0">
                  <a:solidFill>
                    <a:srgbClr val="0000FF"/>
                  </a:solidFill>
                </a:rPr>
                <a:t>An-2</a:t>
              </a:r>
              <a:r>
                <a:rPr lang="en-US" altLang="zh-CN" dirty="0">
                  <a:solidFill>
                    <a:srgbClr val="000000"/>
                  </a:solidFill>
                </a:rPr>
                <a:t> (</a:t>
              </a:r>
              <a:r>
                <a:rPr lang="en-US" altLang="zh-CN" dirty="0">
                  <a:solidFill>
                    <a:srgbClr val="FF0000"/>
                  </a:solidFill>
                </a:rPr>
                <a:t>first</a:t>
              </a:r>
              <a:r>
                <a:rPr lang="en-US" altLang="zh-CN" dirty="0">
                  <a:solidFill>
                    <a:srgbClr val="000000"/>
                  </a:solidFill>
                </a:rPr>
                <a:t>)        and       </a:t>
              </a:r>
              <a:endParaRPr lang="en-US" altLang="zh-CN" dirty="0">
                <a:solidFill>
                  <a:srgbClr val="000000"/>
                </a:solidFill>
              </a:endParaRPr>
            </a:p>
            <a:p>
              <a:pPr marL="742950" lvl="1" indent="-285750">
                <a:buFont typeface="Wingdings" panose="05000000000000000000" pitchFamily="2" charset="2"/>
                <a:buChar char="Ø"/>
              </a:pPr>
              <a:r>
                <a:rPr lang="en-US" altLang="zh-CN" dirty="0">
                  <a:solidFill>
                    <a:srgbClr val="0000FF"/>
                  </a:solidFill>
                </a:rPr>
                <a:t>T3</a:t>
              </a:r>
              <a:r>
                <a:rPr lang="en-US" altLang="zh-CN" dirty="0">
                  <a:solidFill>
                    <a:srgbClr val="000000"/>
                  </a:solidFill>
                </a:rPr>
                <a:t> is </a:t>
              </a:r>
              <a:r>
                <a:rPr lang="en-US" altLang="zh-CN" dirty="0">
                  <a:solidFill>
                    <a:srgbClr val="FF0000"/>
                  </a:solidFill>
                </a:rPr>
                <a:t>waiting (trying to lock) </a:t>
              </a:r>
              <a:r>
                <a:rPr lang="en-US" altLang="zh-CN" dirty="0">
                  <a:solidFill>
                    <a:srgbClr val="000000"/>
                  </a:solidFill>
                </a:rPr>
                <a:t>for the variable </a:t>
              </a:r>
              <a:r>
                <a:rPr lang="en-US" altLang="zh-CN" dirty="0">
                  <a:solidFill>
                    <a:srgbClr val="0000FF"/>
                  </a:solidFill>
                </a:rPr>
                <a:t>An-1</a:t>
              </a:r>
              <a:r>
                <a:rPr lang="en-US" altLang="zh-CN" dirty="0">
                  <a:solidFill>
                    <a:srgbClr val="000000"/>
                  </a:solidFill>
                </a:rPr>
                <a:t> (</a:t>
              </a:r>
              <a:r>
                <a:rPr lang="en-US" altLang="zh-CN" dirty="0">
                  <a:solidFill>
                    <a:srgbClr val="FF0000"/>
                  </a:solidFill>
                </a:rPr>
                <a:t>next</a:t>
              </a:r>
              <a:r>
                <a:rPr lang="en-US" altLang="zh-CN" dirty="0">
                  <a:solidFill>
                    <a:srgbClr val="000000"/>
                  </a:solidFill>
                </a:rPr>
                <a:t>) </a:t>
              </a:r>
              <a:endParaRPr lang="fr-FR" altLang="zh-CN" dirty="0">
                <a:solidFill>
                  <a:srgbClr val="000000"/>
                </a:solidFill>
              </a:endParaRPr>
            </a:p>
          </p:txBody>
        </p:sp>
      </p:grpSp>
      <p:sp>
        <p:nvSpPr>
          <p:cNvPr id="113669" name="Rectangle 3"/>
          <p:cNvSpPr/>
          <p:nvPr/>
        </p:nvSpPr>
        <p:spPr>
          <a:xfrm>
            <a:off x="4640263" y="2906713"/>
            <a:ext cx="4289425" cy="922337"/>
          </a:xfrm>
          <a:prstGeom prst="rect">
            <a:avLst/>
          </a:prstGeom>
          <a:noFill/>
          <a:ln w="9525">
            <a:noFill/>
          </a:ln>
        </p:spPr>
        <p:txBody>
          <a:bodyPr>
            <a:spAutoFit/>
          </a:bodyPr>
          <a:lstStyle>
            <a:lvl1pPr marL="342900" indent="-342900" algn="l" rtl="0" eaLnBrk="0" fontAlgn="base" hangingPunct="0">
              <a:spcBef>
                <a:spcPct val="35000"/>
              </a:spcBef>
              <a:spcAft>
                <a:spcPct val="0"/>
              </a:spcAft>
              <a:buClr>
                <a:srgbClr val="993300"/>
              </a:buClr>
              <a:buSzPct val="90000"/>
              <a:buFont typeface="Monotype Sorts" pitchFamily="-84" charset="2"/>
              <a:buChar char="n"/>
              <a:defRPr kumimoji="1">
                <a:solidFill>
                  <a:schemeClr val="tx1"/>
                </a:solidFill>
                <a:latin typeface="+mn-lt"/>
                <a:ea typeface="MS PGothic" panose="020B0600070205080204" pitchFamily="34" charset="-128"/>
                <a:cs typeface="MS PGothic" panose="020B0600070205080204" pitchFamily="34" charset="-128"/>
              </a:defRPr>
            </a:lvl1pPr>
            <a:lvl2pPr marL="742950" indent="-285750" algn="l" rtl="0" eaLnBrk="0" fontAlgn="base" hangingPunct="0">
              <a:spcBef>
                <a:spcPct val="35000"/>
              </a:spcBef>
              <a:spcAft>
                <a:spcPct val="0"/>
              </a:spcAft>
              <a:buClr>
                <a:srgbClr val="CC6600"/>
              </a:buClr>
              <a:buSzPct val="80000"/>
              <a:buFont typeface="Monotype Sorts" pitchFamily="-84" charset="2"/>
              <a:buChar char="l"/>
              <a:defRPr kumimoji="1">
                <a:solidFill>
                  <a:schemeClr val="tx1"/>
                </a:solidFill>
                <a:latin typeface="+mn-lt"/>
                <a:ea typeface="MS PGothic" panose="020B0600070205080204" pitchFamily="34" charset="-128"/>
              </a:defRPr>
            </a:lvl2pPr>
            <a:lvl3pPr marL="1085850"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a:solidFill>
                  <a:schemeClr val="tx1"/>
                </a:solidFill>
                <a:latin typeface="+mn-lt"/>
                <a:ea typeface="MS PGothic" panose="020B0600070205080204" pitchFamily="34" charset="-128"/>
              </a:defRPr>
            </a:lvl3pPr>
            <a:lvl4pPr marL="1428750" indent="-228600" algn="l" rtl="0" eaLnBrk="0" fontAlgn="base" hangingPunct="0">
              <a:spcBef>
                <a:spcPct val="35000"/>
              </a:spcBef>
              <a:spcAft>
                <a:spcPct val="0"/>
              </a:spcAft>
              <a:buClr>
                <a:schemeClr val="hlink"/>
              </a:buClr>
              <a:buSzPct val="75000"/>
              <a:buChar char="–"/>
              <a:defRPr kumimoji="1">
                <a:solidFill>
                  <a:schemeClr val="tx1"/>
                </a:solidFill>
                <a:latin typeface="+mn-lt"/>
                <a:ea typeface="MS PGothic" panose="020B0600070205080204" pitchFamily="34" charset="-128"/>
              </a:defRPr>
            </a:lvl4pPr>
            <a:lvl5pPr marL="17716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anose="020B0600070205080204" pitchFamily="34" charset="-128"/>
              </a:defRPr>
            </a:lvl5pPr>
          </a:lstStyle>
          <a:p>
            <a:pPr marL="0" lvl="0" indent="0">
              <a:spcBef>
                <a:spcPct val="0"/>
              </a:spcBef>
              <a:buClrTx/>
              <a:buSzTx/>
              <a:buFontTx/>
              <a:buNone/>
            </a:pPr>
            <a:r>
              <a:rPr lang="en-US" altLang="zh-CN" dirty="0">
                <a:solidFill>
                  <a:srgbClr val="000000"/>
                </a:solidFill>
                <a:latin typeface="Verdana" panose="020B0604030504040204" pitchFamily="34" charset="0"/>
              </a:rPr>
              <a:t>Since process </a:t>
            </a:r>
            <a:r>
              <a:rPr lang="en-US" altLang="zh-CN" dirty="0">
                <a:solidFill>
                  <a:srgbClr val="0000FF"/>
                </a:solidFill>
                <a:latin typeface="Verdana" panose="020B0604030504040204" pitchFamily="34" charset="0"/>
              </a:rPr>
              <a:t>T3</a:t>
            </a:r>
            <a:r>
              <a:rPr lang="en-US" altLang="zh-CN" dirty="0">
                <a:solidFill>
                  <a:srgbClr val="000000"/>
                </a:solidFill>
                <a:latin typeface="Verdana" panose="020B0604030504040204" pitchFamily="34" charset="0"/>
              </a:rPr>
              <a:t> will </a:t>
            </a:r>
            <a:r>
              <a:rPr lang="en-US" altLang="zh-CN" dirty="0">
                <a:solidFill>
                  <a:srgbClr val="FF0000"/>
                </a:solidFill>
                <a:latin typeface="Verdana" panose="020B0604030504040204" pitchFamily="34" charset="0"/>
              </a:rPr>
              <a:t>lock</a:t>
            </a:r>
            <a:r>
              <a:rPr lang="en-US" altLang="zh-CN" dirty="0">
                <a:solidFill>
                  <a:srgbClr val="000000"/>
                </a:solidFill>
                <a:latin typeface="Verdana" panose="020B0604030504040204" pitchFamily="34" charset="0"/>
              </a:rPr>
              <a:t> variable according to their </a:t>
            </a:r>
            <a:r>
              <a:rPr lang="en-US" altLang="zh-CN" b="1" dirty="0">
                <a:solidFill>
                  <a:srgbClr val="FF0000"/>
                </a:solidFill>
                <a:latin typeface="Verdana" panose="020B0604030504040204" pitchFamily="34" charset="0"/>
              </a:rPr>
              <a:t>order</a:t>
            </a:r>
            <a:r>
              <a:rPr lang="en-US" altLang="zh-CN" dirty="0">
                <a:solidFill>
                  <a:srgbClr val="000000"/>
                </a:solidFill>
                <a:latin typeface="Verdana" panose="020B0604030504040204" pitchFamily="34" charset="0"/>
              </a:rPr>
              <a:t>, we conclude that:</a:t>
            </a:r>
            <a:endParaRPr lang="zh-CN" altLang="en-US" dirty="0">
              <a:solidFill>
                <a:srgbClr val="000000"/>
              </a:solidFill>
              <a:latin typeface="Verdana" panose="020B0604030504040204" pitchFamily="34" charset="0"/>
            </a:endParaRPr>
          </a:p>
        </p:txBody>
      </p:sp>
      <p:pic>
        <p:nvPicPr>
          <p:cNvPr id="113670" name="Picture 1"/>
          <p:cNvPicPr>
            <a:picLocks noChangeAspect="1"/>
          </p:cNvPicPr>
          <p:nvPr/>
        </p:nvPicPr>
        <p:blipFill>
          <a:blip r:embed="rId1"/>
          <a:stretch>
            <a:fillRect/>
          </a:stretch>
        </p:blipFill>
        <p:spPr>
          <a:xfrm>
            <a:off x="742950" y="2954338"/>
            <a:ext cx="3713163" cy="2362200"/>
          </a:xfrm>
          <a:prstGeom prst="rect">
            <a:avLst/>
          </a:prstGeom>
          <a:noFill/>
          <a:ln w="9525">
            <a:noFill/>
          </a:ln>
        </p:spPr>
      </p:pic>
      <p:pic>
        <p:nvPicPr>
          <p:cNvPr id="113671" name="Picture 7"/>
          <p:cNvPicPr>
            <a:picLocks noChangeAspect="1"/>
          </p:cNvPicPr>
          <p:nvPr/>
        </p:nvPicPr>
        <p:blipFill>
          <a:blip r:embed="rId2"/>
          <a:stretch>
            <a:fillRect/>
          </a:stretch>
        </p:blipFill>
        <p:spPr>
          <a:xfrm>
            <a:off x="5014913" y="4152900"/>
            <a:ext cx="2724150" cy="495300"/>
          </a:xfrm>
          <a:prstGeom prst="rect">
            <a:avLst/>
          </a:prstGeom>
          <a:noFill/>
          <a:ln w="9525">
            <a:noFill/>
          </a:ln>
        </p:spPr>
      </p:pic>
      <p:sp>
        <p:nvSpPr>
          <p:cNvPr id="113672" name="Rectangle 11"/>
          <p:cNvSpPr/>
          <p:nvPr/>
        </p:nvSpPr>
        <p:spPr>
          <a:xfrm>
            <a:off x="5014913" y="5349875"/>
            <a:ext cx="3084512" cy="647700"/>
          </a:xfrm>
          <a:prstGeom prst="rect">
            <a:avLst/>
          </a:prstGeom>
          <a:noFill/>
          <a:ln w="9525">
            <a:noFill/>
          </a:ln>
        </p:spPr>
        <p:txBody>
          <a:bodyPr wrap="none">
            <a:spAutoFit/>
          </a:bodyPr>
          <a:lstStyle>
            <a:lvl1pPr marL="342900" indent="-342900" algn="l" rtl="0" eaLnBrk="0" fontAlgn="base" hangingPunct="0">
              <a:spcBef>
                <a:spcPct val="35000"/>
              </a:spcBef>
              <a:spcAft>
                <a:spcPct val="0"/>
              </a:spcAft>
              <a:buClr>
                <a:srgbClr val="993300"/>
              </a:buClr>
              <a:buSzPct val="90000"/>
              <a:buFont typeface="Monotype Sorts" pitchFamily="-84" charset="2"/>
              <a:buChar char="n"/>
              <a:defRPr kumimoji="1">
                <a:solidFill>
                  <a:schemeClr val="tx1"/>
                </a:solidFill>
                <a:latin typeface="+mn-lt"/>
                <a:ea typeface="MS PGothic" panose="020B0600070205080204" pitchFamily="34" charset="-128"/>
                <a:cs typeface="MS PGothic" panose="020B0600070205080204" pitchFamily="34" charset="-128"/>
              </a:defRPr>
            </a:lvl1pPr>
            <a:lvl2pPr marL="742950" indent="-285750" algn="l" rtl="0" eaLnBrk="0" fontAlgn="base" hangingPunct="0">
              <a:spcBef>
                <a:spcPct val="35000"/>
              </a:spcBef>
              <a:spcAft>
                <a:spcPct val="0"/>
              </a:spcAft>
              <a:buClr>
                <a:srgbClr val="CC6600"/>
              </a:buClr>
              <a:buSzPct val="80000"/>
              <a:buFont typeface="Monotype Sorts" pitchFamily="-84" charset="2"/>
              <a:buChar char="l"/>
              <a:defRPr kumimoji="1">
                <a:solidFill>
                  <a:schemeClr val="tx1"/>
                </a:solidFill>
                <a:latin typeface="+mn-lt"/>
                <a:ea typeface="MS PGothic" panose="020B0600070205080204" pitchFamily="34" charset="-128"/>
              </a:defRPr>
            </a:lvl2pPr>
            <a:lvl3pPr marL="1085850"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a:solidFill>
                  <a:schemeClr val="tx1"/>
                </a:solidFill>
                <a:latin typeface="+mn-lt"/>
                <a:ea typeface="MS PGothic" panose="020B0600070205080204" pitchFamily="34" charset="-128"/>
              </a:defRPr>
            </a:lvl3pPr>
            <a:lvl4pPr marL="1428750" indent="-228600" algn="l" rtl="0" eaLnBrk="0" fontAlgn="base" hangingPunct="0">
              <a:spcBef>
                <a:spcPct val="35000"/>
              </a:spcBef>
              <a:spcAft>
                <a:spcPct val="0"/>
              </a:spcAft>
              <a:buClr>
                <a:schemeClr val="hlink"/>
              </a:buClr>
              <a:buSzPct val="75000"/>
              <a:buChar char="–"/>
              <a:defRPr kumimoji="1">
                <a:solidFill>
                  <a:schemeClr val="tx1"/>
                </a:solidFill>
                <a:latin typeface="+mn-lt"/>
                <a:ea typeface="MS PGothic" panose="020B0600070205080204" pitchFamily="34" charset="-128"/>
              </a:defRPr>
            </a:lvl4pPr>
            <a:lvl5pPr marL="17716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anose="020B0600070205080204" pitchFamily="34" charset="-128"/>
              </a:defRPr>
            </a:lvl5pPr>
          </a:lstStyle>
          <a:p>
            <a:pPr marL="0" lvl="0" indent="0">
              <a:spcBef>
                <a:spcPct val="0"/>
              </a:spcBef>
              <a:buClrTx/>
              <a:buSzTx/>
              <a:buFontTx/>
              <a:buNone/>
            </a:pPr>
            <a:r>
              <a:rPr lang="en-US" altLang="zh-CN" dirty="0">
                <a:solidFill>
                  <a:srgbClr val="000000"/>
                </a:solidFill>
                <a:latin typeface="Verdana" panose="020B0604030504040204" pitchFamily="34" charset="0"/>
              </a:rPr>
              <a:t>Therefore, we have that:</a:t>
            </a:r>
            <a:endParaRPr lang="en-US" altLang="zh-CN" dirty="0">
              <a:solidFill>
                <a:srgbClr val="000000"/>
              </a:solidFill>
              <a:latin typeface="Verdana" panose="020B0604030504040204" pitchFamily="34" charset="0"/>
            </a:endParaRPr>
          </a:p>
          <a:p>
            <a:pPr marL="0" lvl="0" indent="0">
              <a:spcBef>
                <a:spcPct val="0"/>
              </a:spcBef>
              <a:buClrTx/>
              <a:buSzTx/>
              <a:buFontTx/>
              <a:buNone/>
            </a:pPr>
            <a:endParaRPr lang="en-US" altLang="zh-CN" dirty="0">
              <a:solidFill>
                <a:srgbClr val="000000"/>
              </a:solidFill>
              <a:latin typeface="Verdana" panose="020B0604030504040204" pitchFamily="34" charset="0"/>
            </a:endParaRPr>
          </a:p>
        </p:txBody>
      </p:sp>
      <p:pic>
        <p:nvPicPr>
          <p:cNvPr id="113673" name="Picture 12"/>
          <p:cNvPicPr>
            <a:picLocks noChangeAspect="1"/>
          </p:cNvPicPr>
          <p:nvPr/>
        </p:nvPicPr>
        <p:blipFill>
          <a:blip r:embed="rId3"/>
          <a:stretch>
            <a:fillRect/>
          </a:stretch>
        </p:blipFill>
        <p:spPr>
          <a:xfrm>
            <a:off x="2446338" y="5926138"/>
            <a:ext cx="4903787" cy="487362"/>
          </a:xfrm>
          <a:prstGeom prst="rect">
            <a:avLst/>
          </a:prstGeom>
          <a:noFill/>
          <a:ln w="9525">
            <a:noFill/>
          </a:ln>
        </p:spPr>
      </p:pic>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5714" name="Rectangle 2"/>
          <p:cNvSpPr>
            <a:spLocks noGrp="1"/>
          </p:cNvSpPr>
          <p:nvPr>
            <p:ph type="title"/>
          </p:nvPr>
        </p:nvSpPr>
        <p:spPr>
          <a:xfrm>
            <a:off x="1109663" y="214313"/>
            <a:ext cx="7577137" cy="576262"/>
          </a:xfrm>
        </p:spPr>
        <p:txBody>
          <a:bodyPr vert="horz" wrap="square" lIns="91440" tIns="45720" rIns="91440" bIns="45720" anchor="b" anchorCtr="0"/>
          <a:p>
            <a:pPr eaLnBrk="1" hangingPunct="1"/>
            <a:r>
              <a:rPr lang="en-US" altLang="en-US" dirty="0"/>
              <a:t>Deadlock prevention</a:t>
            </a:r>
            <a:endParaRPr lang="en-US" altLang="en-US" dirty="0"/>
          </a:p>
        </p:txBody>
      </p:sp>
      <p:pic>
        <p:nvPicPr>
          <p:cNvPr id="115715" name="Picture 1"/>
          <p:cNvPicPr>
            <a:picLocks noChangeAspect="1"/>
          </p:cNvPicPr>
          <p:nvPr/>
        </p:nvPicPr>
        <p:blipFill>
          <a:blip r:embed="rId1"/>
          <a:stretch>
            <a:fillRect/>
          </a:stretch>
        </p:blipFill>
        <p:spPr>
          <a:xfrm>
            <a:off x="2854325" y="1050925"/>
            <a:ext cx="6194425" cy="2692400"/>
          </a:xfrm>
          <a:prstGeom prst="rect">
            <a:avLst/>
          </a:prstGeom>
          <a:noFill/>
          <a:ln w="9525">
            <a:noFill/>
          </a:ln>
        </p:spPr>
      </p:pic>
      <p:sp>
        <p:nvSpPr>
          <p:cNvPr id="115716" name="Rectangle 11"/>
          <p:cNvSpPr/>
          <p:nvPr/>
        </p:nvSpPr>
        <p:spPr>
          <a:xfrm>
            <a:off x="501650" y="1050925"/>
            <a:ext cx="2273300" cy="646113"/>
          </a:xfrm>
          <a:prstGeom prst="rect">
            <a:avLst/>
          </a:prstGeom>
          <a:noFill/>
          <a:ln w="9525">
            <a:noFill/>
          </a:ln>
        </p:spPr>
        <p:txBody>
          <a:bodyPr wrap="none">
            <a:spAutoFit/>
          </a:bodyPr>
          <a:lstStyle>
            <a:lvl1pPr marL="342900" indent="-342900" algn="l" rtl="0" eaLnBrk="0" fontAlgn="base" hangingPunct="0">
              <a:spcBef>
                <a:spcPct val="35000"/>
              </a:spcBef>
              <a:spcAft>
                <a:spcPct val="0"/>
              </a:spcAft>
              <a:buClr>
                <a:srgbClr val="993300"/>
              </a:buClr>
              <a:buSzPct val="90000"/>
              <a:buFont typeface="Monotype Sorts" pitchFamily="-84" charset="2"/>
              <a:buChar char="n"/>
              <a:defRPr kumimoji="1">
                <a:solidFill>
                  <a:schemeClr val="tx1"/>
                </a:solidFill>
                <a:latin typeface="+mn-lt"/>
                <a:ea typeface="MS PGothic" panose="020B0600070205080204" pitchFamily="34" charset="-128"/>
                <a:cs typeface="MS PGothic" panose="020B0600070205080204" pitchFamily="34" charset="-128"/>
              </a:defRPr>
            </a:lvl1pPr>
            <a:lvl2pPr marL="742950" indent="-285750" algn="l" rtl="0" eaLnBrk="0" fontAlgn="base" hangingPunct="0">
              <a:spcBef>
                <a:spcPct val="35000"/>
              </a:spcBef>
              <a:spcAft>
                <a:spcPct val="0"/>
              </a:spcAft>
              <a:buClr>
                <a:srgbClr val="CC6600"/>
              </a:buClr>
              <a:buSzPct val="80000"/>
              <a:buFont typeface="Monotype Sorts" pitchFamily="-84" charset="2"/>
              <a:buChar char="l"/>
              <a:defRPr kumimoji="1">
                <a:solidFill>
                  <a:schemeClr val="tx1"/>
                </a:solidFill>
                <a:latin typeface="+mn-lt"/>
                <a:ea typeface="MS PGothic" panose="020B0600070205080204" pitchFamily="34" charset="-128"/>
              </a:defRPr>
            </a:lvl2pPr>
            <a:lvl3pPr marL="1085850"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a:solidFill>
                  <a:schemeClr val="tx1"/>
                </a:solidFill>
                <a:latin typeface="+mn-lt"/>
                <a:ea typeface="MS PGothic" panose="020B0600070205080204" pitchFamily="34" charset="-128"/>
              </a:defRPr>
            </a:lvl3pPr>
            <a:lvl4pPr marL="1428750" indent="-228600" algn="l" rtl="0" eaLnBrk="0" fontAlgn="base" hangingPunct="0">
              <a:spcBef>
                <a:spcPct val="35000"/>
              </a:spcBef>
              <a:spcAft>
                <a:spcPct val="0"/>
              </a:spcAft>
              <a:buClr>
                <a:schemeClr val="hlink"/>
              </a:buClr>
              <a:buSzPct val="75000"/>
              <a:buChar char="–"/>
              <a:defRPr kumimoji="1">
                <a:solidFill>
                  <a:schemeClr val="tx1"/>
                </a:solidFill>
                <a:latin typeface="+mn-lt"/>
                <a:ea typeface="MS PGothic" panose="020B0600070205080204" pitchFamily="34" charset="-128"/>
              </a:defRPr>
            </a:lvl4pPr>
            <a:lvl5pPr marL="17716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anose="020B0600070205080204" pitchFamily="34" charset="-128"/>
              </a:defRPr>
            </a:lvl5pPr>
          </a:lstStyle>
          <a:p>
            <a:pPr marL="0" lvl="0" indent="0">
              <a:spcBef>
                <a:spcPct val="0"/>
              </a:spcBef>
              <a:buClrTx/>
              <a:buSzTx/>
              <a:buFontTx/>
              <a:buNone/>
            </a:pPr>
            <a:r>
              <a:rPr lang="en-US" altLang="zh-CN" dirty="0">
                <a:solidFill>
                  <a:srgbClr val="000000"/>
                </a:solidFill>
                <a:latin typeface="Verdana" panose="020B0604030504040204" pitchFamily="34" charset="0"/>
              </a:rPr>
              <a:t>But we also have:</a:t>
            </a:r>
            <a:endParaRPr lang="en-US" altLang="zh-CN" dirty="0">
              <a:solidFill>
                <a:srgbClr val="000000"/>
              </a:solidFill>
              <a:latin typeface="Verdana" panose="020B0604030504040204" pitchFamily="34" charset="0"/>
            </a:endParaRPr>
          </a:p>
          <a:p>
            <a:pPr marL="0" lvl="0" indent="0">
              <a:spcBef>
                <a:spcPct val="0"/>
              </a:spcBef>
              <a:buClrTx/>
              <a:buSzTx/>
              <a:buFontTx/>
              <a:buNone/>
            </a:pPr>
            <a:endParaRPr lang="en-US" altLang="zh-CN" dirty="0">
              <a:solidFill>
                <a:srgbClr val="000000"/>
              </a:solidFill>
              <a:latin typeface="Verdana" panose="020B0604030504040204" pitchFamily="34" charset="0"/>
            </a:endParaRPr>
          </a:p>
        </p:txBody>
      </p:sp>
      <p:pic>
        <p:nvPicPr>
          <p:cNvPr id="115717" name="Picture 10"/>
          <p:cNvPicPr>
            <a:picLocks noChangeAspect="1"/>
          </p:cNvPicPr>
          <p:nvPr/>
        </p:nvPicPr>
        <p:blipFill>
          <a:blip r:embed="rId2"/>
          <a:stretch>
            <a:fillRect/>
          </a:stretch>
        </p:blipFill>
        <p:spPr>
          <a:xfrm>
            <a:off x="2854325" y="3878263"/>
            <a:ext cx="3762375" cy="742950"/>
          </a:xfrm>
          <a:prstGeom prst="rect">
            <a:avLst/>
          </a:prstGeom>
          <a:noFill/>
          <a:ln w="9525">
            <a:noFill/>
          </a:ln>
        </p:spPr>
      </p:pic>
      <p:sp>
        <p:nvSpPr>
          <p:cNvPr id="115718" name="Rectangle 12"/>
          <p:cNvSpPr/>
          <p:nvPr/>
        </p:nvSpPr>
        <p:spPr>
          <a:xfrm>
            <a:off x="2774950" y="4716463"/>
            <a:ext cx="4572000" cy="646112"/>
          </a:xfrm>
          <a:prstGeom prst="rect">
            <a:avLst/>
          </a:prstGeom>
          <a:noFill/>
          <a:ln w="9525">
            <a:noFill/>
          </a:ln>
        </p:spPr>
        <p:txBody>
          <a:bodyPr>
            <a:spAutoFit/>
          </a:bodyPr>
          <a:lstStyle>
            <a:lvl1pPr marL="342900" indent="-342900" algn="l" rtl="0" eaLnBrk="0" fontAlgn="base" hangingPunct="0">
              <a:spcBef>
                <a:spcPct val="35000"/>
              </a:spcBef>
              <a:spcAft>
                <a:spcPct val="0"/>
              </a:spcAft>
              <a:buClr>
                <a:srgbClr val="993300"/>
              </a:buClr>
              <a:buSzPct val="90000"/>
              <a:buFont typeface="Monotype Sorts" pitchFamily="-84" charset="2"/>
              <a:buChar char="n"/>
              <a:defRPr kumimoji="1">
                <a:solidFill>
                  <a:schemeClr val="tx1"/>
                </a:solidFill>
                <a:latin typeface="+mn-lt"/>
                <a:ea typeface="MS PGothic" panose="020B0600070205080204" pitchFamily="34" charset="-128"/>
                <a:cs typeface="MS PGothic" panose="020B0600070205080204" pitchFamily="34" charset="-128"/>
              </a:defRPr>
            </a:lvl1pPr>
            <a:lvl2pPr marL="742950" indent="-285750" algn="l" rtl="0" eaLnBrk="0" fontAlgn="base" hangingPunct="0">
              <a:spcBef>
                <a:spcPct val="35000"/>
              </a:spcBef>
              <a:spcAft>
                <a:spcPct val="0"/>
              </a:spcAft>
              <a:buClr>
                <a:srgbClr val="CC6600"/>
              </a:buClr>
              <a:buSzPct val="80000"/>
              <a:buFont typeface="Monotype Sorts" pitchFamily="-84" charset="2"/>
              <a:buChar char="l"/>
              <a:defRPr kumimoji="1">
                <a:solidFill>
                  <a:schemeClr val="tx1"/>
                </a:solidFill>
                <a:latin typeface="+mn-lt"/>
                <a:ea typeface="MS PGothic" panose="020B0600070205080204" pitchFamily="34" charset="-128"/>
              </a:defRPr>
            </a:lvl2pPr>
            <a:lvl3pPr marL="1085850"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a:solidFill>
                  <a:schemeClr val="tx1"/>
                </a:solidFill>
                <a:latin typeface="+mn-lt"/>
                <a:ea typeface="MS PGothic" panose="020B0600070205080204" pitchFamily="34" charset="-128"/>
              </a:defRPr>
            </a:lvl3pPr>
            <a:lvl4pPr marL="1428750" indent="-228600" algn="l" rtl="0" eaLnBrk="0" fontAlgn="base" hangingPunct="0">
              <a:spcBef>
                <a:spcPct val="35000"/>
              </a:spcBef>
              <a:spcAft>
                <a:spcPct val="0"/>
              </a:spcAft>
              <a:buClr>
                <a:schemeClr val="hlink"/>
              </a:buClr>
              <a:buSzPct val="75000"/>
              <a:buChar char="–"/>
              <a:defRPr kumimoji="1">
                <a:solidFill>
                  <a:schemeClr val="tx1"/>
                </a:solidFill>
                <a:latin typeface="+mn-lt"/>
                <a:ea typeface="MS PGothic" panose="020B0600070205080204" pitchFamily="34" charset="-128"/>
              </a:defRPr>
            </a:lvl4pPr>
            <a:lvl5pPr marL="17716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anose="020B0600070205080204" pitchFamily="34" charset="-128"/>
              </a:defRPr>
            </a:lvl5pPr>
          </a:lstStyle>
          <a:p>
            <a:pPr marL="0" lvl="0" indent="0">
              <a:spcBef>
                <a:spcPct val="0"/>
              </a:spcBef>
              <a:buClrTx/>
              <a:buSzTx/>
              <a:buFontTx/>
              <a:buNone/>
            </a:pPr>
            <a:r>
              <a:rPr lang="en-US" altLang="zh-CN" dirty="0">
                <a:solidFill>
                  <a:srgbClr val="000000"/>
                </a:solidFill>
                <a:latin typeface="Verdana" panose="020B0604030504040204" pitchFamily="34" charset="0"/>
              </a:rPr>
              <a:t>we conclude that:</a:t>
            </a:r>
            <a:endParaRPr lang="en-US" altLang="zh-CN" dirty="0">
              <a:solidFill>
                <a:srgbClr val="000000"/>
              </a:solidFill>
              <a:latin typeface="Verdana" panose="020B0604030504040204" pitchFamily="34" charset="0"/>
            </a:endParaRPr>
          </a:p>
          <a:p>
            <a:pPr marL="0" lvl="0" indent="0">
              <a:spcBef>
                <a:spcPct val="0"/>
              </a:spcBef>
              <a:buClrTx/>
              <a:buSzTx/>
              <a:buFontTx/>
              <a:buNone/>
            </a:pPr>
            <a:endParaRPr lang="en-US" altLang="zh-CN" dirty="0">
              <a:solidFill>
                <a:srgbClr val="000000"/>
              </a:solidFill>
              <a:latin typeface="Verdana" panose="020B0604030504040204" pitchFamily="34" charset="0"/>
            </a:endParaRPr>
          </a:p>
        </p:txBody>
      </p:sp>
      <p:pic>
        <p:nvPicPr>
          <p:cNvPr id="115719" name="Picture 13"/>
          <p:cNvPicPr>
            <a:picLocks noChangeAspect="1"/>
          </p:cNvPicPr>
          <p:nvPr/>
        </p:nvPicPr>
        <p:blipFill>
          <a:blip r:embed="rId3"/>
          <a:stretch>
            <a:fillRect/>
          </a:stretch>
        </p:blipFill>
        <p:spPr>
          <a:xfrm>
            <a:off x="4984750" y="4805363"/>
            <a:ext cx="2362200" cy="466725"/>
          </a:xfrm>
          <a:prstGeom prst="rect">
            <a:avLst/>
          </a:prstGeom>
          <a:noFill/>
          <a:ln w="9525">
            <a:noFill/>
          </a:ln>
        </p:spPr>
      </p:pic>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7762" name="Rectangle 2"/>
          <p:cNvSpPr>
            <a:spLocks noGrp="1"/>
          </p:cNvSpPr>
          <p:nvPr>
            <p:ph type="title"/>
          </p:nvPr>
        </p:nvSpPr>
        <p:spPr>
          <a:xfrm>
            <a:off x="1109663" y="214313"/>
            <a:ext cx="7577137" cy="576262"/>
          </a:xfrm>
        </p:spPr>
        <p:txBody>
          <a:bodyPr vert="horz" wrap="square" lIns="91440" tIns="45720" rIns="91440" bIns="45720" anchor="b" anchorCtr="0"/>
          <a:p>
            <a:pPr eaLnBrk="1" hangingPunct="1"/>
            <a:r>
              <a:rPr lang="en-US" altLang="en-US" dirty="0"/>
              <a:t>Deadlock prevention</a:t>
            </a:r>
            <a:endParaRPr lang="en-US" altLang="en-US" dirty="0"/>
          </a:p>
        </p:txBody>
      </p:sp>
      <p:sp>
        <p:nvSpPr>
          <p:cNvPr id="117763" name="Rectangle 7"/>
          <p:cNvSpPr/>
          <p:nvPr/>
        </p:nvSpPr>
        <p:spPr>
          <a:xfrm>
            <a:off x="4956175" y="1060450"/>
            <a:ext cx="3084513" cy="646113"/>
          </a:xfrm>
          <a:prstGeom prst="rect">
            <a:avLst/>
          </a:prstGeom>
          <a:noFill/>
          <a:ln w="9525">
            <a:noFill/>
          </a:ln>
        </p:spPr>
        <p:txBody>
          <a:bodyPr wrap="none">
            <a:spAutoFit/>
          </a:bodyPr>
          <a:lstStyle>
            <a:lvl1pPr marL="342900" indent="-342900" algn="l" rtl="0" eaLnBrk="0" fontAlgn="base" hangingPunct="0">
              <a:spcBef>
                <a:spcPct val="35000"/>
              </a:spcBef>
              <a:spcAft>
                <a:spcPct val="0"/>
              </a:spcAft>
              <a:buClr>
                <a:srgbClr val="993300"/>
              </a:buClr>
              <a:buSzPct val="90000"/>
              <a:buFont typeface="Monotype Sorts" pitchFamily="-84" charset="2"/>
              <a:buChar char="n"/>
              <a:defRPr kumimoji="1">
                <a:solidFill>
                  <a:schemeClr val="tx1"/>
                </a:solidFill>
                <a:latin typeface="+mn-lt"/>
                <a:ea typeface="MS PGothic" panose="020B0600070205080204" pitchFamily="34" charset="-128"/>
                <a:cs typeface="MS PGothic" panose="020B0600070205080204" pitchFamily="34" charset="-128"/>
              </a:defRPr>
            </a:lvl1pPr>
            <a:lvl2pPr marL="742950" indent="-285750" algn="l" rtl="0" eaLnBrk="0" fontAlgn="base" hangingPunct="0">
              <a:spcBef>
                <a:spcPct val="35000"/>
              </a:spcBef>
              <a:spcAft>
                <a:spcPct val="0"/>
              </a:spcAft>
              <a:buClr>
                <a:srgbClr val="CC6600"/>
              </a:buClr>
              <a:buSzPct val="80000"/>
              <a:buFont typeface="Monotype Sorts" pitchFamily="-84" charset="2"/>
              <a:buChar char="l"/>
              <a:defRPr kumimoji="1">
                <a:solidFill>
                  <a:schemeClr val="tx1"/>
                </a:solidFill>
                <a:latin typeface="+mn-lt"/>
                <a:ea typeface="MS PGothic" panose="020B0600070205080204" pitchFamily="34" charset="-128"/>
              </a:defRPr>
            </a:lvl2pPr>
            <a:lvl3pPr marL="1085850"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a:solidFill>
                  <a:schemeClr val="tx1"/>
                </a:solidFill>
                <a:latin typeface="+mn-lt"/>
                <a:ea typeface="MS PGothic" panose="020B0600070205080204" pitchFamily="34" charset="-128"/>
              </a:defRPr>
            </a:lvl3pPr>
            <a:lvl4pPr marL="1428750" indent="-228600" algn="l" rtl="0" eaLnBrk="0" fontAlgn="base" hangingPunct="0">
              <a:spcBef>
                <a:spcPct val="35000"/>
              </a:spcBef>
              <a:spcAft>
                <a:spcPct val="0"/>
              </a:spcAft>
              <a:buClr>
                <a:schemeClr val="hlink"/>
              </a:buClr>
              <a:buSzPct val="75000"/>
              <a:buChar char="–"/>
              <a:defRPr kumimoji="1">
                <a:solidFill>
                  <a:schemeClr val="tx1"/>
                </a:solidFill>
                <a:latin typeface="+mn-lt"/>
                <a:ea typeface="MS PGothic" panose="020B0600070205080204" pitchFamily="34" charset="-128"/>
              </a:defRPr>
            </a:lvl4pPr>
            <a:lvl5pPr marL="17716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anose="020B0600070205080204" pitchFamily="34" charset="-128"/>
              </a:defRPr>
            </a:lvl5pPr>
          </a:lstStyle>
          <a:p>
            <a:pPr marL="0" lvl="0" indent="0">
              <a:spcBef>
                <a:spcPct val="0"/>
              </a:spcBef>
              <a:buClrTx/>
              <a:buSzTx/>
              <a:buFontTx/>
              <a:buNone/>
            </a:pPr>
            <a:r>
              <a:rPr lang="en-US" altLang="zh-CN" dirty="0">
                <a:solidFill>
                  <a:srgbClr val="000000"/>
                </a:solidFill>
                <a:latin typeface="Verdana" panose="020B0604030504040204" pitchFamily="34" charset="0"/>
              </a:rPr>
              <a:t>Therefore, we have that:</a:t>
            </a:r>
            <a:endParaRPr lang="en-US" altLang="zh-CN" dirty="0">
              <a:solidFill>
                <a:srgbClr val="000000"/>
              </a:solidFill>
              <a:latin typeface="Verdana" panose="020B0604030504040204" pitchFamily="34" charset="0"/>
            </a:endParaRPr>
          </a:p>
          <a:p>
            <a:pPr marL="0" lvl="0" indent="0">
              <a:spcBef>
                <a:spcPct val="0"/>
              </a:spcBef>
              <a:buClrTx/>
              <a:buSzTx/>
              <a:buFontTx/>
              <a:buNone/>
            </a:pPr>
            <a:endParaRPr lang="en-US" altLang="zh-CN" dirty="0">
              <a:solidFill>
                <a:srgbClr val="000000"/>
              </a:solidFill>
              <a:latin typeface="Verdana" panose="020B0604030504040204" pitchFamily="34" charset="0"/>
            </a:endParaRPr>
          </a:p>
        </p:txBody>
      </p:sp>
      <p:pic>
        <p:nvPicPr>
          <p:cNvPr id="117764" name="Picture 8"/>
          <p:cNvPicPr>
            <a:picLocks noChangeAspect="1"/>
          </p:cNvPicPr>
          <p:nvPr/>
        </p:nvPicPr>
        <p:blipFill>
          <a:blip r:embed="rId1"/>
          <a:stretch>
            <a:fillRect/>
          </a:stretch>
        </p:blipFill>
        <p:spPr>
          <a:xfrm>
            <a:off x="2387600" y="1541463"/>
            <a:ext cx="4903788" cy="488950"/>
          </a:xfrm>
          <a:prstGeom prst="rect">
            <a:avLst/>
          </a:prstGeom>
          <a:noFill/>
          <a:ln w="9525">
            <a:noFill/>
          </a:ln>
        </p:spPr>
      </p:pic>
      <p:sp>
        <p:nvSpPr>
          <p:cNvPr id="117765" name="Rectangle 9"/>
          <p:cNvSpPr/>
          <p:nvPr/>
        </p:nvSpPr>
        <p:spPr>
          <a:xfrm>
            <a:off x="2286000" y="2187575"/>
            <a:ext cx="4572000" cy="646113"/>
          </a:xfrm>
          <a:prstGeom prst="rect">
            <a:avLst/>
          </a:prstGeom>
          <a:noFill/>
          <a:ln w="9525">
            <a:noFill/>
          </a:ln>
        </p:spPr>
        <p:txBody>
          <a:bodyPr>
            <a:spAutoFit/>
          </a:bodyPr>
          <a:lstStyle>
            <a:lvl1pPr marL="342900" indent="-342900" algn="l" rtl="0" eaLnBrk="0" fontAlgn="base" hangingPunct="0">
              <a:spcBef>
                <a:spcPct val="35000"/>
              </a:spcBef>
              <a:spcAft>
                <a:spcPct val="0"/>
              </a:spcAft>
              <a:buClr>
                <a:srgbClr val="993300"/>
              </a:buClr>
              <a:buSzPct val="90000"/>
              <a:buFont typeface="Monotype Sorts" pitchFamily="-84" charset="2"/>
              <a:buChar char="n"/>
              <a:defRPr kumimoji="1">
                <a:solidFill>
                  <a:schemeClr val="tx1"/>
                </a:solidFill>
                <a:latin typeface="+mn-lt"/>
                <a:ea typeface="MS PGothic" panose="020B0600070205080204" pitchFamily="34" charset="-128"/>
                <a:cs typeface="MS PGothic" panose="020B0600070205080204" pitchFamily="34" charset="-128"/>
              </a:defRPr>
            </a:lvl1pPr>
            <a:lvl2pPr marL="742950" indent="-285750" algn="l" rtl="0" eaLnBrk="0" fontAlgn="base" hangingPunct="0">
              <a:spcBef>
                <a:spcPct val="35000"/>
              </a:spcBef>
              <a:spcAft>
                <a:spcPct val="0"/>
              </a:spcAft>
              <a:buClr>
                <a:srgbClr val="CC6600"/>
              </a:buClr>
              <a:buSzPct val="80000"/>
              <a:buFont typeface="Monotype Sorts" pitchFamily="-84" charset="2"/>
              <a:buChar char="l"/>
              <a:defRPr kumimoji="1">
                <a:solidFill>
                  <a:schemeClr val="tx1"/>
                </a:solidFill>
                <a:latin typeface="+mn-lt"/>
                <a:ea typeface="MS PGothic" panose="020B0600070205080204" pitchFamily="34" charset="-128"/>
              </a:defRPr>
            </a:lvl2pPr>
            <a:lvl3pPr marL="1085850"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a:solidFill>
                  <a:schemeClr val="tx1"/>
                </a:solidFill>
                <a:latin typeface="+mn-lt"/>
                <a:ea typeface="MS PGothic" panose="020B0600070205080204" pitchFamily="34" charset="-128"/>
              </a:defRPr>
            </a:lvl3pPr>
            <a:lvl4pPr marL="1428750" indent="-228600" algn="l" rtl="0" eaLnBrk="0" fontAlgn="base" hangingPunct="0">
              <a:spcBef>
                <a:spcPct val="35000"/>
              </a:spcBef>
              <a:spcAft>
                <a:spcPct val="0"/>
              </a:spcAft>
              <a:buClr>
                <a:schemeClr val="hlink"/>
              </a:buClr>
              <a:buSzPct val="75000"/>
              <a:buChar char="–"/>
              <a:defRPr kumimoji="1">
                <a:solidFill>
                  <a:schemeClr val="tx1"/>
                </a:solidFill>
                <a:latin typeface="+mn-lt"/>
                <a:ea typeface="MS PGothic" panose="020B0600070205080204" pitchFamily="34" charset="-128"/>
              </a:defRPr>
            </a:lvl4pPr>
            <a:lvl5pPr marL="17716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anose="020B0600070205080204" pitchFamily="34" charset="-128"/>
              </a:defRPr>
            </a:lvl5pPr>
          </a:lstStyle>
          <a:p>
            <a:pPr marL="0" lvl="0" indent="0">
              <a:spcBef>
                <a:spcPct val="0"/>
              </a:spcBef>
              <a:buClrTx/>
              <a:buSzTx/>
              <a:buFontTx/>
              <a:buNone/>
            </a:pPr>
            <a:r>
              <a:rPr lang="en-US" altLang="zh-CN" dirty="0">
                <a:solidFill>
                  <a:srgbClr val="000000"/>
                </a:solidFill>
                <a:latin typeface="Verdana" panose="020B0604030504040204" pitchFamily="34" charset="0"/>
              </a:rPr>
              <a:t>we conclude that:</a:t>
            </a:r>
            <a:endParaRPr lang="en-US" altLang="zh-CN" dirty="0">
              <a:solidFill>
                <a:srgbClr val="000000"/>
              </a:solidFill>
              <a:latin typeface="Verdana" panose="020B0604030504040204" pitchFamily="34" charset="0"/>
            </a:endParaRPr>
          </a:p>
          <a:p>
            <a:pPr marL="0" lvl="0" indent="0">
              <a:spcBef>
                <a:spcPct val="0"/>
              </a:spcBef>
              <a:buClrTx/>
              <a:buSzTx/>
              <a:buFontTx/>
              <a:buNone/>
            </a:pPr>
            <a:endParaRPr lang="en-US" altLang="zh-CN" dirty="0">
              <a:solidFill>
                <a:srgbClr val="000000"/>
              </a:solidFill>
              <a:latin typeface="Verdana" panose="020B0604030504040204" pitchFamily="34" charset="0"/>
            </a:endParaRPr>
          </a:p>
        </p:txBody>
      </p:sp>
      <p:pic>
        <p:nvPicPr>
          <p:cNvPr id="117766" name="Picture 14"/>
          <p:cNvPicPr>
            <a:picLocks noChangeAspect="1"/>
          </p:cNvPicPr>
          <p:nvPr/>
        </p:nvPicPr>
        <p:blipFill>
          <a:blip r:embed="rId2"/>
          <a:stretch>
            <a:fillRect/>
          </a:stretch>
        </p:blipFill>
        <p:spPr>
          <a:xfrm>
            <a:off x="4495800" y="2278063"/>
            <a:ext cx="2362200" cy="466725"/>
          </a:xfrm>
          <a:prstGeom prst="rect">
            <a:avLst/>
          </a:prstGeom>
          <a:noFill/>
          <a:ln w="9525">
            <a:noFill/>
          </a:ln>
        </p:spPr>
      </p:pic>
      <p:pic>
        <p:nvPicPr>
          <p:cNvPr id="117767" name="Picture 2"/>
          <p:cNvPicPr>
            <a:picLocks noChangeAspect="1"/>
          </p:cNvPicPr>
          <p:nvPr/>
        </p:nvPicPr>
        <p:blipFill>
          <a:blip r:embed="rId3"/>
          <a:stretch>
            <a:fillRect/>
          </a:stretch>
        </p:blipFill>
        <p:spPr>
          <a:xfrm>
            <a:off x="2387600" y="3179763"/>
            <a:ext cx="6465888" cy="495300"/>
          </a:xfrm>
          <a:prstGeom prst="rect">
            <a:avLst/>
          </a:prstGeom>
          <a:noFill/>
          <a:ln w="9525">
            <a:noFill/>
          </a:ln>
        </p:spPr>
      </p:pic>
      <p:sp>
        <p:nvSpPr>
          <p:cNvPr id="117768" name="Rectangle 3"/>
          <p:cNvSpPr/>
          <p:nvPr/>
        </p:nvSpPr>
        <p:spPr>
          <a:xfrm>
            <a:off x="368300" y="3835400"/>
            <a:ext cx="3581400" cy="368300"/>
          </a:xfrm>
          <a:prstGeom prst="rect">
            <a:avLst/>
          </a:prstGeom>
          <a:noFill/>
          <a:ln w="9525">
            <a:noFill/>
          </a:ln>
        </p:spPr>
        <p:txBody>
          <a:bodyPr wrap="none">
            <a:spAutoFit/>
          </a:bodyPr>
          <a:lstStyle>
            <a:lvl1pPr marL="342900" indent="-342900" algn="l" rtl="0" eaLnBrk="0" fontAlgn="base" hangingPunct="0">
              <a:spcBef>
                <a:spcPct val="35000"/>
              </a:spcBef>
              <a:spcAft>
                <a:spcPct val="0"/>
              </a:spcAft>
              <a:buClr>
                <a:srgbClr val="993300"/>
              </a:buClr>
              <a:buSzPct val="90000"/>
              <a:buFont typeface="Monotype Sorts" pitchFamily="-84" charset="2"/>
              <a:buChar char="n"/>
              <a:defRPr kumimoji="1">
                <a:solidFill>
                  <a:schemeClr val="tx1"/>
                </a:solidFill>
                <a:latin typeface="+mn-lt"/>
                <a:ea typeface="MS PGothic" panose="020B0600070205080204" pitchFamily="34" charset="-128"/>
                <a:cs typeface="MS PGothic" panose="020B0600070205080204" pitchFamily="34" charset="-128"/>
              </a:defRPr>
            </a:lvl1pPr>
            <a:lvl2pPr marL="742950" indent="-285750" algn="l" rtl="0" eaLnBrk="0" fontAlgn="base" hangingPunct="0">
              <a:spcBef>
                <a:spcPct val="35000"/>
              </a:spcBef>
              <a:spcAft>
                <a:spcPct val="0"/>
              </a:spcAft>
              <a:buClr>
                <a:srgbClr val="CC6600"/>
              </a:buClr>
              <a:buSzPct val="80000"/>
              <a:buFont typeface="Monotype Sorts" pitchFamily="-84" charset="2"/>
              <a:buChar char="l"/>
              <a:defRPr kumimoji="1">
                <a:solidFill>
                  <a:schemeClr val="tx1"/>
                </a:solidFill>
                <a:latin typeface="+mn-lt"/>
                <a:ea typeface="MS PGothic" panose="020B0600070205080204" pitchFamily="34" charset="-128"/>
              </a:defRPr>
            </a:lvl2pPr>
            <a:lvl3pPr marL="1085850"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a:solidFill>
                  <a:schemeClr val="tx1"/>
                </a:solidFill>
                <a:latin typeface="+mn-lt"/>
                <a:ea typeface="MS PGothic" panose="020B0600070205080204" pitchFamily="34" charset="-128"/>
              </a:defRPr>
            </a:lvl3pPr>
            <a:lvl4pPr marL="1428750" indent="-228600" algn="l" rtl="0" eaLnBrk="0" fontAlgn="base" hangingPunct="0">
              <a:spcBef>
                <a:spcPct val="35000"/>
              </a:spcBef>
              <a:spcAft>
                <a:spcPct val="0"/>
              </a:spcAft>
              <a:buClr>
                <a:schemeClr val="hlink"/>
              </a:buClr>
              <a:buSzPct val="75000"/>
              <a:buChar char="–"/>
              <a:defRPr kumimoji="1">
                <a:solidFill>
                  <a:schemeClr val="tx1"/>
                </a:solidFill>
                <a:latin typeface="+mn-lt"/>
                <a:ea typeface="MS PGothic" panose="020B0600070205080204" pitchFamily="34" charset="-128"/>
              </a:defRPr>
            </a:lvl4pPr>
            <a:lvl5pPr marL="17716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anose="020B0600070205080204" pitchFamily="34" charset="-128"/>
              </a:defRPr>
            </a:lvl5pPr>
          </a:lstStyle>
          <a:p>
            <a:pPr marL="0" lvl="0" indent="0">
              <a:spcBef>
                <a:spcPct val="0"/>
              </a:spcBef>
              <a:buClrTx/>
              <a:buSzTx/>
              <a:buFontTx/>
              <a:buNone/>
            </a:pPr>
            <a:r>
              <a:rPr lang="en-US" altLang="zh-CN" dirty="0">
                <a:solidFill>
                  <a:srgbClr val="000000"/>
                </a:solidFill>
                <a:latin typeface="Verdana" panose="020B0604030504040204" pitchFamily="34" charset="0"/>
              </a:rPr>
              <a:t>And we have a contradiction:</a:t>
            </a:r>
            <a:endParaRPr lang="zh-CN" altLang="en-US" dirty="0">
              <a:solidFill>
                <a:srgbClr val="000000"/>
              </a:solidFill>
              <a:latin typeface="Verdana" panose="020B0604030504040204" pitchFamily="34" charset="0"/>
            </a:endParaRPr>
          </a:p>
        </p:txBody>
      </p:sp>
      <p:pic>
        <p:nvPicPr>
          <p:cNvPr id="117769" name="Picture 4"/>
          <p:cNvPicPr>
            <a:picLocks noChangeAspect="1"/>
          </p:cNvPicPr>
          <p:nvPr/>
        </p:nvPicPr>
        <p:blipFill>
          <a:blip r:embed="rId4"/>
          <a:stretch>
            <a:fillRect/>
          </a:stretch>
        </p:blipFill>
        <p:spPr>
          <a:xfrm>
            <a:off x="4013200" y="4017963"/>
            <a:ext cx="2152650" cy="476250"/>
          </a:xfrm>
          <a:prstGeom prst="rect">
            <a:avLst/>
          </a:prstGeom>
          <a:noFill/>
          <a:ln w="9525">
            <a:noFill/>
          </a:ln>
        </p:spPr>
      </p:pic>
      <p:sp>
        <p:nvSpPr>
          <p:cNvPr id="117770" name="Rectangle 5"/>
          <p:cNvSpPr/>
          <p:nvPr/>
        </p:nvSpPr>
        <p:spPr>
          <a:xfrm>
            <a:off x="406400" y="4835525"/>
            <a:ext cx="1406525" cy="369888"/>
          </a:xfrm>
          <a:prstGeom prst="rect">
            <a:avLst/>
          </a:prstGeom>
          <a:noFill/>
          <a:ln w="9525">
            <a:noFill/>
          </a:ln>
        </p:spPr>
        <p:txBody>
          <a:bodyPr wrap="none">
            <a:spAutoFit/>
          </a:bodyPr>
          <a:lstStyle>
            <a:lvl1pPr marL="342900" indent="-342900" algn="l" rtl="0" eaLnBrk="0" fontAlgn="base" hangingPunct="0">
              <a:spcBef>
                <a:spcPct val="35000"/>
              </a:spcBef>
              <a:spcAft>
                <a:spcPct val="0"/>
              </a:spcAft>
              <a:buClr>
                <a:srgbClr val="993300"/>
              </a:buClr>
              <a:buSzPct val="90000"/>
              <a:buFont typeface="Monotype Sorts" pitchFamily="-84" charset="2"/>
              <a:buChar char="n"/>
              <a:defRPr kumimoji="1">
                <a:solidFill>
                  <a:schemeClr val="tx1"/>
                </a:solidFill>
                <a:latin typeface="+mn-lt"/>
                <a:ea typeface="MS PGothic" panose="020B0600070205080204" pitchFamily="34" charset="-128"/>
                <a:cs typeface="MS PGothic" panose="020B0600070205080204" pitchFamily="34" charset="-128"/>
              </a:defRPr>
            </a:lvl1pPr>
            <a:lvl2pPr marL="742950" indent="-285750" algn="l" rtl="0" eaLnBrk="0" fontAlgn="base" hangingPunct="0">
              <a:spcBef>
                <a:spcPct val="35000"/>
              </a:spcBef>
              <a:spcAft>
                <a:spcPct val="0"/>
              </a:spcAft>
              <a:buClr>
                <a:srgbClr val="CC6600"/>
              </a:buClr>
              <a:buSzPct val="80000"/>
              <a:buFont typeface="Monotype Sorts" pitchFamily="-84" charset="2"/>
              <a:buChar char="l"/>
              <a:defRPr kumimoji="1">
                <a:solidFill>
                  <a:schemeClr val="tx1"/>
                </a:solidFill>
                <a:latin typeface="+mn-lt"/>
                <a:ea typeface="MS PGothic" panose="020B0600070205080204" pitchFamily="34" charset="-128"/>
              </a:defRPr>
            </a:lvl2pPr>
            <a:lvl3pPr marL="1085850"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a:solidFill>
                  <a:schemeClr val="tx1"/>
                </a:solidFill>
                <a:latin typeface="+mn-lt"/>
                <a:ea typeface="MS PGothic" panose="020B0600070205080204" pitchFamily="34" charset="-128"/>
              </a:defRPr>
            </a:lvl3pPr>
            <a:lvl4pPr marL="1428750" indent="-228600" algn="l" rtl="0" eaLnBrk="0" fontAlgn="base" hangingPunct="0">
              <a:spcBef>
                <a:spcPct val="35000"/>
              </a:spcBef>
              <a:spcAft>
                <a:spcPct val="0"/>
              </a:spcAft>
              <a:buClr>
                <a:schemeClr val="hlink"/>
              </a:buClr>
              <a:buSzPct val="75000"/>
              <a:buChar char="–"/>
              <a:defRPr kumimoji="1">
                <a:solidFill>
                  <a:schemeClr val="tx1"/>
                </a:solidFill>
                <a:latin typeface="+mn-lt"/>
                <a:ea typeface="MS PGothic" panose="020B0600070205080204" pitchFamily="34" charset="-128"/>
              </a:defRPr>
            </a:lvl4pPr>
            <a:lvl5pPr marL="17716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anose="020B0600070205080204" pitchFamily="34" charset="-128"/>
              </a:defRPr>
            </a:lvl5pPr>
          </a:lstStyle>
          <a:p>
            <a:pPr marL="0" lvl="0" indent="0">
              <a:spcBef>
                <a:spcPct val="0"/>
              </a:spcBef>
              <a:buClrTx/>
              <a:buSzTx/>
              <a:buFontTx/>
              <a:buNone/>
            </a:pPr>
            <a:r>
              <a:rPr lang="en-US" altLang="zh-CN" dirty="0">
                <a:solidFill>
                  <a:srgbClr val="000000"/>
                </a:solidFill>
                <a:latin typeface="Verdana" panose="020B0604030504040204" pitchFamily="34" charset="0"/>
              </a:rPr>
              <a:t>Therefore:</a:t>
            </a:r>
            <a:endParaRPr lang="zh-CN" altLang="en-US" dirty="0">
              <a:solidFill>
                <a:srgbClr val="000000"/>
              </a:solidFill>
              <a:latin typeface="Verdana" panose="020B0604030504040204" pitchFamily="34" charset="0"/>
            </a:endParaRPr>
          </a:p>
        </p:txBody>
      </p:sp>
      <p:sp>
        <p:nvSpPr>
          <p:cNvPr id="16" name="Rectangle 15"/>
          <p:cNvSpPr/>
          <p:nvPr/>
        </p:nvSpPr>
        <p:spPr bwMode="auto">
          <a:xfrm>
            <a:off x="593725" y="5375275"/>
            <a:ext cx="8093075" cy="1006475"/>
          </a:xfrm>
          <a:prstGeom prst="rect">
            <a:avLst/>
          </a:prstGeom>
          <a:solidFill>
            <a:schemeClr val="accent2">
              <a:lumMod val="20000"/>
              <a:lumOff val="80000"/>
            </a:schemeClr>
          </a:solidFill>
          <a:ln w="9525" cap="flat" cmpd="sng" algn="ctr">
            <a:solidFill>
              <a:schemeClr val="tx1"/>
            </a:solidFill>
            <a:prstDash val="solid"/>
            <a:round/>
            <a:headEnd type="none" w="med" len="med"/>
            <a:tailEnd type="none" w="med" len="med"/>
          </a:ln>
          <a:effectLst/>
        </p:spPr>
        <p:txBody>
          <a:bodyPr wrap="none"/>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Verdana" panose="020B0604030504040204" pitchFamily="34" charset="0"/>
              <a:ea typeface="MS PGothic" panose="020B0600070205080204" pitchFamily="34" charset="-128"/>
              <a:cs typeface="+mn-cs"/>
            </a:endParaRPr>
          </a:p>
        </p:txBody>
      </p:sp>
      <p:sp>
        <p:nvSpPr>
          <p:cNvPr id="117772" name="TextBox 16"/>
          <p:cNvSpPr txBox="1"/>
          <p:nvPr/>
        </p:nvSpPr>
        <p:spPr>
          <a:xfrm>
            <a:off x="165100" y="5511800"/>
            <a:ext cx="8521700" cy="744538"/>
          </a:xfrm>
          <a:prstGeom prst="rect">
            <a:avLst/>
          </a:prstGeom>
          <a:noFill/>
          <a:ln w="9525">
            <a:noFill/>
          </a:ln>
        </p:spPr>
        <p:txBody>
          <a:bodyPr>
            <a:spAutoFit/>
          </a:bodyPr>
          <a:lstStyle>
            <a:lvl1pPr marL="342900" indent="-342900" algn="l" rtl="0" eaLnBrk="0" fontAlgn="base" hangingPunct="0">
              <a:spcBef>
                <a:spcPct val="35000"/>
              </a:spcBef>
              <a:spcAft>
                <a:spcPct val="0"/>
              </a:spcAft>
              <a:buClr>
                <a:srgbClr val="993300"/>
              </a:buClr>
              <a:buSzPct val="90000"/>
              <a:buFont typeface="Monotype Sorts" pitchFamily="-84" charset="2"/>
              <a:buChar char="n"/>
              <a:defRPr kumimoji="1">
                <a:solidFill>
                  <a:schemeClr val="tx1"/>
                </a:solidFill>
                <a:latin typeface="+mn-lt"/>
                <a:ea typeface="MS PGothic" panose="020B0600070205080204" pitchFamily="34" charset="-128"/>
                <a:cs typeface="MS PGothic" panose="020B0600070205080204" pitchFamily="34" charset="-128"/>
              </a:defRPr>
            </a:lvl1pPr>
            <a:lvl2pPr marL="742950" indent="-285750" algn="l" rtl="0" eaLnBrk="0" fontAlgn="base" hangingPunct="0">
              <a:spcBef>
                <a:spcPct val="35000"/>
              </a:spcBef>
              <a:spcAft>
                <a:spcPct val="0"/>
              </a:spcAft>
              <a:buClr>
                <a:srgbClr val="CC6600"/>
              </a:buClr>
              <a:buSzPct val="80000"/>
              <a:buFont typeface="Monotype Sorts" pitchFamily="-84" charset="2"/>
              <a:buChar char="l"/>
              <a:defRPr kumimoji="1">
                <a:solidFill>
                  <a:schemeClr val="tx1"/>
                </a:solidFill>
                <a:latin typeface="+mn-lt"/>
                <a:ea typeface="MS PGothic" panose="020B0600070205080204" pitchFamily="34" charset="-128"/>
              </a:defRPr>
            </a:lvl2pPr>
            <a:lvl3pPr marL="1085850"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a:solidFill>
                  <a:schemeClr val="tx1"/>
                </a:solidFill>
                <a:latin typeface="+mn-lt"/>
                <a:ea typeface="MS PGothic" panose="020B0600070205080204" pitchFamily="34" charset="-128"/>
              </a:defRPr>
            </a:lvl3pPr>
            <a:lvl4pPr marL="1428750" indent="-228600" algn="l" rtl="0" eaLnBrk="0" fontAlgn="base" hangingPunct="0">
              <a:spcBef>
                <a:spcPct val="35000"/>
              </a:spcBef>
              <a:spcAft>
                <a:spcPct val="0"/>
              </a:spcAft>
              <a:buClr>
                <a:schemeClr val="hlink"/>
              </a:buClr>
              <a:buSzPct val="75000"/>
              <a:buChar char="–"/>
              <a:defRPr kumimoji="1">
                <a:solidFill>
                  <a:schemeClr val="tx1"/>
                </a:solidFill>
                <a:latin typeface="+mn-lt"/>
                <a:ea typeface="MS PGothic" panose="020B0600070205080204" pitchFamily="34" charset="-128"/>
              </a:defRPr>
            </a:lvl4pPr>
            <a:lvl5pPr marL="17716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anose="020B0600070205080204" pitchFamily="34" charset="-128"/>
              </a:defRPr>
            </a:lvl5pPr>
          </a:lstStyle>
          <a:p>
            <a:pPr marL="742950" lvl="1" indent="-285750">
              <a:buFont typeface="Wingdings" panose="05000000000000000000" pitchFamily="2" charset="2"/>
              <a:buChar char="Ø"/>
            </a:pPr>
            <a:r>
              <a:rPr lang="en-US" altLang="zh-CN" dirty="0">
                <a:solidFill>
                  <a:srgbClr val="000000"/>
                </a:solidFill>
              </a:rPr>
              <a:t>The assumption that </a:t>
            </a:r>
            <a:r>
              <a:rPr lang="en-US" altLang="zh-CN" dirty="0">
                <a:solidFill>
                  <a:srgbClr val="0000FF"/>
                </a:solidFill>
              </a:rPr>
              <a:t>n processes </a:t>
            </a:r>
            <a:r>
              <a:rPr lang="en-US" altLang="zh-CN" dirty="0">
                <a:solidFill>
                  <a:srgbClr val="000000"/>
                </a:solidFill>
              </a:rPr>
              <a:t>can be involved in a </a:t>
            </a:r>
            <a:r>
              <a:rPr lang="en-US" altLang="zh-CN" dirty="0">
                <a:solidFill>
                  <a:srgbClr val="0000FF"/>
                </a:solidFill>
              </a:rPr>
              <a:t>deadlock</a:t>
            </a:r>
            <a:r>
              <a:rPr lang="en-US" altLang="zh-CN" dirty="0">
                <a:solidFill>
                  <a:srgbClr val="000000"/>
                </a:solidFill>
              </a:rPr>
              <a:t> is </a:t>
            </a:r>
            <a:r>
              <a:rPr lang="en-US" altLang="zh-CN" dirty="0">
                <a:solidFill>
                  <a:srgbClr val="FF0000"/>
                </a:solidFill>
              </a:rPr>
              <a:t>wrong</a:t>
            </a:r>
            <a:endParaRPr lang="en-US" altLang="zh-CN" dirty="0">
              <a:solidFill>
                <a:srgbClr val="FF0000"/>
              </a:solidFill>
            </a:endParaRPr>
          </a:p>
          <a:p>
            <a:pPr marL="742950" lvl="1" indent="-285750">
              <a:buFont typeface="Wingdings" panose="05000000000000000000" pitchFamily="2" charset="2"/>
              <a:buChar char="Ø"/>
            </a:pPr>
            <a:r>
              <a:rPr lang="en-US" altLang="zh-CN" dirty="0">
                <a:solidFill>
                  <a:srgbClr val="FF0000"/>
                </a:solidFill>
              </a:rPr>
              <a:t>So deadlock is not possible</a:t>
            </a:r>
            <a:endParaRPr lang="en-US" altLang="zh-CN" dirty="0">
              <a:solidFill>
                <a:srgbClr val="FF0000"/>
              </a:solidFill>
            </a:endParaRP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9810" name="Rectangle 2"/>
          <p:cNvSpPr>
            <a:spLocks noGrp="1"/>
          </p:cNvSpPr>
          <p:nvPr>
            <p:ph type="title"/>
          </p:nvPr>
        </p:nvSpPr>
        <p:spPr>
          <a:xfrm>
            <a:off x="1109663" y="214313"/>
            <a:ext cx="7577137" cy="576262"/>
          </a:xfrm>
        </p:spPr>
        <p:txBody>
          <a:bodyPr vert="horz" wrap="square" lIns="91440" tIns="45720" rIns="91440" bIns="45720" anchor="b" anchorCtr="0"/>
          <a:p>
            <a:pPr eaLnBrk="1" hangingPunct="1"/>
            <a:r>
              <a:rPr lang="en-US" altLang="en-US" dirty="0"/>
              <a:t>Deadlock prevention</a:t>
            </a:r>
            <a:endParaRPr lang="en-US" altLang="en-US" dirty="0"/>
          </a:p>
        </p:txBody>
      </p:sp>
      <p:sp>
        <p:nvSpPr>
          <p:cNvPr id="5" name="Rectangle 3"/>
          <p:cNvSpPr txBox="1">
            <a:spLocks noChangeArrowheads="1"/>
          </p:cNvSpPr>
          <p:nvPr/>
        </p:nvSpPr>
        <p:spPr bwMode="auto">
          <a:xfrm>
            <a:off x="882650" y="2852738"/>
            <a:ext cx="7804150" cy="576263"/>
          </a:xfrm>
          <a:prstGeom prst="rect">
            <a:avLst/>
          </a:prstGeom>
          <a:noFill/>
          <a:ln>
            <a:noFill/>
          </a:ln>
        </p:spPr>
        <p:txBody>
          <a:bodyPr/>
          <a:lstStyle>
            <a:lvl1pPr marL="342900" indent="-342900" algn="l" rtl="0" eaLnBrk="0" fontAlgn="base" hangingPunct="0">
              <a:spcBef>
                <a:spcPct val="35000"/>
              </a:spcBef>
              <a:spcAft>
                <a:spcPct val="0"/>
              </a:spcAft>
              <a:buClr>
                <a:srgbClr val="993300"/>
              </a:buClr>
              <a:buSzPct val="90000"/>
              <a:buFont typeface="Monotype Sorts" pitchFamily="-84" charset="2"/>
              <a:buChar char="n"/>
              <a:defRPr kumimoji="1">
                <a:solidFill>
                  <a:schemeClr val="tx1"/>
                </a:solidFill>
                <a:latin typeface="+mn-lt"/>
                <a:ea typeface="MS PGothic" panose="020B0600070205080204" pitchFamily="34" charset="-128"/>
                <a:cs typeface="MS PGothic" panose="020B0600070205080204" pitchFamily="34" charset="-128"/>
              </a:defRPr>
            </a:lvl1pPr>
            <a:lvl2pPr marL="742950" indent="-285750" algn="l" rtl="0" eaLnBrk="0" fontAlgn="base" hangingPunct="0">
              <a:spcBef>
                <a:spcPct val="35000"/>
              </a:spcBef>
              <a:spcAft>
                <a:spcPct val="0"/>
              </a:spcAft>
              <a:buClr>
                <a:srgbClr val="CC6600"/>
              </a:buClr>
              <a:buSzPct val="80000"/>
              <a:buFont typeface="Monotype Sorts" pitchFamily="-84" charset="2"/>
              <a:buChar char="l"/>
              <a:defRPr kumimoji="1">
                <a:solidFill>
                  <a:schemeClr val="tx1"/>
                </a:solidFill>
                <a:latin typeface="+mn-lt"/>
                <a:ea typeface="MS PGothic" panose="020B0600070205080204" pitchFamily="34" charset="-128"/>
              </a:defRPr>
            </a:lvl2pPr>
            <a:lvl3pPr marL="1085850"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a:solidFill>
                  <a:schemeClr val="tx1"/>
                </a:solidFill>
                <a:latin typeface="+mn-lt"/>
                <a:ea typeface="MS PGothic" panose="020B0600070205080204" pitchFamily="34" charset="-128"/>
              </a:defRPr>
            </a:lvl3pPr>
            <a:lvl4pPr marL="1428750" indent="-228600" algn="l" rtl="0" eaLnBrk="0" fontAlgn="base" hangingPunct="0">
              <a:spcBef>
                <a:spcPct val="35000"/>
              </a:spcBef>
              <a:spcAft>
                <a:spcPct val="0"/>
              </a:spcAft>
              <a:buClr>
                <a:schemeClr val="hlink"/>
              </a:buClr>
              <a:buSzPct val="75000"/>
              <a:buChar char="–"/>
              <a:defRPr kumimoji="1">
                <a:solidFill>
                  <a:schemeClr val="tx1"/>
                </a:solidFill>
                <a:latin typeface="+mn-lt"/>
                <a:ea typeface="MS PGothic" panose="020B0600070205080204" pitchFamily="34" charset="-128"/>
              </a:defRPr>
            </a:lvl4pPr>
            <a:lvl5pPr marL="17716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anose="020B0600070205080204" pitchFamily="34" charset="-128"/>
              </a:defRPr>
            </a:lvl5pPr>
            <a:lvl6pPr marL="22288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anose="020B0600070205080204" pitchFamily="34" charset="-128"/>
              </a:defRPr>
            </a:lvl6pPr>
            <a:lvl7pPr marL="26860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anose="020B0600070205080204" pitchFamily="34" charset="-128"/>
              </a:defRPr>
            </a:lvl7pPr>
            <a:lvl8pPr marL="31432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anose="020B0600070205080204" pitchFamily="34" charset="-128"/>
              </a:defRPr>
            </a:lvl8pPr>
            <a:lvl9pPr marL="36004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anose="020B0600070205080204" pitchFamily="34" charset="-128"/>
              </a:defRPr>
            </a:lvl9pPr>
          </a:lstStyle>
          <a:p>
            <a:pPr marL="0" marR="0" lvl="0" indent="0" algn="l" defTabSz="914400" rtl="0" eaLnBrk="0" fontAlgn="base" latinLnBrk="0" hangingPunct="0">
              <a:lnSpc>
                <a:spcPct val="100000"/>
              </a:lnSpc>
              <a:spcBef>
                <a:spcPct val="35000"/>
              </a:spcBef>
              <a:spcAft>
                <a:spcPct val="0"/>
              </a:spcAft>
              <a:buClr>
                <a:srgbClr val="993300"/>
              </a:buClr>
              <a:buSzPct val="90000"/>
              <a:buFont typeface="Monotype Sorts" pitchFamily="-84" charset="2"/>
              <a:buNone/>
              <a:defRPr/>
            </a:pPr>
            <a:r>
              <a:rPr kumimoji="1" lang="en-US" altLang="en-US" sz="2800" b="1" i="0" u="none" strike="noStrike" kern="0" cap="none" spc="0" normalizeH="0" baseline="0" noProof="0" dirty="0">
                <a:ln>
                  <a:noFill/>
                </a:ln>
                <a:solidFill>
                  <a:srgbClr val="000000"/>
                </a:solidFill>
                <a:effectLst/>
                <a:uLnTx/>
                <a:uFillTx/>
                <a:latin typeface="+mn-lt"/>
                <a:ea typeface="MS PGothic" panose="020B0600070205080204" pitchFamily="34" charset="-128"/>
                <a:cs typeface="MS PGothic" panose="020B0600070205080204" pitchFamily="34" charset="-128"/>
              </a:rPr>
              <a:t>Preventing deadlock with </a:t>
            </a:r>
            <a:r>
              <a:rPr kumimoji="1" lang="en-US" altLang="en-US" sz="2800" b="1" i="0" u="none" strike="noStrike" kern="0" cap="none" spc="0" normalizeH="0" baseline="0" noProof="0" dirty="0">
                <a:ln>
                  <a:noFill/>
                </a:ln>
                <a:solidFill>
                  <a:srgbClr val="FF0000"/>
                </a:solidFill>
                <a:effectLst/>
                <a:uLnTx/>
                <a:uFillTx/>
                <a:latin typeface="+mn-lt"/>
                <a:ea typeface="MS PGothic" panose="020B0600070205080204" pitchFamily="34" charset="-128"/>
                <a:cs typeface="MS PGothic" panose="020B0600070205080204" pitchFamily="34" charset="-128"/>
              </a:rPr>
              <a:t>timestamps</a:t>
            </a:r>
            <a:r>
              <a:rPr kumimoji="1" lang="en-US" altLang="en-US" sz="2800" b="1" i="0" u="none" strike="noStrike" kern="0" cap="none" spc="0" normalizeH="0" baseline="0" noProof="0" dirty="0">
                <a:ln>
                  <a:noFill/>
                </a:ln>
                <a:solidFill>
                  <a:srgbClr val="000000"/>
                </a:solidFill>
                <a:effectLst/>
                <a:uLnTx/>
                <a:uFillTx/>
                <a:latin typeface="+mn-lt"/>
                <a:ea typeface="MS PGothic" panose="020B0600070205080204" pitchFamily="34" charset="-128"/>
                <a:cs typeface="MS PGothic" panose="020B0600070205080204" pitchFamily="34" charset="-128"/>
              </a:rPr>
              <a:t>: the </a:t>
            </a:r>
            <a:r>
              <a:rPr kumimoji="1" lang="en-US" altLang="en-US" sz="2800" b="1" i="0" u="none" strike="noStrike" kern="0" cap="none" spc="0" normalizeH="0" baseline="0" noProof="0" dirty="0">
                <a:ln>
                  <a:noFill/>
                </a:ln>
                <a:solidFill>
                  <a:srgbClr val="0000FF"/>
                </a:solidFill>
                <a:effectLst/>
                <a:uLnTx/>
                <a:uFillTx/>
                <a:latin typeface="+mn-lt"/>
                <a:ea typeface="MS PGothic" panose="020B0600070205080204" pitchFamily="34" charset="-128"/>
                <a:cs typeface="MS PGothic" panose="020B0600070205080204" pitchFamily="34" charset="-128"/>
              </a:rPr>
              <a:t>wait-die method</a:t>
            </a:r>
            <a:endParaRPr kumimoji="1" lang="en-US" altLang="en-US" sz="1800" b="0" i="0" u="none" strike="noStrike" kern="0" cap="none" spc="0" normalizeH="0" baseline="0" noProof="0" dirty="0">
              <a:ln>
                <a:noFill/>
              </a:ln>
              <a:solidFill>
                <a:srgbClr val="0000FF"/>
              </a:solidFill>
              <a:effectLst/>
              <a:uLnTx/>
              <a:uFillTx/>
              <a:latin typeface="+mn-lt"/>
              <a:ea typeface="MS PGothic" panose="020B0600070205080204" pitchFamily="34" charset="-128"/>
              <a:cs typeface="MS PGothic" panose="020B0600070205080204" pitchFamily="34" charset="-128"/>
            </a:endParaRP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1858" name="Rectangle 2"/>
          <p:cNvSpPr>
            <a:spLocks noGrp="1"/>
          </p:cNvSpPr>
          <p:nvPr>
            <p:ph type="title"/>
          </p:nvPr>
        </p:nvSpPr>
        <p:spPr>
          <a:xfrm>
            <a:off x="1109663" y="214313"/>
            <a:ext cx="7577137" cy="576262"/>
          </a:xfrm>
        </p:spPr>
        <p:txBody>
          <a:bodyPr vert="horz" wrap="square" lIns="91440" tIns="45720" rIns="91440" bIns="45720" anchor="b" anchorCtr="0"/>
          <a:p>
            <a:pPr eaLnBrk="1" hangingPunct="1"/>
            <a:r>
              <a:rPr lang="en-US" altLang="zh-CN" dirty="0"/>
              <a:t>W</a:t>
            </a:r>
            <a:r>
              <a:rPr lang="en-US" altLang="en-US" dirty="0"/>
              <a:t>ait-</a:t>
            </a:r>
            <a:r>
              <a:rPr lang="en-US" altLang="zh-CN" dirty="0"/>
              <a:t>D</a:t>
            </a:r>
            <a:r>
              <a:rPr lang="en-US" altLang="en-US" dirty="0"/>
              <a:t>ie </a:t>
            </a:r>
            <a:r>
              <a:rPr lang="en-US" altLang="zh-CN" dirty="0"/>
              <a:t>M</a:t>
            </a:r>
            <a:r>
              <a:rPr lang="en-US" altLang="en-US" dirty="0"/>
              <a:t>ethod</a:t>
            </a:r>
            <a:endParaRPr lang="en-US" altLang="en-US" dirty="0"/>
          </a:p>
        </p:txBody>
      </p:sp>
      <p:sp>
        <p:nvSpPr>
          <p:cNvPr id="121859" name="Rectangle 3"/>
          <p:cNvSpPr>
            <a:spLocks noGrp="1"/>
          </p:cNvSpPr>
          <p:nvPr>
            <p:ph idx="1"/>
          </p:nvPr>
        </p:nvSpPr>
        <p:spPr>
          <a:xfrm>
            <a:off x="477838" y="1030288"/>
            <a:ext cx="8267700" cy="369887"/>
          </a:xfrm>
        </p:spPr>
        <p:txBody>
          <a:bodyPr vert="horz" wrap="square" lIns="91440" tIns="45720" rIns="91440" bIns="45720" anchor="t" anchorCtr="0"/>
          <a:p>
            <a:pPr>
              <a:buFont typeface="Wingdings" panose="05000000000000000000" pitchFamily="2" charset="2"/>
              <a:buChar char="q"/>
            </a:pPr>
            <a:r>
              <a:rPr lang="en-US" altLang="en-US" b="1" dirty="0">
                <a:solidFill>
                  <a:srgbClr val="0000FF"/>
                </a:solidFill>
              </a:rPr>
              <a:t>Timestamped</a:t>
            </a:r>
            <a:r>
              <a:rPr lang="en-US" altLang="en-US" dirty="0"/>
              <a:t> </a:t>
            </a:r>
            <a:r>
              <a:rPr lang="en-US" altLang="zh-CN" dirty="0"/>
              <a:t>processes</a:t>
            </a:r>
            <a:r>
              <a:rPr lang="en-US" altLang="en-US" dirty="0"/>
              <a:t>:</a:t>
            </a:r>
            <a:endParaRPr lang="en-US" altLang="en-US" dirty="0"/>
          </a:p>
        </p:txBody>
      </p:sp>
      <p:sp>
        <p:nvSpPr>
          <p:cNvPr id="5" name="Rectangle 4"/>
          <p:cNvSpPr/>
          <p:nvPr/>
        </p:nvSpPr>
        <p:spPr bwMode="auto">
          <a:xfrm>
            <a:off x="890588" y="1490663"/>
            <a:ext cx="7796213" cy="2247900"/>
          </a:xfrm>
          <a:prstGeom prst="rect">
            <a:avLst/>
          </a:prstGeom>
          <a:solidFill>
            <a:schemeClr val="accent2">
              <a:lumMod val="20000"/>
              <a:lumOff val="80000"/>
            </a:schemeClr>
          </a:solidFill>
          <a:ln w="9525" cap="flat" cmpd="sng" algn="ctr">
            <a:solidFill>
              <a:schemeClr val="tx1"/>
            </a:solidFill>
            <a:prstDash val="solid"/>
            <a:round/>
            <a:headEnd type="none" w="med" len="med"/>
            <a:tailEnd type="none" w="med" len="med"/>
          </a:ln>
          <a:effectLst/>
        </p:spPr>
        <p:txBody>
          <a:bodyPr wrap="none"/>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Verdana" panose="020B0604030504040204" pitchFamily="34" charset="0"/>
              <a:ea typeface="MS PGothic" panose="020B0600070205080204" pitchFamily="34" charset="-128"/>
              <a:cs typeface="+mn-cs"/>
            </a:endParaRPr>
          </a:p>
        </p:txBody>
      </p:sp>
      <p:sp>
        <p:nvSpPr>
          <p:cNvPr id="121861" name="TextBox 5"/>
          <p:cNvSpPr txBox="1"/>
          <p:nvPr/>
        </p:nvSpPr>
        <p:spPr>
          <a:xfrm>
            <a:off x="671513" y="1628775"/>
            <a:ext cx="7878762" cy="1490663"/>
          </a:xfrm>
          <a:prstGeom prst="rect">
            <a:avLst/>
          </a:prstGeom>
          <a:noFill/>
          <a:ln w="9525">
            <a:noFill/>
          </a:ln>
        </p:spPr>
        <p:txBody>
          <a:bodyPr>
            <a:spAutoFit/>
          </a:bodyPr>
          <a:lstStyle>
            <a:lvl1pPr marL="342900" indent="-342900" algn="l" rtl="0" eaLnBrk="0" fontAlgn="base" hangingPunct="0">
              <a:spcBef>
                <a:spcPct val="35000"/>
              </a:spcBef>
              <a:spcAft>
                <a:spcPct val="0"/>
              </a:spcAft>
              <a:buClr>
                <a:srgbClr val="993300"/>
              </a:buClr>
              <a:buSzPct val="90000"/>
              <a:buFont typeface="Monotype Sorts" pitchFamily="-84" charset="2"/>
              <a:buChar char="n"/>
              <a:defRPr kumimoji="1">
                <a:solidFill>
                  <a:schemeClr val="tx1"/>
                </a:solidFill>
                <a:latin typeface="+mn-lt"/>
                <a:ea typeface="MS PGothic" panose="020B0600070205080204" pitchFamily="34" charset="-128"/>
                <a:cs typeface="MS PGothic" panose="020B0600070205080204" pitchFamily="34" charset="-128"/>
              </a:defRPr>
            </a:lvl1pPr>
            <a:lvl2pPr marL="742950" indent="-285750" algn="l" rtl="0" eaLnBrk="0" fontAlgn="base" hangingPunct="0">
              <a:spcBef>
                <a:spcPct val="35000"/>
              </a:spcBef>
              <a:spcAft>
                <a:spcPct val="0"/>
              </a:spcAft>
              <a:buClr>
                <a:srgbClr val="CC6600"/>
              </a:buClr>
              <a:buSzPct val="80000"/>
              <a:buFont typeface="Monotype Sorts" pitchFamily="-84" charset="2"/>
              <a:buChar char="l"/>
              <a:defRPr kumimoji="1">
                <a:solidFill>
                  <a:schemeClr val="tx1"/>
                </a:solidFill>
                <a:latin typeface="+mn-lt"/>
                <a:ea typeface="MS PGothic" panose="020B0600070205080204" pitchFamily="34" charset="-128"/>
              </a:defRPr>
            </a:lvl2pPr>
            <a:lvl3pPr marL="1085850"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a:solidFill>
                  <a:schemeClr val="tx1"/>
                </a:solidFill>
                <a:latin typeface="+mn-lt"/>
                <a:ea typeface="MS PGothic" panose="020B0600070205080204" pitchFamily="34" charset="-128"/>
              </a:defRPr>
            </a:lvl3pPr>
            <a:lvl4pPr marL="1428750" indent="-228600" algn="l" rtl="0" eaLnBrk="0" fontAlgn="base" hangingPunct="0">
              <a:spcBef>
                <a:spcPct val="35000"/>
              </a:spcBef>
              <a:spcAft>
                <a:spcPct val="0"/>
              </a:spcAft>
              <a:buClr>
                <a:schemeClr val="hlink"/>
              </a:buClr>
              <a:buSzPct val="75000"/>
              <a:buChar char="–"/>
              <a:defRPr kumimoji="1">
                <a:solidFill>
                  <a:schemeClr val="tx1"/>
                </a:solidFill>
                <a:latin typeface="+mn-lt"/>
                <a:ea typeface="MS PGothic" panose="020B0600070205080204" pitchFamily="34" charset="-128"/>
              </a:defRPr>
            </a:lvl4pPr>
            <a:lvl5pPr marL="17716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anose="020B0600070205080204" pitchFamily="34" charset="-128"/>
              </a:defRPr>
            </a:lvl5pPr>
          </a:lstStyle>
          <a:p>
            <a:pPr marL="742950" lvl="1" indent="-285750">
              <a:buFont typeface="Wingdings" panose="05000000000000000000" pitchFamily="2" charset="2"/>
              <a:buChar char="Ø"/>
            </a:pPr>
            <a:r>
              <a:rPr lang="en-US" altLang="zh-CN" dirty="0">
                <a:solidFill>
                  <a:srgbClr val="000000"/>
                </a:solidFill>
              </a:rPr>
              <a:t>Each process is assigned a </a:t>
            </a:r>
            <a:r>
              <a:rPr lang="en-US" altLang="zh-CN" dirty="0">
                <a:solidFill>
                  <a:srgbClr val="FF0000"/>
                </a:solidFill>
              </a:rPr>
              <a:t>unique</a:t>
            </a:r>
            <a:r>
              <a:rPr lang="en-US" altLang="zh-CN" dirty="0">
                <a:solidFill>
                  <a:srgbClr val="000000"/>
                </a:solidFill>
              </a:rPr>
              <a:t> </a:t>
            </a:r>
            <a:r>
              <a:rPr lang="en-US" altLang="zh-CN" dirty="0">
                <a:solidFill>
                  <a:srgbClr val="0000FF"/>
                </a:solidFill>
              </a:rPr>
              <a:t>increasing</a:t>
            </a:r>
            <a:r>
              <a:rPr lang="en-US" altLang="zh-CN" dirty="0">
                <a:solidFill>
                  <a:srgbClr val="000000"/>
                </a:solidFill>
              </a:rPr>
              <a:t> </a:t>
            </a:r>
            <a:r>
              <a:rPr lang="en-US" altLang="zh-CN" dirty="0">
                <a:solidFill>
                  <a:srgbClr val="FF0000"/>
                </a:solidFill>
              </a:rPr>
              <a:t>timestamp</a:t>
            </a:r>
            <a:endParaRPr lang="en-US" altLang="zh-CN" dirty="0">
              <a:solidFill>
                <a:srgbClr val="FF0000"/>
              </a:solidFill>
            </a:endParaRPr>
          </a:p>
          <a:p>
            <a:pPr marL="742950" lvl="1" indent="-285750">
              <a:buFont typeface="Wingdings" panose="05000000000000000000" pitchFamily="2" charset="2"/>
              <a:buChar char="Ø"/>
            </a:pPr>
            <a:endParaRPr lang="en-US" altLang="zh-CN" dirty="0">
              <a:solidFill>
                <a:srgbClr val="FF0000"/>
              </a:solidFill>
            </a:endParaRPr>
          </a:p>
          <a:p>
            <a:pPr marL="742950" lvl="1" indent="-285750">
              <a:buFont typeface="Wingdings" panose="05000000000000000000" pitchFamily="2" charset="2"/>
              <a:buChar char="Ø"/>
            </a:pPr>
            <a:endParaRPr lang="en-US" altLang="zh-CN" dirty="0">
              <a:solidFill>
                <a:srgbClr val="FF0000"/>
              </a:solidFill>
            </a:endParaRPr>
          </a:p>
          <a:p>
            <a:pPr marL="742950" lvl="1" indent="-285750">
              <a:buFont typeface="Wingdings" panose="05000000000000000000" pitchFamily="2" charset="2"/>
              <a:buChar char="Ø"/>
            </a:pPr>
            <a:r>
              <a:rPr lang="fr-FR" altLang="zh-CN" dirty="0">
                <a:solidFill>
                  <a:srgbClr val="000000"/>
                </a:solidFill>
              </a:rPr>
              <a:t>Important fact:</a:t>
            </a:r>
            <a:endParaRPr lang="fr-FR" altLang="zh-CN" dirty="0">
              <a:solidFill>
                <a:srgbClr val="000000"/>
              </a:solidFill>
            </a:endParaRPr>
          </a:p>
        </p:txBody>
      </p:sp>
      <p:pic>
        <p:nvPicPr>
          <p:cNvPr id="121862" name="Picture 1"/>
          <p:cNvPicPr>
            <a:picLocks noChangeAspect="1"/>
          </p:cNvPicPr>
          <p:nvPr/>
        </p:nvPicPr>
        <p:blipFill>
          <a:blip r:embed="rId1"/>
          <a:stretch>
            <a:fillRect/>
          </a:stretch>
        </p:blipFill>
        <p:spPr>
          <a:xfrm>
            <a:off x="2728913" y="2049463"/>
            <a:ext cx="2447925" cy="485775"/>
          </a:xfrm>
          <a:prstGeom prst="rect">
            <a:avLst/>
          </a:prstGeom>
          <a:noFill/>
          <a:ln w="9525">
            <a:noFill/>
          </a:ln>
        </p:spPr>
      </p:pic>
      <p:sp>
        <p:nvSpPr>
          <p:cNvPr id="3" name="Rectangle 2"/>
          <p:cNvSpPr/>
          <p:nvPr/>
        </p:nvSpPr>
        <p:spPr bwMode="auto">
          <a:xfrm>
            <a:off x="2728913" y="3119438"/>
            <a:ext cx="5091113" cy="514350"/>
          </a:xfrm>
          <a:prstGeom prst="rect">
            <a:avLst/>
          </a:prstGeom>
          <a:solidFill>
            <a:schemeClr val="bg2">
              <a:lumMod val="20000"/>
              <a:lumOff val="80000"/>
            </a:schemeClr>
          </a:solidFill>
          <a:ln w="19050" cap="flat" cmpd="sng" algn="ctr">
            <a:solidFill>
              <a:schemeClr val="tx1"/>
            </a:solidFill>
            <a:prstDash val="solid"/>
            <a:round/>
            <a:headEnd type="none" w="med" len="med"/>
            <a:tailEnd type="none" w="med" len="med"/>
          </a:ln>
          <a:effectLst/>
        </p:spPr>
        <p:txBody>
          <a:bodyPr wrap="none"/>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Verdana" panose="020B0604030504040204" pitchFamily="34" charset="0"/>
              <a:ea typeface="MS PGothic" panose="020B0600070205080204" pitchFamily="34" charset="-128"/>
              <a:cs typeface="+mn-cs"/>
            </a:endParaRPr>
          </a:p>
        </p:txBody>
      </p:sp>
      <p:sp>
        <p:nvSpPr>
          <p:cNvPr id="121864" name="TextBox 6"/>
          <p:cNvSpPr txBox="1"/>
          <p:nvPr/>
        </p:nvSpPr>
        <p:spPr>
          <a:xfrm>
            <a:off x="2728913" y="3211513"/>
            <a:ext cx="5819775" cy="368300"/>
          </a:xfrm>
          <a:prstGeom prst="rect">
            <a:avLst/>
          </a:prstGeom>
          <a:noFill/>
          <a:ln w="9525">
            <a:noFill/>
          </a:ln>
        </p:spPr>
        <p:txBody>
          <a:bodyPr>
            <a:spAutoFit/>
          </a:bodyPr>
          <a:lstStyle>
            <a:lvl1pPr marL="342900" indent="-342900" algn="l" rtl="0" eaLnBrk="0" fontAlgn="base" hangingPunct="0">
              <a:spcBef>
                <a:spcPct val="35000"/>
              </a:spcBef>
              <a:spcAft>
                <a:spcPct val="0"/>
              </a:spcAft>
              <a:buClr>
                <a:srgbClr val="993300"/>
              </a:buClr>
              <a:buSzPct val="90000"/>
              <a:buFont typeface="Monotype Sorts" pitchFamily="-84" charset="2"/>
              <a:buChar char="n"/>
              <a:defRPr kumimoji="1">
                <a:solidFill>
                  <a:schemeClr val="tx1"/>
                </a:solidFill>
                <a:latin typeface="+mn-lt"/>
                <a:ea typeface="MS PGothic" panose="020B0600070205080204" pitchFamily="34" charset="-128"/>
                <a:cs typeface="MS PGothic" panose="020B0600070205080204" pitchFamily="34" charset="-128"/>
              </a:defRPr>
            </a:lvl1pPr>
            <a:lvl2pPr marL="742950" indent="-285750" algn="l" rtl="0" eaLnBrk="0" fontAlgn="base" hangingPunct="0">
              <a:spcBef>
                <a:spcPct val="35000"/>
              </a:spcBef>
              <a:spcAft>
                <a:spcPct val="0"/>
              </a:spcAft>
              <a:buClr>
                <a:srgbClr val="CC6600"/>
              </a:buClr>
              <a:buSzPct val="80000"/>
              <a:buFont typeface="Monotype Sorts" pitchFamily="-84" charset="2"/>
              <a:buChar char="l"/>
              <a:defRPr kumimoji="1">
                <a:solidFill>
                  <a:schemeClr val="tx1"/>
                </a:solidFill>
                <a:latin typeface="+mn-lt"/>
                <a:ea typeface="MS PGothic" panose="020B0600070205080204" pitchFamily="34" charset="-128"/>
              </a:defRPr>
            </a:lvl2pPr>
            <a:lvl3pPr marL="1085850"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a:solidFill>
                  <a:schemeClr val="tx1"/>
                </a:solidFill>
                <a:latin typeface="+mn-lt"/>
                <a:ea typeface="MS PGothic" panose="020B0600070205080204" pitchFamily="34" charset="-128"/>
              </a:defRPr>
            </a:lvl3pPr>
            <a:lvl4pPr marL="1428750" indent="-228600" algn="l" rtl="0" eaLnBrk="0" fontAlgn="base" hangingPunct="0">
              <a:spcBef>
                <a:spcPct val="35000"/>
              </a:spcBef>
              <a:spcAft>
                <a:spcPct val="0"/>
              </a:spcAft>
              <a:buClr>
                <a:schemeClr val="hlink"/>
              </a:buClr>
              <a:buSzPct val="75000"/>
              <a:buChar char="–"/>
              <a:defRPr kumimoji="1">
                <a:solidFill>
                  <a:schemeClr val="tx1"/>
                </a:solidFill>
                <a:latin typeface="+mn-lt"/>
                <a:ea typeface="MS PGothic" panose="020B0600070205080204" pitchFamily="34" charset="-128"/>
              </a:defRPr>
            </a:lvl4pPr>
            <a:lvl5pPr marL="17716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anose="020B0600070205080204" pitchFamily="34" charset="-128"/>
              </a:defRPr>
            </a:lvl5pPr>
          </a:lstStyle>
          <a:p>
            <a:pPr marL="0" lvl="0" indent="0">
              <a:spcBef>
                <a:spcPct val="0"/>
              </a:spcBef>
              <a:buClrTx/>
              <a:buSzTx/>
              <a:buFontTx/>
              <a:buNone/>
            </a:pPr>
            <a:r>
              <a:rPr lang="en-US" altLang="zh-CN" dirty="0">
                <a:solidFill>
                  <a:srgbClr val="000000"/>
                </a:solidFill>
              </a:rPr>
              <a:t>An </a:t>
            </a:r>
            <a:r>
              <a:rPr lang="en-US" altLang="zh-CN" dirty="0">
                <a:solidFill>
                  <a:srgbClr val="0000FF"/>
                </a:solidFill>
              </a:rPr>
              <a:t>earlier process </a:t>
            </a:r>
            <a:r>
              <a:rPr lang="en-US" altLang="zh-CN" dirty="0">
                <a:solidFill>
                  <a:srgbClr val="000000"/>
                </a:solidFill>
              </a:rPr>
              <a:t>receives a </a:t>
            </a:r>
            <a:r>
              <a:rPr lang="en-US" altLang="zh-CN" dirty="0">
                <a:solidFill>
                  <a:srgbClr val="FF0000"/>
                </a:solidFill>
              </a:rPr>
              <a:t>smaller</a:t>
            </a:r>
            <a:r>
              <a:rPr lang="en-US" altLang="zh-CN" dirty="0">
                <a:solidFill>
                  <a:srgbClr val="000000"/>
                </a:solidFill>
              </a:rPr>
              <a:t> timestamp </a:t>
            </a:r>
            <a:endParaRPr lang="zh-CN" altLang="en-US" dirty="0">
              <a:solidFill>
                <a:srgbClr val="000000"/>
              </a:solidFill>
            </a:endParaRPr>
          </a:p>
        </p:txBody>
      </p:sp>
      <p:sp>
        <p:nvSpPr>
          <p:cNvPr id="10" name="Rectangle 3"/>
          <p:cNvSpPr txBox="1">
            <a:spLocks noChangeArrowheads="1"/>
          </p:cNvSpPr>
          <p:nvPr/>
        </p:nvSpPr>
        <p:spPr bwMode="auto">
          <a:xfrm>
            <a:off x="477838" y="3944938"/>
            <a:ext cx="8267700" cy="369888"/>
          </a:xfrm>
          <a:prstGeom prst="rect">
            <a:avLst/>
          </a:prstGeom>
          <a:noFill/>
          <a:ln>
            <a:noFill/>
          </a:ln>
        </p:spPr>
        <p:txBody>
          <a:bodyPr/>
          <a:lstStyle>
            <a:lvl1pPr marL="342900" indent="-342900" algn="l" rtl="0" eaLnBrk="0" fontAlgn="base" hangingPunct="0">
              <a:spcBef>
                <a:spcPct val="35000"/>
              </a:spcBef>
              <a:spcAft>
                <a:spcPct val="0"/>
              </a:spcAft>
              <a:buClr>
                <a:srgbClr val="993300"/>
              </a:buClr>
              <a:buSzPct val="90000"/>
              <a:buFont typeface="Monotype Sorts" pitchFamily="-84" charset="2"/>
              <a:buChar char="n"/>
              <a:defRPr kumimoji="1">
                <a:solidFill>
                  <a:schemeClr val="tx1"/>
                </a:solidFill>
                <a:latin typeface="+mn-lt"/>
                <a:ea typeface="MS PGothic" panose="020B0600070205080204" pitchFamily="34" charset="-128"/>
                <a:cs typeface="MS PGothic" panose="020B0600070205080204" pitchFamily="34" charset="-128"/>
              </a:defRPr>
            </a:lvl1pPr>
            <a:lvl2pPr marL="742950" indent="-285750" algn="l" rtl="0" eaLnBrk="0" fontAlgn="base" hangingPunct="0">
              <a:spcBef>
                <a:spcPct val="35000"/>
              </a:spcBef>
              <a:spcAft>
                <a:spcPct val="0"/>
              </a:spcAft>
              <a:buClr>
                <a:srgbClr val="CC6600"/>
              </a:buClr>
              <a:buSzPct val="80000"/>
              <a:buFont typeface="Monotype Sorts" pitchFamily="-84" charset="2"/>
              <a:buChar char="l"/>
              <a:defRPr kumimoji="1">
                <a:solidFill>
                  <a:schemeClr val="tx1"/>
                </a:solidFill>
                <a:latin typeface="+mn-lt"/>
                <a:ea typeface="MS PGothic" panose="020B0600070205080204" pitchFamily="34" charset="-128"/>
              </a:defRPr>
            </a:lvl2pPr>
            <a:lvl3pPr marL="1085850"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a:solidFill>
                  <a:schemeClr val="tx1"/>
                </a:solidFill>
                <a:latin typeface="+mn-lt"/>
                <a:ea typeface="MS PGothic" panose="020B0600070205080204" pitchFamily="34" charset="-128"/>
              </a:defRPr>
            </a:lvl3pPr>
            <a:lvl4pPr marL="1428750" indent="-228600" algn="l" rtl="0" eaLnBrk="0" fontAlgn="base" hangingPunct="0">
              <a:spcBef>
                <a:spcPct val="35000"/>
              </a:spcBef>
              <a:spcAft>
                <a:spcPct val="0"/>
              </a:spcAft>
              <a:buClr>
                <a:schemeClr val="hlink"/>
              </a:buClr>
              <a:buSzPct val="75000"/>
              <a:buChar char="–"/>
              <a:defRPr kumimoji="1">
                <a:solidFill>
                  <a:schemeClr val="tx1"/>
                </a:solidFill>
                <a:latin typeface="+mn-lt"/>
                <a:ea typeface="MS PGothic" panose="020B0600070205080204" pitchFamily="34" charset="-128"/>
              </a:defRPr>
            </a:lvl4pPr>
            <a:lvl5pPr marL="17716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anose="020B0600070205080204" pitchFamily="34" charset="-128"/>
              </a:defRPr>
            </a:lvl5pPr>
            <a:lvl6pPr marL="22288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anose="020B0600070205080204" pitchFamily="34" charset="-128"/>
              </a:defRPr>
            </a:lvl6pPr>
            <a:lvl7pPr marL="26860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anose="020B0600070205080204" pitchFamily="34" charset="-128"/>
              </a:defRPr>
            </a:lvl7pPr>
            <a:lvl8pPr marL="31432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anose="020B0600070205080204" pitchFamily="34" charset="-128"/>
              </a:defRPr>
            </a:lvl8pPr>
            <a:lvl9pPr marL="36004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anose="020B0600070205080204" pitchFamily="34" charset="-128"/>
              </a:defRPr>
            </a:lvl9pPr>
          </a:lstStyle>
          <a:p>
            <a:pPr marL="342900" marR="0" lvl="0" indent="-342900" algn="l" defTabSz="914400" rtl="0" eaLnBrk="0" fontAlgn="base" latinLnBrk="0" hangingPunct="0">
              <a:lnSpc>
                <a:spcPct val="100000"/>
              </a:lnSpc>
              <a:spcBef>
                <a:spcPct val="35000"/>
              </a:spcBef>
              <a:spcAft>
                <a:spcPct val="0"/>
              </a:spcAft>
              <a:buClr>
                <a:srgbClr val="993300"/>
              </a:buClr>
              <a:buSzPct val="90000"/>
              <a:buFont typeface="Wingdings" panose="05000000000000000000" pitchFamily="2" charset="2"/>
              <a:buChar char="q"/>
              <a:defRPr/>
            </a:pPr>
            <a:r>
              <a:rPr kumimoji="1" lang="en-US" altLang="en-US" sz="1800" b="0" i="0" u="none" strike="noStrike" kern="0" cap="none" spc="0" normalizeH="0" baseline="0" noProof="0" dirty="0">
                <a:ln>
                  <a:noFill/>
                </a:ln>
                <a:solidFill>
                  <a:srgbClr val="000000"/>
                </a:solidFill>
                <a:effectLst/>
                <a:uLnTx/>
                <a:uFillTx/>
                <a:latin typeface="+mn-lt"/>
                <a:ea typeface="MS PGothic" panose="020B0600070205080204" pitchFamily="34" charset="-128"/>
                <a:cs typeface="MS PGothic" panose="020B0600070205080204" pitchFamily="34" charset="-128"/>
              </a:rPr>
              <a:t>Purpose of the time stamp</a:t>
            </a:r>
            <a:endParaRPr kumimoji="1" lang="en-US" altLang="en-US" sz="1800" b="0" i="0" u="none" strike="noStrike" kern="0" cap="none" spc="0" normalizeH="0" baseline="0" noProof="0" dirty="0">
              <a:ln>
                <a:noFill/>
              </a:ln>
              <a:solidFill>
                <a:srgbClr val="000000"/>
              </a:solidFill>
              <a:effectLst/>
              <a:uLnTx/>
              <a:uFillTx/>
              <a:latin typeface="+mn-lt"/>
              <a:ea typeface="MS PGothic" panose="020B0600070205080204" pitchFamily="34" charset="-128"/>
              <a:cs typeface="MS PGothic" panose="020B0600070205080204" pitchFamily="34" charset="-128"/>
            </a:endParaRPr>
          </a:p>
        </p:txBody>
      </p:sp>
      <p:sp>
        <p:nvSpPr>
          <p:cNvPr id="11" name="Rectangle 10"/>
          <p:cNvSpPr/>
          <p:nvPr/>
        </p:nvSpPr>
        <p:spPr bwMode="auto">
          <a:xfrm>
            <a:off x="890588" y="4405313"/>
            <a:ext cx="7796213" cy="823913"/>
          </a:xfrm>
          <a:prstGeom prst="rect">
            <a:avLst/>
          </a:prstGeom>
          <a:solidFill>
            <a:schemeClr val="bg2">
              <a:lumMod val="20000"/>
              <a:lumOff val="80000"/>
            </a:schemeClr>
          </a:solidFill>
          <a:ln w="19050" cap="flat" cmpd="sng" algn="ctr">
            <a:solidFill>
              <a:schemeClr val="tx1"/>
            </a:solidFill>
            <a:prstDash val="solid"/>
            <a:round/>
            <a:headEnd type="none" w="med" len="med"/>
            <a:tailEnd type="none" w="med" len="med"/>
          </a:ln>
          <a:effectLst/>
        </p:spPr>
        <p:txBody>
          <a:bodyPr wrap="none"/>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Verdana" panose="020B0604030504040204" pitchFamily="34" charset="0"/>
              <a:ea typeface="MS PGothic" panose="020B0600070205080204" pitchFamily="34" charset="-128"/>
              <a:cs typeface="+mn-cs"/>
            </a:endParaRPr>
          </a:p>
        </p:txBody>
      </p:sp>
      <p:sp>
        <p:nvSpPr>
          <p:cNvPr id="121867" name="TextBox 11"/>
          <p:cNvSpPr txBox="1"/>
          <p:nvPr/>
        </p:nvSpPr>
        <p:spPr>
          <a:xfrm>
            <a:off x="890588" y="4497388"/>
            <a:ext cx="7796212" cy="646112"/>
          </a:xfrm>
          <a:prstGeom prst="rect">
            <a:avLst/>
          </a:prstGeom>
          <a:noFill/>
          <a:ln w="9525">
            <a:noFill/>
          </a:ln>
        </p:spPr>
        <p:txBody>
          <a:bodyPr>
            <a:spAutoFit/>
          </a:bodyPr>
          <a:lstStyle>
            <a:lvl1pPr marL="342900" indent="-342900" algn="l" rtl="0" eaLnBrk="0" fontAlgn="base" hangingPunct="0">
              <a:spcBef>
                <a:spcPct val="35000"/>
              </a:spcBef>
              <a:spcAft>
                <a:spcPct val="0"/>
              </a:spcAft>
              <a:buClr>
                <a:srgbClr val="993300"/>
              </a:buClr>
              <a:buSzPct val="90000"/>
              <a:buFont typeface="Monotype Sorts" pitchFamily="-84" charset="2"/>
              <a:buChar char="n"/>
              <a:defRPr kumimoji="1">
                <a:solidFill>
                  <a:schemeClr val="tx1"/>
                </a:solidFill>
                <a:latin typeface="+mn-lt"/>
                <a:ea typeface="MS PGothic" panose="020B0600070205080204" pitchFamily="34" charset="-128"/>
                <a:cs typeface="MS PGothic" panose="020B0600070205080204" pitchFamily="34" charset="-128"/>
              </a:defRPr>
            </a:lvl1pPr>
            <a:lvl2pPr marL="742950" indent="-285750" algn="l" rtl="0" eaLnBrk="0" fontAlgn="base" hangingPunct="0">
              <a:spcBef>
                <a:spcPct val="35000"/>
              </a:spcBef>
              <a:spcAft>
                <a:spcPct val="0"/>
              </a:spcAft>
              <a:buClr>
                <a:srgbClr val="CC6600"/>
              </a:buClr>
              <a:buSzPct val="80000"/>
              <a:buFont typeface="Monotype Sorts" pitchFamily="-84" charset="2"/>
              <a:buChar char="l"/>
              <a:defRPr kumimoji="1">
                <a:solidFill>
                  <a:schemeClr val="tx1"/>
                </a:solidFill>
                <a:latin typeface="+mn-lt"/>
                <a:ea typeface="MS PGothic" panose="020B0600070205080204" pitchFamily="34" charset="-128"/>
              </a:defRPr>
            </a:lvl2pPr>
            <a:lvl3pPr marL="1085850"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a:solidFill>
                  <a:schemeClr val="tx1"/>
                </a:solidFill>
                <a:latin typeface="+mn-lt"/>
                <a:ea typeface="MS PGothic" panose="020B0600070205080204" pitchFamily="34" charset="-128"/>
              </a:defRPr>
            </a:lvl3pPr>
            <a:lvl4pPr marL="1428750" indent="-228600" algn="l" rtl="0" eaLnBrk="0" fontAlgn="base" hangingPunct="0">
              <a:spcBef>
                <a:spcPct val="35000"/>
              </a:spcBef>
              <a:spcAft>
                <a:spcPct val="0"/>
              </a:spcAft>
              <a:buClr>
                <a:schemeClr val="hlink"/>
              </a:buClr>
              <a:buSzPct val="75000"/>
              <a:buChar char="–"/>
              <a:defRPr kumimoji="1">
                <a:solidFill>
                  <a:schemeClr val="tx1"/>
                </a:solidFill>
                <a:latin typeface="+mn-lt"/>
                <a:ea typeface="MS PGothic" panose="020B0600070205080204" pitchFamily="34" charset="-128"/>
              </a:defRPr>
            </a:lvl4pPr>
            <a:lvl5pPr marL="17716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anose="020B0600070205080204" pitchFamily="34" charset="-128"/>
              </a:defRPr>
            </a:lvl5pPr>
          </a:lstStyle>
          <a:p>
            <a:pPr marL="0" lvl="0" indent="0">
              <a:spcBef>
                <a:spcPct val="0"/>
              </a:spcBef>
              <a:buClrTx/>
              <a:buSzTx/>
              <a:buFontTx/>
              <a:buNone/>
            </a:pPr>
            <a:r>
              <a:rPr lang="en-US" altLang="zh-CN" dirty="0">
                <a:solidFill>
                  <a:srgbClr val="000000"/>
                </a:solidFill>
              </a:rPr>
              <a:t>To give </a:t>
            </a:r>
            <a:r>
              <a:rPr lang="en-US" altLang="zh-CN" dirty="0">
                <a:solidFill>
                  <a:srgbClr val="FF0000"/>
                </a:solidFill>
              </a:rPr>
              <a:t>older processes </a:t>
            </a:r>
            <a:r>
              <a:rPr lang="en-US" altLang="zh-CN" dirty="0">
                <a:solidFill>
                  <a:srgbClr val="000000"/>
                </a:solidFill>
              </a:rPr>
              <a:t>(= processes with </a:t>
            </a:r>
            <a:r>
              <a:rPr lang="en-US" altLang="zh-CN" dirty="0">
                <a:solidFill>
                  <a:srgbClr val="0000FF"/>
                </a:solidFill>
              </a:rPr>
              <a:t>smaller timestamps</a:t>
            </a:r>
            <a:r>
              <a:rPr lang="en-US" altLang="zh-CN" dirty="0">
                <a:solidFill>
                  <a:srgbClr val="000000"/>
                </a:solidFill>
              </a:rPr>
              <a:t>) a </a:t>
            </a:r>
            <a:r>
              <a:rPr lang="en-US" altLang="zh-CN" b="1" dirty="0">
                <a:solidFill>
                  <a:srgbClr val="FF0000"/>
                </a:solidFill>
              </a:rPr>
              <a:t>higher priority</a:t>
            </a:r>
            <a:r>
              <a:rPr lang="en-US" altLang="zh-CN" dirty="0">
                <a:solidFill>
                  <a:srgbClr val="000000"/>
                </a:solidFill>
              </a:rPr>
              <a:t> over </a:t>
            </a:r>
            <a:r>
              <a:rPr lang="en-US" altLang="zh-CN" dirty="0">
                <a:solidFill>
                  <a:srgbClr val="0000FF"/>
                </a:solidFill>
              </a:rPr>
              <a:t>"younger" processes</a:t>
            </a:r>
            <a:endParaRPr lang="en-US" altLang="zh-CN" dirty="0">
              <a:solidFill>
                <a:srgbClr val="0000FF"/>
              </a:solidFill>
            </a:endParaRP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3906" name="Rectangle 2"/>
          <p:cNvSpPr>
            <a:spLocks noGrp="1"/>
          </p:cNvSpPr>
          <p:nvPr>
            <p:ph type="title"/>
          </p:nvPr>
        </p:nvSpPr>
        <p:spPr>
          <a:xfrm>
            <a:off x="1109663" y="214313"/>
            <a:ext cx="7577137" cy="576262"/>
          </a:xfrm>
        </p:spPr>
        <p:txBody>
          <a:bodyPr vert="horz" wrap="square" lIns="91440" tIns="45720" rIns="91440" bIns="45720" anchor="b" anchorCtr="0"/>
          <a:p>
            <a:pPr eaLnBrk="1" hangingPunct="1"/>
            <a:r>
              <a:rPr lang="en-US" altLang="zh-CN" dirty="0"/>
              <a:t>W</a:t>
            </a:r>
            <a:r>
              <a:rPr lang="en-US" altLang="en-US" dirty="0"/>
              <a:t>ait-</a:t>
            </a:r>
            <a:r>
              <a:rPr lang="en-US" altLang="zh-CN" dirty="0"/>
              <a:t>D</a:t>
            </a:r>
            <a:r>
              <a:rPr lang="en-US" altLang="en-US" dirty="0"/>
              <a:t>ie </a:t>
            </a:r>
            <a:r>
              <a:rPr lang="en-US" altLang="zh-CN" dirty="0"/>
              <a:t>M</a:t>
            </a:r>
            <a:r>
              <a:rPr lang="en-US" altLang="en-US" dirty="0"/>
              <a:t>ethod</a:t>
            </a:r>
            <a:endParaRPr lang="en-US" altLang="en-US" dirty="0"/>
          </a:p>
        </p:txBody>
      </p:sp>
      <p:sp>
        <p:nvSpPr>
          <p:cNvPr id="123907" name="Rectangle 3"/>
          <p:cNvSpPr>
            <a:spLocks noGrp="1"/>
          </p:cNvSpPr>
          <p:nvPr>
            <p:ph idx="1"/>
          </p:nvPr>
        </p:nvSpPr>
        <p:spPr>
          <a:xfrm>
            <a:off x="477838" y="1030288"/>
            <a:ext cx="8267700" cy="369887"/>
          </a:xfrm>
        </p:spPr>
        <p:txBody>
          <a:bodyPr vert="horz" wrap="square" lIns="91440" tIns="45720" rIns="91440" bIns="45720" anchor="t" anchorCtr="0"/>
          <a:p>
            <a:pPr>
              <a:buFont typeface="Wingdings" panose="05000000000000000000" pitchFamily="2" charset="2"/>
              <a:buChar char="q"/>
            </a:pPr>
            <a:r>
              <a:rPr lang="en-US" altLang="en-US" dirty="0"/>
              <a:t>The </a:t>
            </a:r>
            <a:r>
              <a:rPr lang="en-US" altLang="en-US" b="1" dirty="0">
                <a:solidFill>
                  <a:srgbClr val="FF0000"/>
                </a:solidFill>
              </a:rPr>
              <a:t>Wait-die</a:t>
            </a:r>
            <a:r>
              <a:rPr lang="en-US" altLang="en-US" dirty="0"/>
              <a:t> locking rule:</a:t>
            </a:r>
            <a:endParaRPr lang="en-US" altLang="en-US" dirty="0"/>
          </a:p>
        </p:txBody>
      </p:sp>
      <p:sp>
        <p:nvSpPr>
          <p:cNvPr id="5" name="Rectangle 4"/>
          <p:cNvSpPr/>
          <p:nvPr/>
        </p:nvSpPr>
        <p:spPr bwMode="auto">
          <a:xfrm>
            <a:off x="890588" y="1490663"/>
            <a:ext cx="7796213" cy="4776788"/>
          </a:xfrm>
          <a:prstGeom prst="rect">
            <a:avLst/>
          </a:prstGeom>
          <a:solidFill>
            <a:schemeClr val="accent2">
              <a:lumMod val="20000"/>
              <a:lumOff val="80000"/>
            </a:schemeClr>
          </a:solidFill>
          <a:ln w="9525" cap="flat" cmpd="sng" algn="ctr">
            <a:solidFill>
              <a:schemeClr val="tx1"/>
            </a:solidFill>
            <a:prstDash val="solid"/>
            <a:round/>
            <a:headEnd type="none" w="med" len="med"/>
            <a:tailEnd type="none" w="med" len="med"/>
          </a:ln>
          <a:effectLst/>
        </p:spPr>
        <p:txBody>
          <a:bodyPr wrap="none"/>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Verdana" panose="020B0604030504040204" pitchFamily="34" charset="0"/>
              <a:ea typeface="MS PGothic" panose="020B0600070205080204" pitchFamily="34" charset="-128"/>
              <a:cs typeface="+mn-cs"/>
            </a:endParaRPr>
          </a:p>
        </p:txBody>
      </p:sp>
      <p:sp>
        <p:nvSpPr>
          <p:cNvPr id="6" name="TextBox 5"/>
          <p:cNvSpPr txBox="1"/>
          <p:nvPr/>
        </p:nvSpPr>
        <p:spPr>
          <a:xfrm>
            <a:off x="672062" y="1628380"/>
            <a:ext cx="7877908" cy="3167021"/>
          </a:xfrm>
          <a:prstGeom prst="rect">
            <a:avLst/>
          </a:prstGeom>
          <a:noFill/>
        </p:spPr>
        <p:txBody>
          <a:bodyPr>
            <a:spAutoFit/>
          </a:bodyPr>
          <a:lstStyle/>
          <a:p>
            <a:pPr marL="742950" marR="0" lvl="1" indent="-285750" algn="l" defTabSz="914400" rtl="0" eaLnBrk="0" fontAlgn="base" latinLnBrk="0" hangingPunct="0">
              <a:lnSpc>
                <a:spcPct val="100000"/>
              </a:lnSpc>
              <a:spcBef>
                <a:spcPct val="35000"/>
              </a:spcBef>
              <a:spcAft>
                <a:spcPct val="0"/>
              </a:spcAft>
              <a:buClr>
                <a:srgbClr val="CC6600"/>
              </a:buClr>
              <a:buSzPct val="80000"/>
              <a:buFont typeface="Wingdings" panose="05000000000000000000" pitchFamily="2" charset="2"/>
              <a:buChar char="Ø"/>
              <a:defRPr/>
            </a:pPr>
            <a:r>
              <a:rPr kumimoji="1" lang="en-US" altLang="zh-CN" sz="1800" b="0" i="0" u="none" strike="noStrike" kern="1200" cap="none" spc="0" normalizeH="0" baseline="0" noProof="0" dirty="0">
                <a:ln>
                  <a:noFill/>
                </a:ln>
                <a:solidFill>
                  <a:srgbClr val="000000"/>
                </a:solidFill>
                <a:effectLst/>
                <a:uLnTx/>
                <a:uFillTx/>
                <a:latin typeface="Helvetica"/>
                <a:ea typeface="MS PGothic" panose="020B0600070205080204" pitchFamily="34" charset="-128"/>
                <a:cs typeface="+mn-cs"/>
              </a:rPr>
              <a:t>When an </a:t>
            </a:r>
            <a:r>
              <a:rPr kumimoji="1" lang="en-US" altLang="zh-CN" sz="1800" b="1" i="0" u="none" strike="noStrike" kern="1200" cap="none" spc="0" normalizeH="0" baseline="0" noProof="0" dirty="0">
                <a:ln>
                  <a:noFill/>
                </a:ln>
                <a:solidFill>
                  <a:srgbClr val="0000FF"/>
                </a:solidFill>
                <a:effectLst/>
                <a:uLnTx/>
                <a:uFillTx/>
                <a:latin typeface="Helvetica"/>
                <a:ea typeface="MS PGothic" panose="020B0600070205080204" pitchFamily="34" charset="-128"/>
                <a:cs typeface="+mn-cs"/>
              </a:rPr>
              <a:t>older process </a:t>
            </a:r>
            <a:r>
              <a:rPr kumimoji="1" lang="en-US" altLang="zh-CN" sz="1800" b="0" i="0" u="none" strike="noStrike" kern="1200" cap="none" spc="0" normalizeH="0" baseline="0" noProof="0" dirty="0">
                <a:ln>
                  <a:noFill/>
                </a:ln>
                <a:solidFill>
                  <a:srgbClr val="000000"/>
                </a:solidFill>
                <a:effectLst/>
                <a:highlight>
                  <a:srgbClr val="FFFF00"/>
                </a:highlight>
                <a:uLnTx/>
                <a:uFillTx/>
                <a:latin typeface="Helvetica"/>
                <a:ea typeface="MS PGothic" panose="020B0600070205080204" pitchFamily="34" charset="-128"/>
                <a:cs typeface="+mn-cs"/>
              </a:rPr>
              <a:t>tries to lock </a:t>
            </a:r>
            <a:r>
              <a:rPr kumimoji="1" lang="en-US" altLang="zh-CN" sz="1800" b="0" i="0" u="none" strike="noStrike" kern="1200" cap="none" spc="0" normalizeH="0" baseline="0" noProof="0" dirty="0">
                <a:ln>
                  <a:noFill/>
                </a:ln>
                <a:solidFill>
                  <a:srgbClr val="000000"/>
                </a:solidFill>
                <a:effectLst/>
                <a:uLnTx/>
                <a:uFillTx/>
                <a:latin typeface="Helvetica"/>
                <a:ea typeface="MS PGothic" panose="020B0600070205080204" pitchFamily="34" charset="-128"/>
                <a:cs typeface="+mn-cs"/>
              </a:rPr>
              <a:t>a variable that </a:t>
            </a:r>
            <a:r>
              <a:rPr kumimoji="1" lang="en-US" altLang="zh-CN" sz="1800" b="0" i="0" u="none" strike="noStrike" kern="1200" cap="none" spc="0" normalizeH="0" baseline="0" noProof="0" dirty="0">
                <a:ln>
                  <a:noFill/>
                </a:ln>
                <a:solidFill>
                  <a:srgbClr val="000000"/>
                </a:solidFill>
                <a:effectLst/>
                <a:highlight>
                  <a:srgbClr val="FFFF00"/>
                </a:highlight>
                <a:uLnTx/>
                <a:uFillTx/>
                <a:latin typeface="Helvetica"/>
                <a:ea typeface="MS PGothic" panose="020B0600070205080204" pitchFamily="34" charset="-128"/>
                <a:cs typeface="+mn-cs"/>
              </a:rPr>
              <a:t>has been locked </a:t>
            </a:r>
            <a:r>
              <a:rPr kumimoji="1" lang="en-US" altLang="zh-CN" sz="1800" b="0" i="0" u="none" strike="noStrike" kern="1200" cap="none" spc="0" normalizeH="0" baseline="0" noProof="0" dirty="0">
                <a:ln>
                  <a:noFill/>
                </a:ln>
                <a:solidFill>
                  <a:srgbClr val="000000"/>
                </a:solidFill>
                <a:effectLst/>
                <a:uLnTx/>
                <a:uFillTx/>
                <a:latin typeface="Helvetica"/>
                <a:ea typeface="MS PGothic" panose="020B0600070205080204" pitchFamily="34" charset="-128"/>
                <a:cs typeface="+mn-cs"/>
              </a:rPr>
              <a:t>by a </a:t>
            </a:r>
            <a:r>
              <a:rPr kumimoji="1" lang="en-US" altLang="zh-CN" sz="1800" b="1" i="0" u="none" strike="noStrike" kern="1200" cap="none" spc="0" normalizeH="0" baseline="0" noProof="0" dirty="0">
                <a:ln>
                  <a:noFill/>
                </a:ln>
                <a:solidFill>
                  <a:srgbClr val="0000FF"/>
                </a:solidFill>
                <a:effectLst/>
                <a:uLnTx/>
                <a:uFillTx/>
                <a:latin typeface="Helvetica"/>
                <a:ea typeface="MS PGothic" panose="020B0600070205080204" pitchFamily="34" charset="-128"/>
                <a:cs typeface="+mn-cs"/>
              </a:rPr>
              <a:t>younger process</a:t>
            </a:r>
            <a:endParaRPr kumimoji="1" lang="en-US" altLang="zh-CN" sz="1800" b="1" i="0" u="none" strike="noStrike" kern="1200" cap="none" spc="0" normalizeH="0" baseline="0" noProof="0" dirty="0">
              <a:ln>
                <a:noFill/>
              </a:ln>
              <a:solidFill>
                <a:srgbClr val="0000FF"/>
              </a:solidFill>
              <a:effectLst/>
              <a:uLnTx/>
              <a:uFillTx/>
              <a:latin typeface="Helvetica"/>
              <a:ea typeface="MS PGothic" panose="020B0600070205080204" pitchFamily="34" charset="-128"/>
              <a:cs typeface="+mn-cs"/>
            </a:endParaRPr>
          </a:p>
          <a:p>
            <a:pPr marL="742950" marR="0" lvl="1" indent="-285750" algn="l" defTabSz="914400" rtl="0" eaLnBrk="0" fontAlgn="base" latinLnBrk="0" hangingPunct="0">
              <a:lnSpc>
                <a:spcPct val="100000"/>
              </a:lnSpc>
              <a:spcBef>
                <a:spcPct val="35000"/>
              </a:spcBef>
              <a:spcAft>
                <a:spcPct val="0"/>
              </a:spcAft>
              <a:buClr>
                <a:srgbClr val="CC6600"/>
              </a:buClr>
              <a:buSzPct val="80000"/>
              <a:buFont typeface="Wingdings" panose="05000000000000000000" pitchFamily="2" charset="2"/>
              <a:buChar char="Ø"/>
              <a:defRPr/>
            </a:pPr>
            <a:endParaRPr kumimoji="1" lang="en-US" altLang="zh-CN" sz="1800" b="1" i="0" u="none" strike="noStrike" kern="1200" cap="none" spc="0" normalizeH="0" baseline="0" noProof="0" dirty="0">
              <a:ln>
                <a:noFill/>
              </a:ln>
              <a:solidFill>
                <a:srgbClr val="0000FF"/>
              </a:solidFill>
              <a:effectLst/>
              <a:uLnTx/>
              <a:uFillTx/>
              <a:latin typeface="Helvetica"/>
              <a:ea typeface="MS PGothic" panose="020B0600070205080204" pitchFamily="34" charset="-128"/>
              <a:cs typeface="+mn-cs"/>
            </a:endParaRPr>
          </a:p>
          <a:p>
            <a:pPr marL="742950" marR="0" lvl="1" indent="-285750" algn="l" defTabSz="914400" rtl="0" eaLnBrk="0" fontAlgn="base" latinLnBrk="0" hangingPunct="0">
              <a:lnSpc>
                <a:spcPct val="100000"/>
              </a:lnSpc>
              <a:spcBef>
                <a:spcPct val="35000"/>
              </a:spcBef>
              <a:spcAft>
                <a:spcPct val="0"/>
              </a:spcAft>
              <a:buClr>
                <a:srgbClr val="CC6600"/>
              </a:buClr>
              <a:buSzPct val="80000"/>
              <a:buFont typeface="Wingdings" panose="05000000000000000000" pitchFamily="2" charset="2"/>
              <a:buChar char="Ø"/>
              <a:defRPr/>
            </a:pPr>
            <a:endParaRPr kumimoji="1" lang="en-US" altLang="zh-CN" sz="1800" b="1" i="0" u="none" strike="noStrike" kern="1200" cap="none" spc="0" normalizeH="0" baseline="0" noProof="0" dirty="0">
              <a:ln>
                <a:noFill/>
              </a:ln>
              <a:solidFill>
                <a:srgbClr val="0000FF"/>
              </a:solidFill>
              <a:effectLst/>
              <a:uLnTx/>
              <a:uFillTx/>
              <a:latin typeface="Helvetica"/>
              <a:ea typeface="MS PGothic" panose="020B0600070205080204" pitchFamily="34" charset="-128"/>
              <a:cs typeface="+mn-cs"/>
            </a:endParaRPr>
          </a:p>
          <a:p>
            <a:pPr marL="742950" marR="0" lvl="1" indent="-285750" algn="l" defTabSz="914400" rtl="0" eaLnBrk="0" fontAlgn="base" latinLnBrk="0" hangingPunct="0">
              <a:lnSpc>
                <a:spcPct val="100000"/>
              </a:lnSpc>
              <a:spcBef>
                <a:spcPct val="35000"/>
              </a:spcBef>
              <a:spcAft>
                <a:spcPct val="0"/>
              </a:spcAft>
              <a:buClr>
                <a:srgbClr val="CC6600"/>
              </a:buClr>
              <a:buSzPct val="80000"/>
              <a:buFont typeface="Wingdings" panose="05000000000000000000" pitchFamily="2" charset="2"/>
              <a:buChar char="Ø"/>
              <a:defRPr/>
            </a:pPr>
            <a:endParaRPr kumimoji="1" lang="en-US" altLang="zh-CN" sz="1800" b="1" i="0" u="none" strike="noStrike" kern="1200" cap="none" spc="0" normalizeH="0" baseline="0" noProof="0" dirty="0">
              <a:ln>
                <a:noFill/>
              </a:ln>
              <a:solidFill>
                <a:srgbClr val="0000FF"/>
              </a:solidFill>
              <a:effectLst/>
              <a:uLnTx/>
              <a:uFillTx/>
              <a:latin typeface="Helvetica"/>
              <a:ea typeface="MS PGothic" panose="020B0600070205080204" pitchFamily="34" charset="-128"/>
              <a:cs typeface="+mn-cs"/>
            </a:endParaRPr>
          </a:p>
          <a:p>
            <a:pPr marL="742950" marR="0" lvl="1" indent="-285750" algn="l" defTabSz="914400" rtl="0" eaLnBrk="0" fontAlgn="base" latinLnBrk="0" hangingPunct="0">
              <a:lnSpc>
                <a:spcPct val="100000"/>
              </a:lnSpc>
              <a:spcBef>
                <a:spcPct val="35000"/>
              </a:spcBef>
              <a:spcAft>
                <a:spcPct val="0"/>
              </a:spcAft>
              <a:buClr>
                <a:srgbClr val="CC6600"/>
              </a:buClr>
              <a:buSzPct val="80000"/>
              <a:buFont typeface="Wingdings" panose="05000000000000000000" pitchFamily="2" charset="2"/>
              <a:buChar char="Ø"/>
              <a:defRPr/>
            </a:pPr>
            <a:endParaRPr kumimoji="1" lang="en-US" altLang="zh-CN" sz="1800" b="1" i="0" u="none" strike="noStrike" kern="1200" cap="none" spc="0" normalizeH="0" baseline="0" noProof="0" dirty="0">
              <a:ln>
                <a:noFill/>
              </a:ln>
              <a:solidFill>
                <a:srgbClr val="0000FF"/>
              </a:solidFill>
              <a:effectLst/>
              <a:uLnTx/>
              <a:uFillTx/>
              <a:latin typeface="Helvetica"/>
              <a:ea typeface="MS PGothic" panose="020B0600070205080204" pitchFamily="34" charset="-128"/>
              <a:cs typeface="+mn-cs"/>
            </a:endParaRPr>
          </a:p>
          <a:p>
            <a:pPr marL="742950" marR="0" lvl="1" indent="-285750" algn="l" defTabSz="914400" rtl="0" eaLnBrk="0" fontAlgn="base" latinLnBrk="0" hangingPunct="0">
              <a:lnSpc>
                <a:spcPct val="100000"/>
              </a:lnSpc>
              <a:spcBef>
                <a:spcPct val="35000"/>
              </a:spcBef>
              <a:spcAft>
                <a:spcPct val="0"/>
              </a:spcAft>
              <a:buClr>
                <a:srgbClr val="CC6600"/>
              </a:buClr>
              <a:buSzPct val="80000"/>
              <a:buFont typeface="Wingdings" panose="05000000000000000000" pitchFamily="2" charset="2"/>
              <a:buChar char="Ø"/>
              <a:defRPr/>
            </a:pPr>
            <a:r>
              <a:rPr kumimoji="1" lang="en-US" altLang="zh-CN" sz="1800" b="0" i="0" u="none" strike="noStrike" kern="1200" cap="none" spc="0" normalizeH="0" baseline="0" noProof="0" dirty="0">
                <a:ln>
                  <a:noFill/>
                </a:ln>
                <a:solidFill>
                  <a:srgbClr val="000000"/>
                </a:solidFill>
                <a:effectLst/>
                <a:uLnTx/>
                <a:uFillTx/>
                <a:latin typeface="Helvetica"/>
                <a:ea typeface="MS PGothic" panose="020B0600070205080204" pitchFamily="34" charset="-128"/>
                <a:cs typeface="+mn-cs"/>
              </a:rPr>
              <a:t>When a </a:t>
            </a:r>
            <a:r>
              <a:rPr kumimoji="1" lang="en-US" altLang="zh-CN" sz="1800" b="1" i="0" u="none" strike="noStrike" kern="1200" cap="none" spc="0" normalizeH="0" baseline="0" noProof="0" dirty="0">
                <a:ln>
                  <a:noFill/>
                </a:ln>
                <a:solidFill>
                  <a:srgbClr val="0000FF"/>
                </a:solidFill>
                <a:effectLst/>
                <a:uLnTx/>
                <a:uFillTx/>
                <a:latin typeface="Helvetica"/>
                <a:ea typeface="MS PGothic" panose="020B0600070205080204" pitchFamily="34" charset="-128"/>
                <a:cs typeface="+mn-cs"/>
              </a:rPr>
              <a:t>younger process </a:t>
            </a:r>
            <a:r>
              <a:rPr kumimoji="1" lang="en-US" altLang="zh-CN" sz="1800" b="0" i="0" u="none" strike="noStrike" kern="1200" cap="none" spc="0" normalizeH="0" baseline="0" noProof="0" dirty="0">
                <a:ln>
                  <a:noFill/>
                </a:ln>
                <a:solidFill>
                  <a:srgbClr val="000000"/>
                </a:solidFill>
                <a:effectLst/>
                <a:highlight>
                  <a:srgbClr val="FFFF00"/>
                </a:highlight>
                <a:uLnTx/>
                <a:uFillTx/>
                <a:latin typeface="Helvetica"/>
                <a:ea typeface="MS PGothic" panose="020B0600070205080204" pitchFamily="34" charset="-128"/>
                <a:cs typeface="+mn-cs"/>
              </a:rPr>
              <a:t>tries to lock </a:t>
            </a:r>
            <a:r>
              <a:rPr kumimoji="1" lang="en-US" altLang="zh-CN" sz="1800" b="0" i="0" u="none" strike="noStrike" kern="1200" cap="none" spc="0" normalizeH="0" baseline="0" noProof="0" dirty="0">
                <a:ln>
                  <a:noFill/>
                </a:ln>
                <a:solidFill>
                  <a:srgbClr val="000000"/>
                </a:solidFill>
                <a:effectLst/>
                <a:uLnTx/>
                <a:uFillTx/>
                <a:latin typeface="Helvetica"/>
                <a:ea typeface="MS PGothic" panose="020B0600070205080204" pitchFamily="34" charset="-128"/>
                <a:cs typeface="+mn-cs"/>
              </a:rPr>
              <a:t>a variable that </a:t>
            </a:r>
            <a:r>
              <a:rPr kumimoji="1" lang="en-US" altLang="zh-CN" sz="1800" b="0" i="0" u="none" strike="noStrike" kern="1200" cap="none" spc="0" normalizeH="0" baseline="0" noProof="0" dirty="0">
                <a:ln>
                  <a:noFill/>
                </a:ln>
                <a:solidFill>
                  <a:srgbClr val="000000"/>
                </a:solidFill>
                <a:effectLst/>
                <a:highlight>
                  <a:srgbClr val="FFFF00"/>
                </a:highlight>
                <a:uLnTx/>
                <a:uFillTx/>
                <a:latin typeface="Helvetica"/>
                <a:ea typeface="MS PGothic" panose="020B0600070205080204" pitchFamily="34" charset="-128"/>
                <a:cs typeface="+mn-cs"/>
              </a:rPr>
              <a:t>has been locked </a:t>
            </a:r>
            <a:r>
              <a:rPr kumimoji="1" lang="en-US" altLang="zh-CN" sz="1800" b="0" i="0" u="none" strike="noStrike" kern="1200" cap="none" spc="0" normalizeH="0" baseline="0" noProof="0" dirty="0">
                <a:ln>
                  <a:noFill/>
                </a:ln>
                <a:solidFill>
                  <a:srgbClr val="000000"/>
                </a:solidFill>
                <a:effectLst/>
                <a:uLnTx/>
                <a:uFillTx/>
                <a:latin typeface="Helvetica"/>
                <a:ea typeface="MS PGothic" panose="020B0600070205080204" pitchFamily="34" charset="-128"/>
                <a:cs typeface="+mn-cs"/>
              </a:rPr>
              <a:t>by an </a:t>
            </a:r>
            <a:r>
              <a:rPr kumimoji="1" lang="en-US" altLang="zh-CN" sz="1800" b="1" i="0" u="none" strike="noStrike" kern="1200" cap="none" spc="0" normalizeH="0" baseline="0" noProof="0" dirty="0">
                <a:ln>
                  <a:noFill/>
                </a:ln>
                <a:solidFill>
                  <a:srgbClr val="0000FF"/>
                </a:solidFill>
                <a:effectLst/>
                <a:uLnTx/>
                <a:uFillTx/>
                <a:latin typeface="Helvetica"/>
                <a:ea typeface="MS PGothic" panose="020B0600070205080204" pitchFamily="34" charset="-128"/>
                <a:cs typeface="+mn-cs"/>
              </a:rPr>
              <a:t>older process</a:t>
            </a:r>
            <a:endParaRPr kumimoji="1" lang="en-US" altLang="zh-CN" sz="1800" b="1" i="0" u="none" strike="noStrike" kern="1200" cap="none" spc="0" normalizeH="0" baseline="0" noProof="0" dirty="0">
              <a:ln>
                <a:noFill/>
              </a:ln>
              <a:solidFill>
                <a:srgbClr val="0000FF"/>
              </a:solidFill>
              <a:effectLst/>
              <a:uLnTx/>
              <a:uFillTx/>
              <a:latin typeface="Helvetica"/>
              <a:ea typeface="MS PGothic" panose="020B0600070205080204" pitchFamily="34" charset="-128"/>
              <a:cs typeface="+mn-cs"/>
            </a:endParaRPr>
          </a:p>
          <a:p>
            <a:pPr marL="742950" marR="0" lvl="1" indent="-285750" algn="l" defTabSz="914400" rtl="0" eaLnBrk="0" fontAlgn="base" latinLnBrk="0" hangingPunct="0">
              <a:lnSpc>
                <a:spcPct val="100000"/>
              </a:lnSpc>
              <a:spcBef>
                <a:spcPct val="35000"/>
              </a:spcBef>
              <a:spcAft>
                <a:spcPct val="0"/>
              </a:spcAft>
              <a:buClr>
                <a:srgbClr val="CC6600"/>
              </a:buClr>
              <a:buSzPct val="80000"/>
              <a:buFont typeface="Wingdings" panose="05000000000000000000" pitchFamily="2" charset="2"/>
              <a:buChar char="Ø"/>
              <a:defRPr/>
            </a:pPr>
            <a:endParaRPr kumimoji="1" lang="en-US" altLang="zh-CN" sz="1800" b="1" i="0" u="none" strike="noStrike" kern="1200" cap="none" spc="0" normalizeH="0" baseline="0" noProof="0" dirty="0">
              <a:ln>
                <a:noFill/>
              </a:ln>
              <a:solidFill>
                <a:srgbClr val="0000FF"/>
              </a:solidFill>
              <a:effectLst/>
              <a:uLnTx/>
              <a:uFillTx/>
              <a:latin typeface="Helvetica"/>
              <a:ea typeface="MS PGothic" panose="020B0600070205080204" pitchFamily="34" charset="-128"/>
              <a:cs typeface="+mn-cs"/>
            </a:endParaRPr>
          </a:p>
        </p:txBody>
      </p:sp>
      <p:sp>
        <p:nvSpPr>
          <p:cNvPr id="13" name="Rectangle 12"/>
          <p:cNvSpPr/>
          <p:nvPr/>
        </p:nvSpPr>
        <p:spPr bwMode="auto">
          <a:xfrm>
            <a:off x="1509713" y="2366963"/>
            <a:ext cx="7040563" cy="852488"/>
          </a:xfrm>
          <a:prstGeom prst="rect">
            <a:avLst/>
          </a:prstGeom>
          <a:solidFill>
            <a:schemeClr val="bg2">
              <a:lumMod val="20000"/>
              <a:lumOff val="80000"/>
            </a:schemeClr>
          </a:solidFill>
          <a:ln w="19050" cap="flat" cmpd="sng" algn="ctr">
            <a:solidFill>
              <a:schemeClr val="tx1"/>
            </a:solidFill>
            <a:prstDash val="solid"/>
            <a:round/>
            <a:headEnd type="none" w="med" len="med"/>
            <a:tailEnd type="none" w="med" len="med"/>
          </a:ln>
          <a:effectLst/>
        </p:spPr>
        <p:txBody>
          <a:bodyPr wrap="none"/>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Verdana" panose="020B0604030504040204" pitchFamily="34" charset="0"/>
              <a:ea typeface="MS PGothic" panose="020B0600070205080204" pitchFamily="34" charset="-128"/>
              <a:cs typeface="+mn-cs"/>
            </a:endParaRPr>
          </a:p>
        </p:txBody>
      </p:sp>
      <p:sp>
        <p:nvSpPr>
          <p:cNvPr id="14" name="TextBox 13"/>
          <p:cNvSpPr txBox="1"/>
          <p:nvPr/>
        </p:nvSpPr>
        <p:spPr>
          <a:xfrm>
            <a:off x="1509865" y="2457895"/>
            <a:ext cx="7040104" cy="646331"/>
          </a:xfrm>
          <a:prstGeom prst="rect">
            <a:avLst/>
          </a:prstGeom>
          <a:noFill/>
        </p:spPr>
        <p:txBody>
          <a:bodyPr>
            <a:spAutoFit/>
          </a:bodyPr>
          <a:lstStyle/>
          <a:p>
            <a:pPr marR="0" defTabSz="914400">
              <a:buClrTx/>
              <a:buSzTx/>
              <a:buFontTx/>
              <a:buNone/>
              <a:defRPr/>
            </a:pPr>
            <a:r>
              <a:rPr kumimoji="1" lang="en-US" altLang="zh-CN" kern="1200" cap="none" spc="0" normalizeH="0" baseline="0" noProof="0" dirty="0">
                <a:solidFill>
                  <a:srgbClr val="000000"/>
                </a:solidFill>
                <a:latin typeface="Helvetica"/>
                <a:ea typeface="MS PGothic" panose="020B0600070205080204" pitchFamily="34" charset="-128"/>
                <a:cs typeface="+mn-cs"/>
              </a:rPr>
              <a:t>The </a:t>
            </a:r>
            <a:r>
              <a:rPr kumimoji="1" lang="en-US" altLang="zh-CN" b="1" kern="1200" cap="none" spc="0" normalizeH="0" baseline="0" noProof="0" dirty="0">
                <a:solidFill>
                  <a:srgbClr val="0000FF"/>
                </a:solidFill>
                <a:latin typeface="Helvetica"/>
                <a:ea typeface="MS PGothic" panose="020B0600070205080204" pitchFamily="34" charset="-128"/>
                <a:cs typeface="+mn-cs"/>
              </a:rPr>
              <a:t>older process </a:t>
            </a:r>
            <a:r>
              <a:rPr kumimoji="1" lang="en-US" altLang="zh-CN" kern="1200" cap="none" spc="0" normalizeH="0" baseline="0" noProof="0" dirty="0">
                <a:solidFill>
                  <a:srgbClr val="000000"/>
                </a:solidFill>
                <a:latin typeface="Helvetica"/>
                <a:ea typeface="MS PGothic" panose="020B0600070205080204" pitchFamily="34" charset="-128"/>
                <a:cs typeface="+mn-cs"/>
              </a:rPr>
              <a:t>will </a:t>
            </a:r>
            <a:r>
              <a:rPr kumimoji="1" lang="en-US" altLang="zh-CN" b="1" kern="1200" cap="none" spc="0" normalizeH="0" baseline="0" noProof="0" dirty="0">
                <a:solidFill>
                  <a:srgbClr val="FF0000"/>
                </a:solidFill>
                <a:latin typeface="Helvetica"/>
                <a:ea typeface="MS PGothic" panose="020B0600070205080204" pitchFamily="34" charset="-128"/>
                <a:cs typeface="+mn-cs"/>
              </a:rPr>
              <a:t>wait</a:t>
            </a:r>
            <a:r>
              <a:rPr kumimoji="1" lang="en-US" altLang="zh-CN" kern="1200" cap="none" spc="0" normalizeH="0" baseline="0" noProof="0" dirty="0">
                <a:solidFill>
                  <a:srgbClr val="000000"/>
                </a:solidFill>
                <a:latin typeface="Helvetica"/>
                <a:ea typeface="MS PGothic" panose="020B0600070205080204" pitchFamily="34" charset="-128"/>
                <a:cs typeface="+mn-cs"/>
              </a:rPr>
              <a:t> until the </a:t>
            </a:r>
            <a:r>
              <a:rPr kumimoji="1" lang="en-US" altLang="zh-CN" kern="1200" cap="none" spc="0" normalizeH="0" baseline="0" noProof="0" dirty="0">
                <a:solidFill>
                  <a:srgbClr val="000000"/>
                </a:solidFill>
                <a:highlight>
                  <a:srgbClr val="FFFF00"/>
                </a:highlight>
                <a:latin typeface="Helvetica"/>
                <a:ea typeface="MS PGothic" panose="020B0600070205080204" pitchFamily="34" charset="-128"/>
                <a:cs typeface="+mn-cs"/>
              </a:rPr>
              <a:t>lock is released </a:t>
            </a:r>
            <a:r>
              <a:rPr kumimoji="1" lang="en-US" altLang="zh-CN" kern="1200" cap="none" spc="0" normalizeH="0" baseline="0" noProof="0" dirty="0">
                <a:solidFill>
                  <a:srgbClr val="000000"/>
                </a:solidFill>
                <a:latin typeface="Helvetica"/>
                <a:ea typeface="MS PGothic" panose="020B0600070205080204" pitchFamily="34" charset="-128"/>
                <a:cs typeface="+mn-cs"/>
              </a:rPr>
              <a:t>(by the </a:t>
            </a:r>
            <a:r>
              <a:rPr kumimoji="1" lang="en-US" altLang="zh-CN" b="1" kern="1200" cap="none" spc="0" normalizeH="0" baseline="0" noProof="0" dirty="0">
                <a:solidFill>
                  <a:srgbClr val="0000FF"/>
                </a:solidFill>
                <a:latin typeface="Helvetica"/>
                <a:ea typeface="MS PGothic" panose="020B0600070205080204" pitchFamily="34" charset="-128"/>
                <a:cs typeface="+mn-cs"/>
              </a:rPr>
              <a:t>younger process</a:t>
            </a:r>
            <a:r>
              <a:rPr kumimoji="1" lang="en-US" altLang="zh-CN" kern="1200" cap="none" spc="0" normalizeH="0" baseline="0" noProof="0" dirty="0">
                <a:solidFill>
                  <a:srgbClr val="000000"/>
                </a:solidFill>
                <a:latin typeface="Helvetica"/>
                <a:ea typeface="MS PGothic" panose="020B0600070205080204" pitchFamily="34" charset="-128"/>
                <a:cs typeface="+mn-cs"/>
              </a:rPr>
              <a:t>) </a:t>
            </a:r>
            <a:endParaRPr kumimoji="1" lang="zh-CN" altLang="en-US" kern="1200" cap="none" spc="0" normalizeH="0" baseline="0" noProof="0" dirty="0">
              <a:solidFill>
                <a:srgbClr val="000000"/>
              </a:solidFill>
              <a:latin typeface="Helvetica"/>
              <a:ea typeface="MS PGothic" panose="020B0600070205080204" pitchFamily="34" charset="-128"/>
              <a:cs typeface="+mn-cs"/>
            </a:endParaRPr>
          </a:p>
        </p:txBody>
      </p:sp>
      <p:sp>
        <p:nvSpPr>
          <p:cNvPr id="15" name="Rectangle 14"/>
          <p:cNvSpPr/>
          <p:nvPr/>
        </p:nvSpPr>
        <p:spPr bwMode="auto">
          <a:xfrm>
            <a:off x="1509713" y="4513263"/>
            <a:ext cx="7040563" cy="511175"/>
          </a:xfrm>
          <a:prstGeom prst="rect">
            <a:avLst/>
          </a:prstGeom>
          <a:solidFill>
            <a:schemeClr val="bg2">
              <a:lumMod val="20000"/>
              <a:lumOff val="80000"/>
            </a:schemeClr>
          </a:solidFill>
          <a:ln w="19050" cap="flat" cmpd="sng" algn="ctr">
            <a:solidFill>
              <a:schemeClr val="tx1"/>
            </a:solidFill>
            <a:prstDash val="solid"/>
            <a:round/>
            <a:headEnd type="none" w="med" len="med"/>
            <a:tailEnd type="none" w="med" len="med"/>
          </a:ln>
          <a:effectLst/>
        </p:spPr>
        <p:txBody>
          <a:bodyPr wrap="none"/>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Verdana" panose="020B0604030504040204" pitchFamily="34" charset="0"/>
              <a:ea typeface="MS PGothic" panose="020B0600070205080204" pitchFamily="34" charset="-128"/>
              <a:cs typeface="+mn-cs"/>
            </a:endParaRPr>
          </a:p>
        </p:txBody>
      </p:sp>
      <p:sp>
        <p:nvSpPr>
          <p:cNvPr id="123913" name="TextBox 15"/>
          <p:cNvSpPr txBox="1"/>
          <p:nvPr/>
        </p:nvSpPr>
        <p:spPr>
          <a:xfrm>
            <a:off x="1509713" y="4605338"/>
            <a:ext cx="7040562" cy="369887"/>
          </a:xfrm>
          <a:prstGeom prst="rect">
            <a:avLst/>
          </a:prstGeom>
          <a:noFill/>
          <a:ln w="9525">
            <a:noFill/>
          </a:ln>
        </p:spPr>
        <p:txBody>
          <a:bodyPr>
            <a:spAutoFit/>
          </a:bodyPr>
          <a:lstStyle>
            <a:lvl1pPr marL="342900" indent="-342900" algn="l" rtl="0" eaLnBrk="0" fontAlgn="base" hangingPunct="0">
              <a:spcBef>
                <a:spcPct val="35000"/>
              </a:spcBef>
              <a:spcAft>
                <a:spcPct val="0"/>
              </a:spcAft>
              <a:buClr>
                <a:srgbClr val="993300"/>
              </a:buClr>
              <a:buSzPct val="90000"/>
              <a:buFont typeface="Monotype Sorts" pitchFamily="-84" charset="2"/>
              <a:buChar char="n"/>
              <a:defRPr kumimoji="1">
                <a:solidFill>
                  <a:schemeClr val="tx1"/>
                </a:solidFill>
                <a:latin typeface="+mn-lt"/>
                <a:ea typeface="MS PGothic" panose="020B0600070205080204" pitchFamily="34" charset="-128"/>
                <a:cs typeface="MS PGothic" panose="020B0600070205080204" pitchFamily="34" charset="-128"/>
              </a:defRPr>
            </a:lvl1pPr>
            <a:lvl2pPr marL="742950" indent="-285750" algn="l" rtl="0" eaLnBrk="0" fontAlgn="base" hangingPunct="0">
              <a:spcBef>
                <a:spcPct val="35000"/>
              </a:spcBef>
              <a:spcAft>
                <a:spcPct val="0"/>
              </a:spcAft>
              <a:buClr>
                <a:srgbClr val="CC6600"/>
              </a:buClr>
              <a:buSzPct val="80000"/>
              <a:buFont typeface="Monotype Sorts" pitchFamily="-84" charset="2"/>
              <a:buChar char="l"/>
              <a:defRPr kumimoji="1">
                <a:solidFill>
                  <a:schemeClr val="tx1"/>
                </a:solidFill>
                <a:latin typeface="+mn-lt"/>
                <a:ea typeface="MS PGothic" panose="020B0600070205080204" pitchFamily="34" charset="-128"/>
              </a:defRPr>
            </a:lvl2pPr>
            <a:lvl3pPr marL="1085850"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a:solidFill>
                  <a:schemeClr val="tx1"/>
                </a:solidFill>
                <a:latin typeface="+mn-lt"/>
                <a:ea typeface="MS PGothic" panose="020B0600070205080204" pitchFamily="34" charset="-128"/>
              </a:defRPr>
            </a:lvl3pPr>
            <a:lvl4pPr marL="1428750" indent="-228600" algn="l" rtl="0" eaLnBrk="0" fontAlgn="base" hangingPunct="0">
              <a:spcBef>
                <a:spcPct val="35000"/>
              </a:spcBef>
              <a:spcAft>
                <a:spcPct val="0"/>
              </a:spcAft>
              <a:buClr>
                <a:schemeClr val="hlink"/>
              </a:buClr>
              <a:buSzPct val="75000"/>
              <a:buChar char="–"/>
              <a:defRPr kumimoji="1">
                <a:solidFill>
                  <a:schemeClr val="tx1"/>
                </a:solidFill>
                <a:latin typeface="+mn-lt"/>
                <a:ea typeface="MS PGothic" panose="020B0600070205080204" pitchFamily="34" charset="-128"/>
              </a:defRPr>
            </a:lvl4pPr>
            <a:lvl5pPr marL="17716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anose="020B0600070205080204" pitchFamily="34" charset="-128"/>
              </a:defRPr>
            </a:lvl5pPr>
          </a:lstStyle>
          <a:p>
            <a:pPr marL="0" lvl="0" indent="0">
              <a:spcBef>
                <a:spcPct val="0"/>
              </a:spcBef>
              <a:buClrTx/>
              <a:buSzTx/>
              <a:buFontTx/>
              <a:buNone/>
            </a:pPr>
            <a:r>
              <a:rPr lang="en-US" altLang="zh-CN" dirty="0">
                <a:solidFill>
                  <a:srgbClr val="000000"/>
                </a:solidFill>
              </a:rPr>
              <a:t>The </a:t>
            </a:r>
            <a:r>
              <a:rPr lang="en-US" altLang="zh-CN" b="1" dirty="0">
                <a:solidFill>
                  <a:srgbClr val="0000FF"/>
                </a:solidFill>
              </a:rPr>
              <a:t>younger process </a:t>
            </a:r>
            <a:r>
              <a:rPr lang="en-US" altLang="zh-CN" dirty="0">
                <a:solidFill>
                  <a:srgbClr val="000000"/>
                </a:solidFill>
              </a:rPr>
              <a:t>will </a:t>
            </a:r>
            <a:r>
              <a:rPr lang="en-US" altLang="zh-CN" b="1" dirty="0">
                <a:solidFill>
                  <a:srgbClr val="FF0000"/>
                </a:solidFill>
              </a:rPr>
              <a:t>die (= abort)</a:t>
            </a:r>
            <a:endParaRPr lang="zh-CN" altLang="en-US" dirty="0">
              <a:solidFill>
                <a:srgbClr val="000000"/>
              </a:solidFill>
            </a:endParaRPr>
          </a:p>
        </p:txBody>
      </p:sp>
    </p:spTree>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3906" name="Rectangle 2"/>
          <p:cNvSpPr>
            <a:spLocks noGrp="1"/>
          </p:cNvSpPr>
          <p:nvPr>
            <p:ph type="title"/>
          </p:nvPr>
        </p:nvSpPr>
        <p:spPr>
          <a:xfrm>
            <a:off x="1109663" y="214313"/>
            <a:ext cx="7577137" cy="576262"/>
          </a:xfrm>
        </p:spPr>
        <p:txBody>
          <a:bodyPr vert="horz" wrap="square" lIns="91440" tIns="45720" rIns="91440" bIns="45720" anchor="b" anchorCtr="0"/>
          <a:p>
            <a:pPr eaLnBrk="1" hangingPunct="1"/>
            <a:r>
              <a:rPr lang="en-US" altLang="zh-CN" dirty="0"/>
              <a:t>W</a:t>
            </a:r>
            <a:r>
              <a:rPr lang="en-US" altLang="en-US" dirty="0"/>
              <a:t>ait-</a:t>
            </a:r>
            <a:r>
              <a:rPr lang="en-US" altLang="zh-CN" dirty="0"/>
              <a:t>D</a:t>
            </a:r>
            <a:r>
              <a:rPr lang="en-US" altLang="en-US" dirty="0"/>
              <a:t>ie </a:t>
            </a:r>
            <a:r>
              <a:rPr lang="en-US" altLang="zh-CN" dirty="0"/>
              <a:t>M</a:t>
            </a:r>
            <a:r>
              <a:rPr lang="en-US" altLang="en-US" dirty="0"/>
              <a:t>ethod</a:t>
            </a:r>
            <a:endParaRPr lang="en-US" altLang="en-US" dirty="0"/>
          </a:p>
        </p:txBody>
      </p:sp>
      <p:sp>
        <p:nvSpPr>
          <p:cNvPr id="123907" name="Rectangle 3"/>
          <p:cNvSpPr>
            <a:spLocks noGrp="1"/>
          </p:cNvSpPr>
          <p:nvPr>
            <p:ph idx="1"/>
          </p:nvPr>
        </p:nvSpPr>
        <p:spPr>
          <a:xfrm>
            <a:off x="477838" y="1030288"/>
            <a:ext cx="8267700" cy="369887"/>
          </a:xfrm>
        </p:spPr>
        <p:txBody>
          <a:bodyPr vert="horz" wrap="square" lIns="91440" tIns="45720" rIns="91440" bIns="45720" anchor="t" anchorCtr="0"/>
          <a:p>
            <a:pPr>
              <a:buFont typeface="Wingdings" panose="05000000000000000000" pitchFamily="2" charset="2"/>
              <a:buChar char="q"/>
            </a:pPr>
            <a:r>
              <a:rPr lang="en-US" altLang="en-US" dirty="0"/>
              <a:t>The </a:t>
            </a:r>
            <a:r>
              <a:rPr lang="en-US" altLang="en-US" b="1" dirty="0">
                <a:solidFill>
                  <a:srgbClr val="FF0000"/>
                </a:solidFill>
              </a:rPr>
              <a:t>Wait-die</a:t>
            </a:r>
            <a:r>
              <a:rPr lang="en-US" altLang="en-US" dirty="0"/>
              <a:t> locking rule:</a:t>
            </a:r>
            <a:endParaRPr lang="en-US" altLang="en-US" dirty="0"/>
          </a:p>
        </p:txBody>
      </p:sp>
      <p:sp>
        <p:nvSpPr>
          <p:cNvPr id="123913" name="TextBox 15"/>
          <p:cNvSpPr txBox="1"/>
          <p:nvPr/>
        </p:nvSpPr>
        <p:spPr>
          <a:xfrm>
            <a:off x="1509713" y="4605338"/>
            <a:ext cx="7040562" cy="369887"/>
          </a:xfrm>
          <a:prstGeom prst="rect">
            <a:avLst/>
          </a:prstGeom>
          <a:noFill/>
          <a:ln w="9525">
            <a:noFill/>
          </a:ln>
        </p:spPr>
        <p:txBody>
          <a:bodyPr>
            <a:spAutoFit/>
          </a:bodyPr>
          <a:lstStyle>
            <a:lvl1pPr marL="342900" indent="-342900" algn="l" rtl="0" eaLnBrk="0" fontAlgn="base" hangingPunct="0">
              <a:spcBef>
                <a:spcPct val="35000"/>
              </a:spcBef>
              <a:spcAft>
                <a:spcPct val="0"/>
              </a:spcAft>
              <a:buClr>
                <a:srgbClr val="993300"/>
              </a:buClr>
              <a:buSzPct val="90000"/>
              <a:buFont typeface="Monotype Sorts" pitchFamily="-84" charset="2"/>
              <a:buChar char="n"/>
              <a:defRPr kumimoji="1">
                <a:solidFill>
                  <a:schemeClr val="tx1"/>
                </a:solidFill>
                <a:latin typeface="+mn-lt"/>
                <a:ea typeface="MS PGothic" panose="020B0600070205080204" pitchFamily="34" charset="-128"/>
                <a:cs typeface="MS PGothic" panose="020B0600070205080204" pitchFamily="34" charset="-128"/>
              </a:defRPr>
            </a:lvl1pPr>
            <a:lvl2pPr marL="742950" indent="-285750" algn="l" rtl="0" eaLnBrk="0" fontAlgn="base" hangingPunct="0">
              <a:spcBef>
                <a:spcPct val="35000"/>
              </a:spcBef>
              <a:spcAft>
                <a:spcPct val="0"/>
              </a:spcAft>
              <a:buClr>
                <a:srgbClr val="CC6600"/>
              </a:buClr>
              <a:buSzPct val="80000"/>
              <a:buFont typeface="Monotype Sorts" pitchFamily="-84" charset="2"/>
              <a:buChar char="l"/>
              <a:defRPr kumimoji="1">
                <a:solidFill>
                  <a:schemeClr val="tx1"/>
                </a:solidFill>
                <a:latin typeface="+mn-lt"/>
                <a:ea typeface="MS PGothic" panose="020B0600070205080204" pitchFamily="34" charset="-128"/>
              </a:defRPr>
            </a:lvl2pPr>
            <a:lvl3pPr marL="1085850"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a:solidFill>
                  <a:schemeClr val="tx1"/>
                </a:solidFill>
                <a:latin typeface="+mn-lt"/>
                <a:ea typeface="MS PGothic" panose="020B0600070205080204" pitchFamily="34" charset="-128"/>
              </a:defRPr>
            </a:lvl3pPr>
            <a:lvl4pPr marL="1428750" indent="-228600" algn="l" rtl="0" eaLnBrk="0" fontAlgn="base" hangingPunct="0">
              <a:spcBef>
                <a:spcPct val="35000"/>
              </a:spcBef>
              <a:spcAft>
                <a:spcPct val="0"/>
              </a:spcAft>
              <a:buClr>
                <a:schemeClr val="hlink"/>
              </a:buClr>
              <a:buSzPct val="75000"/>
              <a:buChar char="–"/>
              <a:defRPr kumimoji="1">
                <a:solidFill>
                  <a:schemeClr val="tx1"/>
                </a:solidFill>
                <a:latin typeface="+mn-lt"/>
                <a:ea typeface="MS PGothic" panose="020B0600070205080204" pitchFamily="34" charset="-128"/>
              </a:defRPr>
            </a:lvl4pPr>
            <a:lvl5pPr marL="17716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anose="020B0600070205080204" pitchFamily="34" charset="-128"/>
              </a:defRPr>
            </a:lvl5pPr>
          </a:lstStyle>
          <a:p>
            <a:pPr marL="0" lvl="0" indent="0">
              <a:spcBef>
                <a:spcPct val="0"/>
              </a:spcBef>
              <a:buClrTx/>
              <a:buSzTx/>
              <a:buFontTx/>
              <a:buNone/>
            </a:pPr>
            <a:r>
              <a:rPr lang="en-US" altLang="zh-CN" dirty="0">
                <a:solidFill>
                  <a:srgbClr val="000000"/>
                </a:solidFill>
              </a:rPr>
              <a:t>The </a:t>
            </a:r>
            <a:r>
              <a:rPr lang="en-US" altLang="zh-CN" b="1" dirty="0">
                <a:solidFill>
                  <a:srgbClr val="0000FF"/>
                </a:solidFill>
              </a:rPr>
              <a:t>younger process </a:t>
            </a:r>
            <a:r>
              <a:rPr lang="en-US" altLang="zh-CN" dirty="0">
                <a:solidFill>
                  <a:srgbClr val="000000"/>
                </a:solidFill>
              </a:rPr>
              <a:t>will </a:t>
            </a:r>
            <a:r>
              <a:rPr lang="en-US" altLang="zh-CN" b="1" dirty="0">
                <a:solidFill>
                  <a:srgbClr val="FF0000"/>
                </a:solidFill>
              </a:rPr>
              <a:t>die (= abort)</a:t>
            </a:r>
            <a:endParaRPr lang="zh-CN" altLang="en-US" dirty="0">
              <a:solidFill>
                <a:srgbClr val="000000"/>
              </a:solidFill>
            </a:endParaRPr>
          </a:p>
        </p:txBody>
      </p:sp>
      <p:pic>
        <p:nvPicPr>
          <p:cNvPr id="4" name="Picture 3"/>
          <p:cNvPicPr>
            <a:picLocks noChangeAspect="1"/>
          </p:cNvPicPr>
          <p:nvPr/>
        </p:nvPicPr>
        <p:blipFill>
          <a:blip r:embed="rId1"/>
          <a:stretch>
            <a:fillRect/>
          </a:stretch>
        </p:blipFill>
        <p:spPr>
          <a:xfrm>
            <a:off x="1577975" y="1728788"/>
            <a:ext cx="6065838" cy="3638550"/>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5954" name="Rectangle 2"/>
          <p:cNvSpPr>
            <a:spLocks noGrp="1"/>
          </p:cNvSpPr>
          <p:nvPr>
            <p:ph type="title"/>
          </p:nvPr>
        </p:nvSpPr>
        <p:spPr>
          <a:xfrm>
            <a:off x="1109663" y="214313"/>
            <a:ext cx="7577137" cy="576262"/>
          </a:xfrm>
        </p:spPr>
        <p:txBody>
          <a:bodyPr vert="horz" wrap="square" lIns="91440" tIns="45720" rIns="91440" bIns="45720" anchor="b" anchorCtr="0"/>
          <a:p>
            <a:pPr eaLnBrk="1" hangingPunct="1"/>
            <a:r>
              <a:rPr lang="en-US" altLang="zh-CN" dirty="0"/>
              <a:t>W</a:t>
            </a:r>
            <a:r>
              <a:rPr lang="en-US" altLang="en-US" dirty="0"/>
              <a:t>ait-</a:t>
            </a:r>
            <a:r>
              <a:rPr lang="en-US" altLang="zh-CN" dirty="0"/>
              <a:t>D</a:t>
            </a:r>
            <a:r>
              <a:rPr lang="en-US" altLang="en-US" dirty="0"/>
              <a:t>ie </a:t>
            </a:r>
            <a:r>
              <a:rPr lang="en-US" altLang="zh-CN" dirty="0"/>
              <a:t>M</a:t>
            </a:r>
            <a:r>
              <a:rPr lang="en-US" altLang="en-US" dirty="0"/>
              <a:t>ethod</a:t>
            </a:r>
            <a:endParaRPr lang="en-US" altLang="en-US" dirty="0"/>
          </a:p>
        </p:txBody>
      </p:sp>
      <p:sp>
        <p:nvSpPr>
          <p:cNvPr id="125955" name="Rectangle 3"/>
          <p:cNvSpPr>
            <a:spLocks noGrp="1"/>
          </p:cNvSpPr>
          <p:nvPr>
            <p:ph idx="1"/>
          </p:nvPr>
        </p:nvSpPr>
        <p:spPr>
          <a:xfrm>
            <a:off x="477838" y="1030288"/>
            <a:ext cx="8399462" cy="369887"/>
          </a:xfrm>
        </p:spPr>
        <p:txBody>
          <a:bodyPr vert="horz" wrap="square" lIns="91440" tIns="45720" rIns="91440" bIns="45720" anchor="t" anchorCtr="0"/>
          <a:p>
            <a:pPr>
              <a:buFont typeface="Wingdings" panose="05000000000000000000" pitchFamily="2" charset="2"/>
              <a:buChar char="q"/>
            </a:pPr>
            <a:r>
              <a:rPr lang="en-US" altLang="en-US" dirty="0"/>
              <a:t>The </a:t>
            </a:r>
            <a:r>
              <a:rPr lang="en-US" altLang="en-US" b="1" dirty="0">
                <a:solidFill>
                  <a:srgbClr val="FF0000"/>
                </a:solidFill>
              </a:rPr>
              <a:t>Wait-die</a:t>
            </a:r>
            <a:r>
              <a:rPr lang="en-US" altLang="en-US" dirty="0"/>
              <a:t> locking rule will </a:t>
            </a:r>
            <a:r>
              <a:rPr lang="en-US" altLang="en-US" dirty="0">
                <a:solidFill>
                  <a:srgbClr val="0000FF"/>
                </a:solidFill>
              </a:rPr>
              <a:t>prevent</a:t>
            </a:r>
            <a:r>
              <a:rPr lang="en-US" altLang="en-US" dirty="0"/>
              <a:t> the development of </a:t>
            </a:r>
            <a:r>
              <a:rPr lang="en-US" altLang="en-US" dirty="0">
                <a:solidFill>
                  <a:srgbClr val="FF0000"/>
                </a:solidFill>
              </a:rPr>
              <a:t>deadlock</a:t>
            </a:r>
            <a:r>
              <a:rPr lang="en-US" altLang="en-US" dirty="0"/>
              <a:t> because:</a:t>
            </a:r>
            <a:endParaRPr lang="en-US" altLang="en-US" dirty="0"/>
          </a:p>
        </p:txBody>
      </p:sp>
      <p:pic>
        <p:nvPicPr>
          <p:cNvPr id="125956" name="Picture 1"/>
          <p:cNvPicPr>
            <a:picLocks noChangeAspect="1"/>
          </p:cNvPicPr>
          <p:nvPr/>
        </p:nvPicPr>
        <p:blipFill>
          <a:blip r:embed="rId1"/>
          <a:stretch>
            <a:fillRect/>
          </a:stretch>
        </p:blipFill>
        <p:spPr>
          <a:xfrm>
            <a:off x="477838" y="1581150"/>
            <a:ext cx="8582025" cy="3695700"/>
          </a:xfrm>
          <a:prstGeom prst="rect">
            <a:avLst/>
          </a:prstGeom>
          <a:noFill/>
          <a:ln w="9525">
            <a:noFill/>
          </a:ln>
        </p:spPr>
      </p:pic>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8002" name="Rectangle 2"/>
          <p:cNvSpPr>
            <a:spLocks noGrp="1"/>
          </p:cNvSpPr>
          <p:nvPr>
            <p:ph type="title"/>
          </p:nvPr>
        </p:nvSpPr>
        <p:spPr>
          <a:xfrm>
            <a:off x="1109663" y="214313"/>
            <a:ext cx="7577137" cy="576262"/>
          </a:xfrm>
        </p:spPr>
        <p:txBody>
          <a:bodyPr vert="horz" wrap="square" lIns="91440" tIns="45720" rIns="91440" bIns="45720" anchor="b" anchorCtr="0"/>
          <a:p>
            <a:pPr eaLnBrk="1" hangingPunct="1"/>
            <a:r>
              <a:rPr lang="en-US" altLang="zh-CN" dirty="0"/>
              <a:t>W</a:t>
            </a:r>
            <a:r>
              <a:rPr lang="en-US" altLang="en-US" dirty="0"/>
              <a:t>ait-</a:t>
            </a:r>
            <a:r>
              <a:rPr lang="en-US" altLang="zh-CN" dirty="0"/>
              <a:t>D</a:t>
            </a:r>
            <a:r>
              <a:rPr lang="en-US" altLang="en-US" dirty="0"/>
              <a:t>ie </a:t>
            </a:r>
            <a:r>
              <a:rPr lang="en-US" altLang="zh-CN" dirty="0"/>
              <a:t>M</a:t>
            </a:r>
            <a:r>
              <a:rPr lang="en-US" altLang="en-US" dirty="0"/>
              <a:t>ethod</a:t>
            </a:r>
            <a:endParaRPr lang="en-US" altLang="en-US" dirty="0"/>
          </a:p>
        </p:txBody>
      </p:sp>
      <p:sp>
        <p:nvSpPr>
          <p:cNvPr id="128003" name="Rectangle 3"/>
          <p:cNvSpPr>
            <a:spLocks noGrp="1"/>
          </p:cNvSpPr>
          <p:nvPr>
            <p:ph idx="1"/>
          </p:nvPr>
        </p:nvSpPr>
        <p:spPr>
          <a:xfrm>
            <a:off x="477838" y="1030288"/>
            <a:ext cx="8399462" cy="369887"/>
          </a:xfrm>
        </p:spPr>
        <p:txBody>
          <a:bodyPr vert="horz" wrap="square" lIns="91440" tIns="45720" rIns="91440" bIns="45720" anchor="t" anchorCtr="0"/>
          <a:p>
            <a:pPr>
              <a:buFont typeface="Wingdings" panose="05000000000000000000" pitchFamily="2" charset="2"/>
              <a:buChar char="q"/>
            </a:pPr>
            <a:r>
              <a:rPr lang="en-US" altLang="en-US" dirty="0"/>
              <a:t>Example: </a:t>
            </a:r>
            <a:r>
              <a:rPr lang="en-US" altLang="en-US" dirty="0">
                <a:solidFill>
                  <a:srgbClr val="FF0000"/>
                </a:solidFill>
              </a:rPr>
              <a:t>wait-die</a:t>
            </a:r>
            <a:r>
              <a:rPr lang="en-US" altLang="en-US" dirty="0"/>
              <a:t> locking</a:t>
            </a:r>
            <a:endParaRPr lang="en-US" altLang="en-US" dirty="0"/>
          </a:p>
        </p:txBody>
      </p:sp>
      <p:pic>
        <p:nvPicPr>
          <p:cNvPr id="128004" name="Picture 2"/>
          <p:cNvPicPr>
            <a:picLocks noChangeAspect="1"/>
          </p:cNvPicPr>
          <p:nvPr/>
        </p:nvPicPr>
        <p:blipFill>
          <a:blip r:embed="rId1"/>
          <a:stretch>
            <a:fillRect/>
          </a:stretch>
        </p:blipFill>
        <p:spPr>
          <a:xfrm>
            <a:off x="881063" y="1400175"/>
            <a:ext cx="5091112" cy="1708150"/>
          </a:xfrm>
          <a:prstGeom prst="rect">
            <a:avLst/>
          </a:prstGeom>
          <a:noFill/>
          <a:ln w="9525">
            <a:noFill/>
          </a:ln>
        </p:spPr>
      </p:pic>
      <p:sp>
        <p:nvSpPr>
          <p:cNvPr id="6" name="Rectangle 3"/>
          <p:cNvSpPr txBox="1">
            <a:spLocks noChangeArrowheads="1"/>
          </p:cNvSpPr>
          <p:nvPr/>
        </p:nvSpPr>
        <p:spPr bwMode="auto">
          <a:xfrm>
            <a:off x="477838" y="3244850"/>
            <a:ext cx="8399463" cy="368300"/>
          </a:xfrm>
          <a:prstGeom prst="rect">
            <a:avLst/>
          </a:prstGeom>
          <a:noFill/>
          <a:ln>
            <a:noFill/>
          </a:ln>
        </p:spPr>
        <p:txBody>
          <a:bodyPr/>
          <a:lstStyle>
            <a:lvl1pPr marL="342900" indent="-342900" algn="l" rtl="0" eaLnBrk="0" fontAlgn="base" hangingPunct="0">
              <a:spcBef>
                <a:spcPct val="35000"/>
              </a:spcBef>
              <a:spcAft>
                <a:spcPct val="0"/>
              </a:spcAft>
              <a:buClr>
                <a:srgbClr val="993300"/>
              </a:buClr>
              <a:buSzPct val="90000"/>
              <a:buFont typeface="Monotype Sorts" pitchFamily="-84" charset="2"/>
              <a:buChar char="n"/>
              <a:defRPr kumimoji="1">
                <a:solidFill>
                  <a:schemeClr val="tx1"/>
                </a:solidFill>
                <a:latin typeface="+mn-lt"/>
                <a:ea typeface="MS PGothic" panose="020B0600070205080204" pitchFamily="34" charset="-128"/>
                <a:cs typeface="MS PGothic" panose="020B0600070205080204" pitchFamily="34" charset="-128"/>
              </a:defRPr>
            </a:lvl1pPr>
            <a:lvl2pPr marL="742950" indent="-285750" algn="l" rtl="0" eaLnBrk="0" fontAlgn="base" hangingPunct="0">
              <a:spcBef>
                <a:spcPct val="35000"/>
              </a:spcBef>
              <a:spcAft>
                <a:spcPct val="0"/>
              </a:spcAft>
              <a:buClr>
                <a:srgbClr val="CC6600"/>
              </a:buClr>
              <a:buSzPct val="80000"/>
              <a:buFont typeface="Monotype Sorts" pitchFamily="-84" charset="2"/>
              <a:buChar char="l"/>
              <a:defRPr kumimoji="1">
                <a:solidFill>
                  <a:schemeClr val="tx1"/>
                </a:solidFill>
                <a:latin typeface="+mn-lt"/>
                <a:ea typeface="MS PGothic" panose="020B0600070205080204" pitchFamily="34" charset="-128"/>
              </a:defRPr>
            </a:lvl2pPr>
            <a:lvl3pPr marL="1085850"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a:solidFill>
                  <a:schemeClr val="tx1"/>
                </a:solidFill>
                <a:latin typeface="+mn-lt"/>
                <a:ea typeface="MS PGothic" panose="020B0600070205080204" pitchFamily="34" charset="-128"/>
              </a:defRPr>
            </a:lvl3pPr>
            <a:lvl4pPr marL="1428750" indent="-228600" algn="l" rtl="0" eaLnBrk="0" fontAlgn="base" hangingPunct="0">
              <a:spcBef>
                <a:spcPct val="35000"/>
              </a:spcBef>
              <a:spcAft>
                <a:spcPct val="0"/>
              </a:spcAft>
              <a:buClr>
                <a:schemeClr val="hlink"/>
              </a:buClr>
              <a:buSzPct val="75000"/>
              <a:buChar char="–"/>
              <a:defRPr kumimoji="1">
                <a:solidFill>
                  <a:schemeClr val="tx1"/>
                </a:solidFill>
                <a:latin typeface="+mn-lt"/>
                <a:ea typeface="MS PGothic" panose="020B0600070205080204" pitchFamily="34" charset="-128"/>
              </a:defRPr>
            </a:lvl4pPr>
            <a:lvl5pPr marL="17716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anose="020B0600070205080204" pitchFamily="34" charset="-128"/>
              </a:defRPr>
            </a:lvl5pPr>
            <a:lvl6pPr marL="22288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anose="020B0600070205080204" pitchFamily="34" charset="-128"/>
              </a:defRPr>
            </a:lvl6pPr>
            <a:lvl7pPr marL="26860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anose="020B0600070205080204" pitchFamily="34" charset="-128"/>
              </a:defRPr>
            </a:lvl7pPr>
            <a:lvl8pPr marL="31432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anose="020B0600070205080204" pitchFamily="34" charset="-128"/>
              </a:defRPr>
            </a:lvl8pPr>
            <a:lvl9pPr marL="36004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anose="020B0600070205080204" pitchFamily="34" charset="-128"/>
              </a:defRPr>
            </a:lvl9pPr>
          </a:lstStyle>
          <a:p>
            <a:pPr marL="342900" marR="0" lvl="0" indent="-342900" algn="l" defTabSz="914400" rtl="0" eaLnBrk="0" fontAlgn="base" latinLnBrk="0" hangingPunct="0">
              <a:lnSpc>
                <a:spcPct val="100000"/>
              </a:lnSpc>
              <a:spcBef>
                <a:spcPct val="35000"/>
              </a:spcBef>
              <a:spcAft>
                <a:spcPct val="0"/>
              </a:spcAft>
              <a:buClr>
                <a:srgbClr val="993300"/>
              </a:buClr>
              <a:buSzPct val="90000"/>
              <a:buFont typeface="Wingdings" panose="05000000000000000000" pitchFamily="2" charset="2"/>
              <a:buChar char="q"/>
              <a:defRPr/>
            </a:pPr>
            <a:r>
              <a:rPr kumimoji="1" lang="en-US" altLang="en-US" sz="1800" b="0" i="0" u="none" strike="noStrike" kern="0" cap="none" spc="0" normalizeH="0" baseline="0" noProof="0" dirty="0">
                <a:ln>
                  <a:noFill/>
                </a:ln>
                <a:solidFill>
                  <a:srgbClr val="000000"/>
                </a:solidFill>
                <a:effectLst/>
                <a:uLnTx/>
                <a:uFillTx/>
                <a:latin typeface="+mn-lt"/>
                <a:ea typeface="MS PGothic" panose="020B0600070205080204" pitchFamily="34" charset="-128"/>
                <a:cs typeface="MS PGothic" panose="020B0600070205080204" pitchFamily="34" charset="-128"/>
              </a:rPr>
              <a:t>Example: execution that </a:t>
            </a:r>
            <a:r>
              <a:rPr kumimoji="1" lang="en-US" altLang="en-US" sz="1800" b="0" i="0" u="none" strike="noStrike" kern="0" cap="none" spc="0" normalizeH="0" baseline="0" noProof="0" dirty="0">
                <a:ln>
                  <a:noFill/>
                </a:ln>
                <a:solidFill>
                  <a:srgbClr val="0000FF"/>
                </a:solidFill>
                <a:effectLst/>
                <a:uLnTx/>
                <a:uFillTx/>
                <a:latin typeface="+mn-lt"/>
                <a:ea typeface="MS PGothic" panose="020B0600070205080204" pitchFamily="34" charset="-128"/>
                <a:cs typeface="MS PGothic" panose="020B0600070205080204" pitchFamily="34" charset="-128"/>
              </a:rPr>
              <a:t>obeys</a:t>
            </a:r>
            <a:r>
              <a:rPr kumimoji="1" lang="en-US" altLang="en-US" sz="1800" b="0" i="0" u="none" strike="noStrike" kern="0" cap="none" spc="0" normalizeH="0" baseline="0" noProof="0" dirty="0">
                <a:ln>
                  <a:noFill/>
                </a:ln>
                <a:solidFill>
                  <a:srgbClr val="000000"/>
                </a:solidFill>
                <a:effectLst/>
                <a:uLnTx/>
                <a:uFillTx/>
                <a:latin typeface="+mn-lt"/>
                <a:ea typeface="MS PGothic" panose="020B0600070205080204" pitchFamily="34" charset="-128"/>
                <a:cs typeface="MS PGothic" panose="020B0600070205080204" pitchFamily="34" charset="-128"/>
              </a:rPr>
              <a:t> the </a:t>
            </a:r>
            <a:r>
              <a:rPr kumimoji="1" lang="en-US" altLang="en-US" sz="1800" b="0" i="0" u="none" strike="noStrike" kern="0" cap="none" spc="0" normalizeH="0" baseline="0" noProof="0" dirty="0">
                <a:ln>
                  <a:noFill/>
                </a:ln>
                <a:solidFill>
                  <a:srgbClr val="FF0000"/>
                </a:solidFill>
                <a:effectLst/>
                <a:uLnTx/>
                <a:uFillTx/>
                <a:latin typeface="+mn-lt"/>
                <a:ea typeface="MS PGothic" panose="020B0600070205080204" pitchFamily="34" charset="-128"/>
                <a:cs typeface="MS PGothic" panose="020B0600070205080204" pitchFamily="34" charset="-128"/>
              </a:rPr>
              <a:t>wait-die</a:t>
            </a:r>
            <a:r>
              <a:rPr kumimoji="1" lang="en-US" altLang="en-US" sz="1800" b="0" i="0" u="none" strike="noStrike" kern="0" cap="none" spc="0" normalizeH="0" baseline="0" noProof="0" dirty="0">
                <a:ln>
                  <a:noFill/>
                </a:ln>
                <a:solidFill>
                  <a:srgbClr val="000000"/>
                </a:solidFill>
                <a:effectLst/>
                <a:uLnTx/>
                <a:uFillTx/>
                <a:latin typeface="+mn-lt"/>
                <a:ea typeface="MS PGothic" panose="020B0600070205080204" pitchFamily="34" charset="-128"/>
                <a:cs typeface="MS PGothic" panose="020B0600070205080204" pitchFamily="34" charset="-128"/>
              </a:rPr>
              <a:t> rule</a:t>
            </a:r>
            <a:endParaRPr kumimoji="1" lang="en-US" altLang="en-US" sz="1800" b="0" i="0" u="none" strike="noStrike" kern="0" cap="none" spc="0" normalizeH="0" baseline="0" noProof="0" dirty="0">
              <a:ln>
                <a:noFill/>
              </a:ln>
              <a:solidFill>
                <a:srgbClr val="000000"/>
              </a:solidFill>
              <a:effectLst/>
              <a:uLnTx/>
              <a:uFillTx/>
              <a:latin typeface="+mn-lt"/>
              <a:ea typeface="MS PGothic" panose="020B0600070205080204" pitchFamily="34" charset="-128"/>
              <a:cs typeface="MS PGothic" panose="020B0600070205080204" pitchFamily="34" charset="-128"/>
            </a:endParaRPr>
          </a:p>
        </p:txBody>
      </p:sp>
      <p:pic>
        <p:nvPicPr>
          <p:cNvPr id="4" name="Picture 3"/>
          <p:cNvPicPr>
            <a:picLocks noChangeAspect="1"/>
          </p:cNvPicPr>
          <p:nvPr/>
        </p:nvPicPr>
        <p:blipFill>
          <a:blip r:embed="rId2"/>
          <a:stretch>
            <a:fillRect/>
          </a:stretch>
        </p:blipFill>
        <p:spPr>
          <a:xfrm>
            <a:off x="1085850" y="503238"/>
            <a:ext cx="6972300" cy="6303962"/>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0050" name="Rectangle 2"/>
          <p:cNvSpPr>
            <a:spLocks noGrp="1"/>
          </p:cNvSpPr>
          <p:nvPr>
            <p:ph type="title"/>
          </p:nvPr>
        </p:nvSpPr>
        <p:spPr>
          <a:xfrm>
            <a:off x="1109663" y="214313"/>
            <a:ext cx="7577137" cy="576262"/>
          </a:xfrm>
        </p:spPr>
        <p:txBody>
          <a:bodyPr vert="horz" wrap="square" lIns="91440" tIns="45720" rIns="91440" bIns="45720" anchor="b" anchorCtr="0"/>
          <a:p>
            <a:pPr eaLnBrk="1" hangingPunct="1"/>
            <a:r>
              <a:rPr lang="en-US" altLang="zh-CN" dirty="0"/>
              <a:t>W</a:t>
            </a:r>
            <a:r>
              <a:rPr lang="en-US" altLang="en-US" dirty="0"/>
              <a:t>ait-</a:t>
            </a:r>
            <a:r>
              <a:rPr lang="en-US" altLang="zh-CN" dirty="0"/>
              <a:t>D</a:t>
            </a:r>
            <a:r>
              <a:rPr lang="en-US" altLang="en-US" dirty="0"/>
              <a:t>ie </a:t>
            </a:r>
            <a:r>
              <a:rPr lang="en-US" altLang="zh-CN" dirty="0"/>
              <a:t>M</a:t>
            </a:r>
            <a:r>
              <a:rPr lang="en-US" altLang="en-US" dirty="0"/>
              <a:t>ethod</a:t>
            </a:r>
            <a:endParaRPr lang="en-US" altLang="en-US" dirty="0"/>
          </a:p>
        </p:txBody>
      </p:sp>
      <p:sp>
        <p:nvSpPr>
          <p:cNvPr id="130051" name="Rectangle 3"/>
          <p:cNvSpPr>
            <a:spLocks noGrp="1"/>
          </p:cNvSpPr>
          <p:nvPr>
            <p:ph idx="1"/>
          </p:nvPr>
        </p:nvSpPr>
        <p:spPr>
          <a:xfrm>
            <a:off x="477838" y="1030288"/>
            <a:ext cx="8399462" cy="369887"/>
          </a:xfrm>
        </p:spPr>
        <p:txBody>
          <a:bodyPr vert="horz" wrap="square" lIns="91440" tIns="45720" rIns="91440" bIns="45720" anchor="t" anchorCtr="0"/>
          <a:p>
            <a:pPr>
              <a:buFont typeface="Wingdings" panose="05000000000000000000" pitchFamily="2" charset="2"/>
              <a:buChar char="q"/>
            </a:pPr>
            <a:r>
              <a:rPr lang="en-US" altLang="en-US" dirty="0"/>
              <a:t>Important note:</a:t>
            </a:r>
            <a:endParaRPr lang="en-US" altLang="en-US" dirty="0"/>
          </a:p>
        </p:txBody>
      </p:sp>
      <p:sp>
        <p:nvSpPr>
          <p:cNvPr id="8" name="Rectangle 7"/>
          <p:cNvSpPr/>
          <p:nvPr/>
        </p:nvSpPr>
        <p:spPr bwMode="auto">
          <a:xfrm>
            <a:off x="890588" y="1490663"/>
            <a:ext cx="7796213" cy="3370263"/>
          </a:xfrm>
          <a:prstGeom prst="rect">
            <a:avLst/>
          </a:prstGeom>
          <a:solidFill>
            <a:schemeClr val="accent2">
              <a:lumMod val="20000"/>
              <a:lumOff val="80000"/>
            </a:schemeClr>
          </a:solidFill>
          <a:ln w="9525" cap="flat" cmpd="sng" algn="ctr">
            <a:solidFill>
              <a:schemeClr val="tx1"/>
            </a:solidFill>
            <a:prstDash val="solid"/>
            <a:round/>
            <a:headEnd type="none" w="med" len="med"/>
            <a:tailEnd type="none" w="med" len="med"/>
          </a:ln>
          <a:effectLst/>
        </p:spPr>
        <p:txBody>
          <a:bodyPr wrap="none"/>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Verdana" panose="020B0604030504040204" pitchFamily="34" charset="0"/>
              <a:ea typeface="MS PGothic" panose="020B0600070205080204" pitchFamily="34" charset="-128"/>
              <a:cs typeface="+mn-cs"/>
            </a:endParaRPr>
          </a:p>
        </p:txBody>
      </p:sp>
      <p:sp>
        <p:nvSpPr>
          <p:cNvPr id="130053" name="TextBox 8"/>
          <p:cNvSpPr txBox="1"/>
          <p:nvPr/>
        </p:nvSpPr>
        <p:spPr>
          <a:xfrm>
            <a:off x="671513" y="1628775"/>
            <a:ext cx="7878762" cy="368300"/>
          </a:xfrm>
          <a:prstGeom prst="rect">
            <a:avLst/>
          </a:prstGeom>
          <a:noFill/>
          <a:ln w="9525">
            <a:noFill/>
          </a:ln>
        </p:spPr>
        <p:txBody>
          <a:bodyPr>
            <a:spAutoFit/>
          </a:bodyPr>
          <a:lstStyle>
            <a:lvl1pPr marL="342900" indent="-342900" algn="l" rtl="0" eaLnBrk="0" fontAlgn="base" hangingPunct="0">
              <a:spcBef>
                <a:spcPct val="35000"/>
              </a:spcBef>
              <a:spcAft>
                <a:spcPct val="0"/>
              </a:spcAft>
              <a:buClr>
                <a:srgbClr val="993300"/>
              </a:buClr>
              <a:buSzPct val="90000"/>
              <a:buFont typeface="Monotype Sorts" pitchFamily="-84" charset="2"/>
              <a:buChar char="n"/>
              <a:defRPr kumimoji="1">
                <a:solidFill>
                  <a:schemeClr val="tx1"/>
                </a:solidFill>
                <a:latin typeface="+mn-lt"/>
                <a:ea typeface="MS PGothic" panose="020B0600070205080204" pitchFamily="34" charset="-128"/>
                <a:cs typeface="MS PGothic" panose="020B0600070205080204" pitchFamily="34" charset="-128"/>
              </a:defRPr>
            </a:lvl1pPr>
            <a:lvl2pPr marL="742950" indent="-285750" algn="l" rtl="0" eaLnBrk="0" fontAlgn="base" hangingPunct="0">
              <a:spcBef>
                <a:spcPct val="35000"/>
              </a:spcBef>
              <a:spcAft>
                <a:spcPct val="0"/>
              </a:spcAft>
              <a:buClr>
                <a:srgbClr val="CC6600"/>
              </a:buClr>
              <a:buSzPct val="80000"/>
              <a:buFont typeface="Monotype Sorts" pitchFamily="-84" charset="2"/>
              <a:buChar char="l"/>
              <a:defRPr kumimoji="1">
                <a:solidFill>
                  <a:schemeClr val="tx1"/>
                </a:solidFill>
                <a:latin typeface="+mn-lt"/>
                <a:ea typeface="MS PGothic" panose="020B0600070205080204" pitchFamily="34" charset="-128"/>
              </a:defRPr>
            </a:lvl2pPr>
            <a:lvl3pPr marL="1085850"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a:solidFill>
                  <a:schemeClr val="tx1"/>
                </a:solidFill>
                <a:latin typeface="+mn-lt"/>
                <a:ea typeface="MS PGothic" panose="020B0600070205080204" pitchFamily="34" charset="-128"/>
              </a:defRPr>
            </a:lvl3pPr>
            <a:lvl4pPr marL="1428750" indent="-228600" algn="l" rtl="0" eaLnBrk="0" fontAlgn="base" hangingPunct="0">
              <a:spcBef>
                <a:spcPct val="35000"/>
              </a:spcBef>
              <a:spcAft>
                <a:spcPct val="0"/>
              </a:spcAft>
              <a:buClr>
                <a:schemeClr val="hlink"/>
              </a:buClr>
              <a:buSzPct val="75000"/>
              <a:buChar char="–"/>
              <a:defRPr kumimoji="1">
                <a:solidFill>
                  <a:schemeClr val="tx1"/>
                </a:solidFill>
                <a:latin typeface="+mn-lt"/>
                <a:ea typeface="MS PGothic" panose="020B0600070205080204" pitchFamily="34" charset="-128"/>
              </a:defRPr>
            </a:lvl4pPr>
            <a:lvl5pPr marL="17716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anose="020B0600070205080204" pitchFamily="34" charset="-128"/>
              </a:defRPr>
            </a:lvl5pPr>
          </a:lstStyle>
          <a:p>
            <a:pPr marL="742950" lvl="1" indent="-285750">
              <a:buFont typeface="Wingdings" panose="05000000000000000000" pitchFamily="2" charset="2"/>
              <a:buChar char="Ø"/>
            </a:pPr>
            <a:r>
              <a:rPr lang="en-US" altLang="zh-CN" dirty="0">
                <a:solidFill>
                  <a:srgbClr val="000000"/>
                </a:solidFill>
              </a:rPr>
              <a:t>When a process is </a:t>
            </a:r>
            <a:r>
              <a:rPr lang="en-US" altLang="zh-CN" b="1" dirty="0">
                <a:solidFill>
                  <a:srgbClr val="FF0000"/>
                </a:solidFill>
              </a:rPr>
              <a:t>aborted</a:t>
            </a:r>
            <a:r>
              <a:rPr lang="en-US" altLang="zh-CN" dirty="0">
                <a:solidFill>
                  <a:srgbClr val="000000"/>
                </a:solidFill>
              </a:rPr>
              <a:t> and </a:t>
            </a:r>
            <a:r>
              <a:rPr lang="en-US" altLang="zh-CN" b="1" dirty="0">
                <a:solidFill>
                  <a:srgbClr val="FF0000"/>
                </a:solidFill>
              </a:rPr>
              <a:t>restarts</a:t>
            </a:r>
            <a:endParaRPr lang="en-US" altLang="zh-CN" b="1" dirty="0">
              <a:solidFill>
                <a:srgbClr val="FF0000"/>
              </a:solidFill>
            </a:endParaRPr>
          </a:p>
        </p:txBody>
      </p:sp>
      <p:sp>
        <p:nvSpPr>
          <p:cNvPr id="11" name="Rectangle 10"/>
          <p:cNvSpPr/>
          <p:nvPr/>
        </p:nvSpPr>
        <p:spPr bwMode="auto">
          <a:xfrm>
            <a:off x="1557338" y="2135188"/>
            <a:ext cx="6992938" cy="514350"/>
          </a:xfrm>
          <a:prstGeom prst="rect">
            <a:avLst/>
          </a:prstGeom>
          <a:solidFill>
            <a:schemeClr val="bg2">
              <a:lumMod val="20000"/>
              <a:lumOff val="80000"/>
            </a:schemeClr>
          </a:solidFill>
          <a:ln w="19050" cap="flat" cmpd="sng" algn="ctr">
            <a:solidFill>
              <a:schemeClr val="tx1"/>
            </a:solidFill>
            <a:prstDash val="solid"/>
            <a:round/>
            <a:headEnd type="none" w="med" len="med"/>
            <a:tailEnd type="none" w="med" len="med"/>
          </a:ln>
          <a:effectLst/>
        </p:spPr>
        <p:txBody>
          <a:bodyPr wrap="none"/>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Verdana" panose="020B0604030504040204" pitchFamily="34" charset="0"/>
              <a:ea typeface="MS PGothic" panose="020B0600070205080204" pitchFamily="34" charset="-128"/>
              <a:cs typeface="+mn-cs"/>
            </a:endParaRPr>
          </a:p>
        </p:txBody>
      </p:sp>
      <p:sp>
        <p:nvSpPr>
          <p:cNvPr id="130055" name="TextBox 11"/>
          <p:cNvSpPr txBox="1"/>
          <p:nvPr/>
        </p:nvSpPr>
        <p:spPr>
          <a:xfrm>
            <a:off x="1557338" y="2227263"/>
            <a:ext cx="6500812" cy="368300"/>
          </a:xfrm>
          <a:prstGeom prst="rect">
            <a:avLst/>
          </a:prstGeom>
          <a:noFill/>
          <a:ln w="9525">
            <a:noFill/>
          </a:ln>
        </p:spPr>
        <p:txBody>
          <a:bodyPr>
            <a:spAutoFit/>
          </a:bodyPr>
          <a:lstStyle>
            <a:lvl1pPr marL="342900" indent="-342900" algn="l" rtl="0" eaLnBrk="0" fontAlgn="base" hangingPunct="0">
              <a:spcBef>
                <a:spcPct val="35000"/>
              </a:spcBef>
              <a:spcAft>
                <a:spcPct val="0"/>
              </a:spcAft>
              <a:buClr>
                <a:srgbClr val="993300"/>
              </a:buClr>
              <a:buSzPct val="90000"/>
              <a:buFont typeface="Monotype Sorts" pitchFamily="-84" charset="2"/>
              <a:buChar char="n"/>
              <a:defRPr kumimoji="1">
                <a:solidFill>
                  <a:schemeClr val="tx1"/>
                </a:solidFill>
                <a:latin typeface="+mn-lt"/>
                <a:ea typeface="MS PGothic" panose="020B0600070205080204" pitchFamily="34" charset="-128"/>
                <a:cs typeface="MS PGothic" panose="020B0600070205080204" pitchFamily="34" charset="-128"/>
              </a:defRPr>
            </a:lvl1pPr>
            <a:lvl2pPr marL="742950" indent="-285750" algn="l" rtl="0" eaLnBrk="0" fontAlgn="base" hangingPunct="0">
              <a:spcBef>
                <a:spcPct val="35000"/>
              </a:spcBef>
              <a:spcAft>
                <a:spcPct val="0"/>
              </a:spcAft>
              <a:buClr>
                <a:srgbClr val="CC6600"/>
              </a:buClr>
              <a:buSzPct val="80000"/>
              <a:buFont typeface="Monotype Sorts" pitchFamily="-84" charset="2"/>
              <a:buChar char="l"/>
              <a:defRPr kumimoji="1">
                <a:solidFill>
                  <a:schemeClr val="tx1"/>
                </a:solidFill>
                <a:latin typeface="+mn-lt"/>
                <a:ea typeface="MS PGothic" panose="020B0600070205080204" pitchFamily="34" charset="-128"/>
              </a:defRPr>
            </a:lvl2pPr>
            <a:lvl3pPr marL="1085850"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a:solidFill>
                  <a:schemeClr val="tx1"/>
                </a:solidFill>
                <a:latin typeface="+mn-lt"/>
                <a:ea typeface="MS PGothic" panose="020B0600070205080204" pitchFamily="34" charset="-128"/>
              </a:defRPr>
            </a:lvl3pPr>
            <a:lvl4pPr marL="1428750" indent="-228600" algn="l" rtl="0" eaLnBrk="0" fontAlgn="base" hangingPunct="0">
              <a:spcBef>
                <a:spcPct val="35000"/>
              </a:spcBef>
              <a:spcAft>
                <a:spcPct val="0"/>
              </a:spcAft>
              <a:buClr>
                <a:schemeClr val="hlink"/>
              </a:buClr>
              <a:buSzPct val="75000"/>
              <a:buChar char="–"/>
              <a:defRPr kumimoji="1">
                <a:solidFill>
                  <a:schemeClr val="tx1"/>
                </a:solidFill>
                <a:latin typeface="+mn-lt"/>
                <a:ea typeface="MS PGothic" panose="020B0600070205080204" pitchFamily="34" charset="-128"/>
              </a:defRPr>
            </a:lvl4pPr>
            <a:lvl5pPr marL="17716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anose="020B0600070205080204" pitchFamily="34" charset="-128"/>
              </a:defRPr>
            </a:lvl5pPr>
          </a:lstStyle>
          <a:p>
            <a:pPr marL="0" lvl="0" indent="0">
              <a:spcBef>
                <a:spcPct val="0"/>
              </a:spcBef>
              <a:buClrTx/>
              <a:buSzTx/>
              <a:buFontTx/>
              <a:buNone/>
            </a:pPr>
            <a:r>
              <a:rPr lang="en-US" altLang="zh-CN" dirty="0">
                <a:solidFill>
                  <a:srgbClr val="000000"/>
                </a:solidFill>
              </a:rPr>
              <a:t>The process will </a:t>
            </a:r>
            <a:r>
              <a:rPr lang="en-US" altLang="zh-CN" dirty="0">
                <a:solidFill>
                  <a:srgbClr val="FF0000"/>
                </a:solidFill>
              </a:rPr>
              <a:t>retain</a:t>
            </a:r>
            <a:r>
              <a:rPr lang="en-US" altLang="zh-CN" dirty="0">
                <a:solidFill>
                  <a:srgbClr val="000000"/>
                </a:solidFill>
              </a:rPr>
              <a:t> its (old)</a:t>
            </a:r>
            <a:r>
              <a:rPr lang="en-US" altLang="zh-CN" dirty="0">
                <a:solidFill>
                  <a:srgbClr val="0000FF"/>
                </a:solidFill>
              </a:rPr>
              <a:t> timestamp </a:t>
            </a:r>
            <a:r>
              <a:rPr lang="en-US" altLang="zh-CN" dirty="0">
                <a:solidFill>
                  <a:srgbClr val="000000"/>
                </a:solidFill>
              </a:rPr>
              <a:t>!!! </a:t>
            </a:r>
            <a:endParaRPr lang="zh-CN" altLang="en-US" dirty="0">
              <a:solidFill>
                <a:srgbClr val="000000"/>
              </a:solidFill>
            </a:endParaRPr>
          </a:p>
        </p:txBody>
      </p:sp>
      <p:sp>
        <p:nvSpPr>
          <p:cNvPr id="130056" name="TextBox 12"/>
          <p:cNvSpPr txBox="1"/>
          <p:nvPr/>
        </p:nvSpPr>
        <p:spPr>
          <a:xfrm>
            <a:off x="738188" y="2924175"/>
            <a:ext cx="7878762" cy="368300"/>
          </a:xfrm>
          <a:prstGeom prst="rect">
            <a:avLst/>
          </a:prstGeom>
          <a:noFill/>
          <a:ln w="9525">
            <a:noFill/>
          </a:ln>
        </p:spPr>
        <p:txBody>
          <a:bodyPr>
            <a:spAutoFit/>
          </a:bodyPr>
          <a:lstStyle>
            <a:lvl1pPr marL="342900" indent="-342900" algn="l" rtl="0" eaLnBrk="0" fontAlgn="base" hangingPunct="0">
              <a:spcBef>
                <a:spcPct val="35000"/>
              </a:spcBef>
              <a:spcAft>
                <a:spcPct val="0"/>
              </a:spcAft>
              <a:buClr>
                <a:srgbClr val="993300"/>
              </a:buClr>
              <a:buSzPct val="90000"/>
              <a:buFont typeface="Monotype Sorts" pitchFamily="-84" charset="2"/>
              <a:buChar char="n"/>
              <a:defRPr kumimoji="1">
                <a:solidFill>
                  <a:schemeClr val="tx1"/>
                </a:solidFill>
                <a:latin typeface="+mn-lt"/>
                <a:ea typeface="MS PGothic" panose="020B0600070205080204" pitchFamily="34" charset="-128"/>
                <a:cs typeface="MS PGothic" panose="020B0600070205080204" pitchFamily="34" charset="-128"/>
              </a:defRPr>
            </a:lvl1pPr>
            <a:lvl2pPr marL="742950" indent="-285750" algn="l" rtl="0" eaLnBrk="0" fontAlgn="base" hangingPunct="0">
              <a:spcBef>
                <a:spcPct val="35000"/>
              </a:spcBef>
              <a:spcAft>
                <a:spcPct val="0"/>
              </a:spcAft>
              <a:buClr>
                <a:srgbClr val="CC6600"/>
              </a:buClr>
              <a:buSzPct val="80000"/>
              <a:buFont typeface="Monotype Sorts" pitchFamily="-84" charset="2"/>
              <a:buChar char="l"/>
              <a:defRPr kumimoji="1">
                <a:solidFill>
                  <a:schemeClr val="tx1"/>
                </a:solidFill>
                <a:latin typeface="+mn-lt"/>
                <a:ea typeface="MS PGothic" panose="020B0600070205080204" pitchFamily="34" charset="-128"/>
              </a:defRPr>
            </a:lvl2pPr>
            <a:lvl3pPr marL="1085850"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a:solidFill>
                  <a:schemeClr val="tx1"/>
                </a:solidFill>
                <a:latin typeface="+mn-lt"/>
                <a:ea typeface="MS PGothic" panose="020B0600070205080204" pitchFamily="34" charset="-128"/>
              </a:defRPr>
            </a:lvl3pPr>
            <a:lvl4pPr marL="1428750" indent="-228600" algn="l" rtl="0" eaLnBrk="0" fontAlgn="base" hangingPunct="0">
              <a:spcBef>
                <a:spcPct val="35000"/>
              </a:spcBef>
              <a:spcAft>
                <a:spcPct val="0"/>
              </a:spcAft>
              <a:buClr>
                <a:schemeClr val="hlink"/>
              </a:buClr>
              <a:buSzPct val="75000"/>
              <a:buChar char="–"/>
              <a:defRPr kumimoji="1">
                <a:solidFill>
                  <a:schemeClr val="tx1"/>
                </a:solidFill>
                <a:latin typeface="+mn-lt"/>
                <a:ea typeface="MS PGothic" panose="020B0600070205080204" pitchFamily="34" charset="-128"/>
              </a:defRPr>
            </a:lvl4pPr>
            <a:lvl5pPr marL="17716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anose="020B0600070205080204" pitchFamily="34" charset="-128"/>
              </a:defRPr>
            </a:lvl5pPr>
          </a:lstStyle>
          <a:p>
            <a:pPr marL="742950" lvl="1" indent="-285750">
              <a:buFont typeface="Wingdings" panose="05000000000000000000" pitchFamily="2" charset="2"/>
              <a:buChar char="Ø"/>
            </a:pPr>
            <a:r>
              <a:rPr lang="en-US" altLang="zh-CN" dirty="0">
                <a:solidFill>
                  <a:srgbClr val="000000"/>
                </a:solidFill>
              </a:rPr>
              <a:t>Therefore:</a:t>
            </a:r>
            <a:endParaRPr lang="en-US" altLang="zh-CN" b="1" dirty="0">
              <a:solidFill>
                <a:srgbClr val="FF0000"/>
              </a:solidFill>
            </a:endParaRPr>
          </a:p>
        </p:txBody>
      </p:sp>
      <p:sp>
        <p:nvSpPr>
          <p:cNvPr id="14" name="Rectangle 13"/>
          <p:cNvSpPr/>
          <p:nvPr/>
        </p:nvSpPr>
        <p:spPr bwMode="auto">
          <a:xfrm>
            <a:off x="1557338" y="3582988"/>
            <a:ext cx="6992938" cy="884238"/>
          </a:xfrm>
          <a:prstGeom prst="rect">
            <a:avLst/>
          </a:prstGeom>
          <a:solidFill>
            <a:schemeClr val="bg2">
              <a:lumMod val="20000"/>
              <a:lumOff val="80000"/>
            </a:schemeClr>
          </a:solidFill>
          <a:ln w="19050" cap="flat" cmpd="sng" algn="ctr">
            <a:solidFill>
              <a:schemeClr val="tx1"/>
            </a:solidFill>
            <a:prstDash val="solid"/>
            <a:round/>
            <a:headEnd type="none" w="med" len="med"/>
            <a:tailEnd type="none" w="med" len="med"/>
          </a:ln>
          <a:effectLst/>
        </p:spPr>
        <p:txBody>
          <a:bodyPr wrap="none"/>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Verdana" panose="020B0604030504040204" pitchFamily="34" charset="0"/>
              <a:ea typeface="MS PGothic" panose="020B0600070205080204" pitchFamily="34" charset="-128"/>
              <a:cs typeface="+mn-cs"/>
            </a:endParaRPr>
          </a:p>
        </p:txBody>
      </p:sp>
      <p:sp>
        <p:nvSpPr>
          <p:cNvPr id="130058" name="TextBox 14"/>
          <p:cNvSpPr txBox="1"/>
          <p:nvPr/>
        </p:nvSpPr>
        <p:spPr>
          <a:xfrm>
            <a:off x="1557338" y="3675063"/>
            <a:ext cx="6500812" cy="646112"/>
          </a:xfrm>
          <a:prstGeom prst="rect">
            <a:avLst/>
          </a:prstGeom>
          <a:noFill/>
          <a:ln w="9525">
            <a:noFill/>
          </a:ln>
        </p:spPr>
        <p:txBody>
          <a:bodyPr>
            <a:spAutoFit/>
          </a:bodyPr>
          <a:lstStyle>
            <a:lvl1pPr marL="342900" indent="-342900" algn="l" rtl="0" eaLnBrk="0" fontAlgn="base" hangingPunct="0">
              <a:spcBef>
                <a:spcPct val="35000"/>
              </a:spcBef>
              <a:spcAft>
                <a:spcPct val="0"/>
              </a:spcAft>
              <a:buClr>
                <a:srgbClr val="993300"/>
              </a:buClr>
              <a:buSzPct val="90000"/>
              <a:buFont typeface="Monotype Sorts" pitchFamily="-84" charset="2"/>
              <a:buChar char="n"/>
              <a:defRPr kumimoji="1">
                <a:solidFill>
                  <a:schemeClr val="tx1"/>
                </a:solidFill>
                <a:latin typeface="+mn-lt"/>
                <a:ea typeface="MS PGothic" panose="020B0600070205080204" pitchFamily="34" charset="-128"/>
                <a:cs typeface="MS PGothic" panose="020B0600070205080204" pitchFamily="34" charset="-128"/>
              </a:defRPr>
            </a:lvl1pPr>
            <a:lvl2pPr marL="742950" indent="-285750" algn="l" rtl="0" eaLnBrk="0" fontAlgn="base" hangingPunct="0">
              <a:spcBef>
                <a:spcPct val="35000"/>
              </a:spcBef>
              <a:spcAft>
                <a:spcPct val="0"/>
              </a:spcAft>
              <a:buClr>
                <a:srgbClr val="CC6600"/>
              </a:buClr>
              <a:buSzPct val="80000"/>
              <a:buFont typeface="Monotype Sorts" pitchFamily="-84" charset="2"/>
              <a:buChar char="l"/>
              <a:defRPr kumimoji="1">
                <a:solidFill>
                  <a:schemeClr val="tx1"/>
                </a:solidFill>
                <a:latin typeface="+mn-lt"/>
                <a:ea typeface="MS PGothic" panose="020B0600070205080204" pitchFamily="34" charset="-128"/>
              </a:defRPr>
            </a:lvl2pPr>
            <a:lvl3pPr marL="1085850"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a:solidFill>
                  <a:schemeClr val="tx1"/>
                </a:solidFill>
                <a:latin typeface="+mn-lt"/>
                <a:ea typeface="MS PGothic" panose="020B0600070205080204" pitchFamily="34" charset="-128"/>
              </a:defRPr>
            </a:lvl3pPr>
            <a:lvl4pPr marL="1428750" indent="-228600" algn="l" rtl="0" eaLnBrk="0" fontAlgn="base" hangingPunct="0">
              <a:spcBef>
                <a:spcPct val="35000"/>
              </a:spcBef>
              <a:spcAft>
                <a:spcPct val="0"/>
              </a:spcAft>
              <a:buClr>
                <a:schemeClr val="hlink"/>
              </a:buClr>
              <a:buSzPct val="75000"/>
              <a:buChar char="–"/>
              <a:defRPr kumimoji="1">
                <a:solidFill>
                  <a:schemeClr val="tx1"/>
                </a:solidFill>
                <a:latin typeface="+mn-lt"/>
                <a:ea typeface="MS PGothic" panose="020B0600070205080204" pitchFamily="34" charset="-128"/>
              </a:defRPr>
            </a:lvl4pPr>
            <a:lvl5pPr marL="17716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anose="020B0600070205080204" pitchFamily="34" charset="-128"/>
              </a:defRPr>
            </a:lvl5pPr>
          </a:lstStyle>
          <a:p>
            <a:pPr marL="0" lvl="0" indent="0">
              <a:spcBef>
                <a:spcPct val="0"/>
              </a:spcBef>
              <a:buClrTx/>
              <a:buSzTx/>
              <a:buFontTx/>
              <a:buNone/>
            </a:pPr>
            <a:r>
              <a:rPr lang="en-US" altLang="zh-CN" dirty="0">
                <a:solidFill>
                  <a:srgbClr val="000000"/>
                </a:solidFill>
              </a:rPr>
              <a:t>Eventually, a process will become the </a:t>
            </a:r>
            <a:r>
              <a:rPr lang="en-US" altLang="zh-CN" dirty="0">
                <a:solidFill>
                  <a:srgbClr val="FF0000"/>
                </a:solidFill>
              </a:rPr>
              <a:t>"oldest"</a:t>
            </a:r>
            <a:r>
              <a:rPr lang="en-US" altLang="zh-CN" dirty="0">
                <a:solidFill>
                  <a:srgbClr val="000000"/>
                </a:solidFill>
              </a:rPr>
              <a:t> process and will </a:t>
            </a:r>
            <a:r>
              <a:rPr lang="en-US" altLang="zh-CN" dirty="0">
                <a:solidFill>
                  <a:srgbClr val="0000FF"/>
                </a:solidFill>
              </a:rPr>
              <a:t>complete execution </a:t>
            </a:r>
            <a:r>
              <a:rPr lang="en-US" altLang="zh-CN" dirty="0">
                <a:solidFill>
                  <a:srgbClr val="000000"/>
                </a:solidFill>
              </a:rPr>
              <a:t>!!!</a:t>
            </a:r>
            <a:endParaRPr lang="zh-CN" altLang="en-US" dirty="0">
              <a:solidFill>
                <a:srgbClr val="000000"/>
              </a:solidFill>
            </a:endParaRP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2098" name="Rectangle 2"/>
          <p:cNvSpPr>
            <a:spLocks noGrp="1"/>
          </p:cNvSpPr>
          <p:nvPr>
            <p:ph type="title"/>
          </p:nvPr>
        </p:nvSpPr>
        <p:spPr>
          <a:xfrm>
            <a:off x="1109663" y="214313"/>
            <a:ext cx="7577137" cy="576262"/>
          </a:xfrm>
        </p:spPr>
        <p:txBody>
          <a:bodyPr vert="horz" wrap="square" lIns="91440" tIns="45720" rIns="91440" bIns="45720" anchor="b" anchorCtr="0"/>
          <a:p>
            <a:pPr eaLnBrk="1" hangingPunct="1"/>
            <a:r>
              <a:rPr lang="en-US" altLang="en-US" dirty="0"/>
              <a:t>Deadlock prevention</a:t>
            </a:r>
            <a:endParaRPr lang="en-US" altLang="en-US" dirty="0"/>
          </a:p>
        </p:txBody>
      </p:sp>
      <p:sp>
        <p:nvSpPr>
          <p:cNvPr id="5" name="Rectangle 3"/>
          <p:cNvSpPr txBox="1">
            <a:spLocks noChangeArrowheads="1"/>
          </p:cNvSpPr>
          <p:nvPr/>
        </p:nvSpPr>
        <p:spPr bwMode="auto">
          <a:xfrm>
            <a:off x="882650" y="2852738"/>
            <a:ext cx="7804150" cy="576263"/>
          </a:xfrm>
          <a:prstGeom prst="rect">
            <a:avLst/>
          </a:prstGeom>
          <a:noFill/>
          <a:ln>
            <a:noFill/>
          </a:ln>
        </p:spPr>
        <p:txBody>
          <a:bodyPr/>
          <a:lstStyle>
            <a:lvl1pPr marL="342900" indent="-342900" algn="l" rtl="0" eaLnBrk="0" fontAlgn="base" hangingPunct="0">
              <a:spcBef>
                <a:spcPct val="35000"/>
              </a:spcBef>
              <a:spcAft>
                <a:spcPct val="0"/>
              </a:spcAft>
              <a:buClr>
                <a:srgbClr val="993300"/>
              </a:buClr>
              <a:buSzPct val="90000"/>
              <a:buFont typeface="Monotype Sorts" pitchFamily="-84" charset="2"/>
              <a:buChar char="n"/>
              <a:defRPr kumimoji="1">
                <a:solidFill>
                  <a:schemeClr val="tx1"/>
                </a:solidFill>
                <a:latin typeface="+mn-lt"/>
                <a:ea typeface="MS PGothic" panose="020B0600070205080204" pitchFamily="34" charset="-128"/>
                <a:cs typeface="MS PGothic" panose="020B0600070205080204" pitchFamily="34" charset="-128"/>
              </a:defRPr>
            </a:lvl1pPr>
            <a:lvl2pPr marL="742950" indent="-285750" algn="l" rtl="0" eaLnBrk="0" fontAlgn="base" hangingPunct="0">
              <a:spcBef>
                <a:spcPct val="35000"/>
              </a:spcBef>
              <a:spcAft>
                <a:spcPct val="0"/>
              </a:spcAft>
              <a:buClr>
                <a:srgbClr val="CC6600"/>
              </a:buClr>
              <a:buSzPct val="80000"/>
              <a:buFont typeface="Monotype Sorts" pitchFamily="-84" charset="2"/>
              <a:buChar char="l"/>
              <a:defRPr kumimoji="1">
                <a:solidFill>
                  <a:schemeClr val="tx1"/>
                </a:solidFill>
                <a:latin typeface="+mn-lt"/>
                <a:ea typeface="MS PGothic" panose="020B0600070205080204" pitchFamily="34" charset="-128"/>
              </a:defRPr>
            </a:lvl2pPr>
            <a:lvl3pPr marL="1085850"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a:solidFill>
                  <a:schemeClr val="tx1"/>
                </a:solidFill>
                <a:latin typeface="+mn-lt"/>
                <a:ea typeface="MS PGothic" panose="020B0600070205080204" pitchFamily="34" charset="-128"/>
              </a:defRPr>
            </a:lvl3pPr>
            <a:lvl4pPr marL="1428750" indent="-228600" algn="l" rtl="0" eaLnBrk="0" fontAlgn="base" hangingPunct="0">
              <a:spcBef>
                <a:spcPct val="35000"/>
              </a:spcBef>
              <a:spcAft>
                <a:spcPct val="0"/>
              </a:spcAft>
              <a:buClr>
                <a:schemeClr val="hlink"/>
              </a:buClr>
              <a:buSzPct val="75000"/>
              <a:buChar char="–"/>
              <a:defRPr kumimoji="1">
                <a:solidFill>
                  <a:schemeClr val="tx1"/>
                </a:solidFill>
                <a:latin typeface="+mn-lt"/>
                <a:ea typeface="MS PGothic" panose="020B0600070205080204" pitchFamily="34" charset="-128"/>
              </a:defRPr>
            </a:lvl4pPr>
            <a:lvl5pPr marL="17716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anose="020B0600070205080204" pitchFamily="34" charset="-128"/>
              </a:defRPr>
            </a:lvl5pPr>
            <a:lvl6pPr marL="22288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anose="020B0600070205080204" pitchFamily="34" charset="-128"/>
              </a:defRPr>
            </a:lvl6pPr>
            <a:lvl7pPr marL="26860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anose="020B0600070205080204" pitchFamily="34" charset="-128"/>
              </a:defRPr>
            </a:lvl7pPr>
            <a:lvl8pPr marL="31432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anose="020B0600070205080204" pitchFamily="34" charset="-128"/>
              </a:defRPr>
            </a:lvl8pPr>
            <a:lvl9pPr marL="36004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anose="020B0600070205080204" pitchFamily="34" charset="-128"/>
              </a:defRPr>
            </a:lvl9pPr>
          </a:lstStyle>
          <a:p>
            <a:pPr marL="0" marR="0" lvl="0" indent="0" algn="l" defTabSz="914400" rtl="0" eaLnBrk="0" fontAlgn="base" latinLnBrk="0" hangingPunct="0">
              <a:lnSpc>
                <a:spcPct val="100000"/>
              </a:lnSpc>
              <a:spcBef>
                <a:spcPct val="35000"/>
              </a:spcBef>
              <a:spcAft>
                <a:spcPct val="0"/>
              </a:spcAft>
              <a:buClr>
                <a:srgbClr val="993300"/>
              </a:buClr>
              <a:buSzPct val="90000"/>
              <a:buFont typeface="Monotype Sorts" pitchFamily="-84" charset="2"/>
              <a:buNone/>
              <a:defRPr/>
            </a:pPr>
            <a:r>
              <a:rPr kumimoji="1" lang="en-US" altLang="en-US" sz="2800" b="1" i="0" u="none" strike="noStrike" kern="0" cap="none" spc="0" normalizeH="0" baseline="0" noProof="0" dirty="0">
                <a:ln>
                  <a:noFill/>
                </a:ln>
                <a:solidFill>
                  <a:srgbClr val="000000"/>
                </a:solidFill>
                <a:effectLst/>
                <a:uLnTx/>
                <a:uFillTx/>
                <a:latin typeface="+mn-lt"/>
                <a:ea typeface="MS PGothic" panose="020B0600070205080204" pitchFamily="34" charset="-128"/>
                <a:cs typeface="MS PGothic" panose="020B0600070205080204" pitchFamily="34" charset="-128"/>
              </a:rPr>
              <a:t>Preventing deadlock with </a:t>
            </a:r>
            <a:r>
              <a:rPr kumimoji="1" lang="en-US" altLang="en-US" sz="2800" b="1" i="0" u="none" strike="noStrike" kern="0" cap="none" spc="0" normalizeH="0" baseline="0" noProof="0" dirty="0">
                <a:ln>
                  <a:noFill/>
                </a:ln>
                <a:solidFill>
                  <a:srgbClr val="FF0000"/>
                </a:solidFill>
                <a:effectLst/>
                <a:uLnTx/>
                <a:uFillTx/>
                <a:latin typeface="+mn-lt"/>
                <a:ea typeface="MS PGothic" panose="020B0600070205080204" pitchFamily="34" charset="-128"/>
                <a:cs typeface="MS PGothic" panose="020B0600070205080204" pitchFamily="34" charset="-128"/>
              </a:rPr>
              <a:t>timestamps</a:t>
            </a:r>
            <a:r>
              <a:rPr kumimoji="1" lang="en-US" altLang="en-US" sz="2800" b="1" i="0" u="none" strike="noStrike" kern="0" cap="none" spc="0" normalizeH="0" baseline="0" noProof="0" dirty="0">
                <a:ln>
                  <a:noFill/>
                </a:ln>
                <a:solidFill>
                  <a:srgbClr val="000000"/>
                </a:solidFill>
                <a:effectLst/>
                <a:uLnTx/>
                <a:uFillTx/>
                <a:latin typeface="+mn-lt"/>
                <a:ea typeface="MS PGothic" panose="020B0600070205080204" pitchFamily="34" charset="-128"/>
                <a:cs typeface="MS PGothic" panose="020B0600070205080204" pitchFamily="34" charset="-128"/>
              </a:rPr>
              <a:t>: the </a:t>
            </a:r>
            <a:r>
              <a:rPr kumimoji="1" lang="en-US" altLang="en-US" sz="2800" b="1" i="0" u="none" strike="noStrike" kern="0" cap="none" spc="0" normalizeH="0" baseline="0" noProof="0" dirty="0">
                <a:ln>
                  <a:noFill/>
                </a:ln>
                <a:solidFill>
                  <a:srgbClr val="0000FF"/>
                </a:solidFill>
                <a:effectLst/>
                <a:uLnTx/>
                <a:uFillTx/>
                <a:latin typeface="+mn-lt"/>
                <a:ea typeface="MS PGothic" panose="020B0600070205080204" pitchFamily="34" charset="-128"/>
                <a:cs typeface="MS PGothic" panose="020B0600070205080204" pitchFamily="34" charset="-128"/>
              </a:rPr>
              <a:t>wound-wait method</a:t>
            </a:r>
            <a:endParaRPr kumimoji="1" lang="en-US" altLang="en-US" sz="1800" b="0" i="0" u="none" strike="noStrike" kern="0" cap="none" spc="0" normalizeH="0" baseline="0" noProof="0" dirty="0">
              <a:ln>
                <a:noFill/>
              </a:ln>
              <a:solidFill>
                <a:srgbClr val="0000FF"/>
              </a:solidFill>
              <a:effectLst/>
              <a:uLnTx/>
              <a:uFillTx/>
              <a:latin typeface="+mn-lt"/>
              <a:ea typeface="MS PGothic" panose="020B0600070205080204" pitchFamily="34" charset="-128"/>
              <a:cs typeface="MS PGothic" panose="020B0600070205080204" pitchFamily="34" charset="-128"/>
            </a:endParaRP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4146" name="Rectangle 2"/>
          <p:cNvSpPr>
            <a:spLocks noGrp="1"/>
          </p:cNvSpPr>
          <p:nvPr>
            <p:ph type="title"/>
          </p:nvPr>
        </p:nvSpPr>
        <p:spPr>
          <a:xfrm>
            <a:off x="1109663" y="214313"/>
            <a:ext cx="7577137" cy="576262"/>
          </a:xfrm>
        </p:spPr>
        <p:txBody>
          <a:bodyPr vert="horz" wrap="square" lIns="91440" tIns="45720" rIns="91440" bIns="45720" anchor="b" anchorCtr="0"/>
          <a:p>
            <a:pPr eaLnBrk="1" hangingPunct="1"/>
            <a:r>
              <a:rPr lang="en-US" altLang="zh-CN" dirty="0"/>
              <a:t>Wound</a:t>
            </a:r>
            <a:r>
              <a:rPr lang="en-US" altLang="en-US" dirty="0"/>
              <a:t>-Wait </a:t>
            </a:r>
            <a:r>
              <a:rPr lang="en-US" altLang="zh-CN" dirty="0"/>
              <a:t>M</a:t>
            </a:r>
            <a:r>
              <a:rPr lang="en-US" altLang="en-US" dirty="0"/>
              <a:t>ethod</a:t>
            </a:r>
            <a:endParaRPr lang="en-US" altLang="en-US" dirty="0"/>
          </a:p>
        </p:txBody>
      </p:sp>
      <p:sp>
        <p:nvSpPr>
          <p:cNvPr id="134147" name="Rectangle 3"/>
          <p:cNvSpPr>
            <a:spLocks noGrp="1"/>
          </p:cNvSpPr>
          <p:nvPr>
            <p:ph idx="1"/>
          </p:nvPr>
        </p:nvSpPr>
        <p:spPr>
          <a:xfrm>
            <a:off x="477838" y="1030288"/>
            <a:ext cx="8267700" cy="369887"/>
          </a:xfrm>
        </p:spPr>
        <p:txBody>
          <a:bodyPr vert="horz" wrap="square" lIns="91440" tIns="45720" rIns="91440" bIns="45720" anchor="t" anchorCtr="0"/>
          <a:p>
            <a:pPr>
              <a:buFont typeface="Wingdings" panose="05000000000000000000" pitchFamily="2" charset="2"/>
              <a:buChar char="q"/>
            </a:pPr>
            <a:r>
              <a:rPr lang="en-US" altLang="en-US" dirty="0"/>
              <a:t>The </a:t>
            </a:r>
            <a:r>
              <a:rPr lang="en-US" altLang="en-US" b="1" dirty="0">
                <a:solidFill>
                  <a:srgbClr val="FF0000"/>
                </a:solidFill>
              </a:rPr>
              <a:t>Wound-wait</a:t>
            </a:r>
            <a:r>
              <a:rPr lang="en-US" altLang="en-US" dirty="0"/>
              <a:t> locking rule:</a:t>
            </a:r>
            <a:endParaRPr lang="en-US" altLang="en-US" dirty="0"/>
          </a:p>
        </p:txBody>
      </p:sp>
      <p:sp>
        <p:nvSpPr>
          <p:cNvPr id="5" name="Rectangle 4"/>
          <p:cNvSpPr/>
          <p:nvPr/>
        </p:nvSpPr>
        <p:spPr bwMode="auto">
          <a:xfrm>
            <a:off x="890588" y="1490663"/>
            <a:ext cx="7796213" cy="4776788"/>
          </a:xfrm>
          <a:prstGeom prst="rect">
            <a:avLst/>
          </a:prstGeom>
          <a:solidFill>
            <a:schemeClr val="accent2">
              <a:lumMod val="20000"/>
              <a:lumOff val="80000"/>
            </a:schemeClr>
          </a:solidFill>
          <a:ln w="9525" cap="flat" cmpd="sng" algn="ctr">
            <a:solidFill>
              <a:schemeClr val="tx1"/>
            </a:solidFill>
            <a:prstDash val="solid"/>
            <a:round/>
            <a:headEnd type="none" w="med" len="med"/>
            <a:tailEnd type="none" w="med" len="med"/>
          </a:ln>
          <a:effectLst/>
        </p:spPr>
        <p:txBody>
          <a:bodyPr wrap="none"/>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Verdana" panose="020B0604030504040204" pitchFamily="34" charset="0"/>
              <a:ea typeface="MS PGothic" panose="020B0600070205080204" pitchFamily="34" charset="-128"/>
              <a:cs typeface="+mn-cs"/>
            </a:endParaRPr>
          </a:p>
        </p:txBody>
      </p:sp>
      <p:sp>
        <p:nvSpPr>
          <p:cNvPr id="6" name="TextBox 5"/>
          <p:cNvSpPr txBox="1"/>
          <p:nvPr/>
        </p:nvSpPr>
        <p:spPr>
          <a:xfrm>
            <a:off x="672062" y="1628380"/>
            <a:ext cx="7877908" cy="3167021"/>
          </a:xfrm>
          <a:prstGeom prst="rect">
            <a:avLst/>
          </a:prstGeom>
          <a:noFill/>
        </p:spPr>
        <p:txBody>
          <a:bodyPr>
            <a:spAutoFit/>
          </a:bodyPr>
          <a:lstStyle/>
          <a:p>
            <a:pPr marL="742950" marR="0" lvl="1" indent="-285750" algn="l" defTabSz="914400" rtl="0" eaLnBrk="0" fontAlgn="base" latinLnBrk="0" hangingPunct="0">
              <a:lnSpc>
                <a:spcPct val="100000"/>
              </a:lnSpc>
              <a:spcBef>
                <a:spcPct val="35000"/>
              </a:spcBef>
              <a:spcAft>
                <a:spcPct val="0"/>
              </a:spcAft>
              <a:buClr>
                <a:srgbClr val="CC6600"/>
              </a:buClr>
              <a:buSzPct val="80000"/>
              <a:buFont typeface="Wingdings" panose="05000000000000000000" pitchFamily="2" charset="2"/>
              <a:buChar char="Ø"/>
              <a:defRPr/>
            </a:pPr>
            <a:r>
              <a:rPr kumimoji="1" lang="en-US" altLang="zh-CN" sz="1800" b="0" i="0" u="none" strike="noStrike" kern="1200" cap="none" spc="0" normalizeH="0" baseline="0" noProof="0" dirty="0">
                <a:ln>
                  <a:noFill/>
                </a:ln>
                <a:solidFill>
                  <a:srgbClr val="000000"/>
                </a:solidFill>
                <a:effectLst/>
                <a:uLnTx/>
                <a:uFillTx/>
                <a:latin typeface="Helvetica"/>
                <a:ea typeface="MS PGothic" panose="020B0600070205080204" pitchFamily="34" charset="-128"/>
                <a:cs typeface="+mn-cs"/>
              </a:rPr>
              <a:t>When an </a:t>
            </a:r>
            <a:r>
              <a:rPr kumimoji="1" lang="en-US" altLang="zh-CN" sz="1800" b="1" i="0" u="none" strike="noStrike" kern="1200" cap="none" spc="0" normalizeH="0" baseline="0" noProof="0" dirty="0">
                <a:ln>
                  <a:noFill/>
                </a:ln>
                <a:solidFill>
                  <a:srgbClr val="0000FF"/>
                </a:solidFill>
                <a:effectLst/>
                <a:uLnTx/>
                <a:uFillTx/>
                <a:latin typeface="Helvetica"/>
                <a:ea typeface="MS PGothic" panose="020B0600070205080204" pitchFamily="34" charset="-128"/>
                <a:cs typeface="+mn-cs"/>
              </a:rPr>
              <a:t>older process </a:t>
            </a:r>
            <a:r>
              <a:rPr kumimoji="1" lang="en-US" altLang="zh-CN" sz="1800" b="0" i="0" u="none" strike="noStrike" kern="1200" cap="none" spc="0" normalizeH="0" baseline="0" noProof="0" dirty="0">
                <a:ln>
                  <a:noFill/>
                </a:ln>
                <a:solidFill>
                  <a:srgbClr val="000000"/>
                </a:solidFill>
                <a:effectLst/>
                <a:highlight>
                  <a:srgbClr val="FFFF00"/>
                </a:highlight>
                <a:uLnTx/>
                <a:uFillTx/>
                <a:latin typeface="Helvetica"/>
                <a:ea typeface="MS PGothic" panose="020B0600070205080204" pitchFamily="34" charset="-128"/>
                <a:cs typeface="+mn-cs"/>
              </a:rPr>
              <a:t>tries to lock </a:t>
            </a:r>
            <a:r>
              <a:rPr kumimoji="1" lang="en-US" altLang="zh-CN" sz="1800" b="0" i="0" u="none" strike="noStrike" kern="1200" cap="none" spc="0" normalizeH="0" baseline="0" noProof="0" dirty="0">
                <a:ln>
                  <a:noFill/>
                </a:ln>
                <a:solidFill>
                  <a:srgbClr val="000000"/>
                </a:solidFill>
                <a:effectLst/>
                <a:uLnTx/>
                <a:uFillTx/>
                <a:latin typeface="Helvetica"/>
                <a:ea typeface="MS PGothic" panose="020B0600070205080204" pitchFamily="34" charset="-128"/>
                <a:cs typeface="+mn-cs"/>
              </a:rPr>
              <a:t>a variable that </a:t>
            </a:r>
            <a:r>
              <a:rPr kumimoji="1" lang="en-US" altLang="zh-CN" sz="1800" b="0" i="0" u="none" strike="noStrike" kern="1200" cap="none" spc="0" normalizeH="0" baseline="0" noProof="0" dirty="0">
                <a:ln>
                  <a:noFill/>
                </a:ln>
                <a:solidFill>
                  <a:srgbClr val="000000"/>
                </a:solidFill>
                <a:effectLst/>
                <a:highlight>
                  <a:srgbClr val="FFFF00"/>
                </a:highlight>
                <a:uLnTx/>
                <a:uFillTx/>
                <a:latin typeface="Helvetica"/>
                <a:ea typeface="MS PGothic" panose="020B0600070205080204" pitchFamily="34" charset="-128"/>
                <a:cs typeface="+mn-cs"/>
              </a:rPr>
              <a:t>has been locked </a:t>
            </a:r>
            <a:r>
              <a:rPr kumimoji="1" lang="en-US" altLang="zh-CN" sz="1800" b="0" i="0" u="none" strike="noStrike" kern="1200" cap="none" spc="0" normalizeH="0" baseline="0" noProof="0" dirty="0">
                <a:ln>
                  <a:noFill/>
                </a:ln>
                <a:solidFill>
                  <a:srgbClr val="000000"/>
                </a:solidFill>
                <a:effectLst/>
                <a:uLnTx/>
                <a:uFillTx/>
                <a:latin typeface="Helvetica"/>
                <a:ea typeface="MS PGothic" panose="020B0600070205080204" pitchFamily="34" charset="-128"/>
                <a:cs typeface="+mn-cs"/>
              </a:rPr>
              <a:t>by a </a:t>
            </a:r>
            <a:r>
              <a:rPr kumimoji="1" lang="en-US" altLang="zh-CN" sz="1800" b="1" i="0" u="none" strike="noStrike" kern="1200" cap="none" spc="0" normalizeH="0" baseline="0" noProof="0" dirty="0">
                <a:ln>
                  <a:noFill/>
                </a:ln>
                <a:solidFill>
                  <a:srgbClr val="0000FF"/>
                </a:solidFill>
                <a:effectLst/>
                <a:uLnTx/>
                <a:uFillTx/>
                <a:latin typeface="Helvetica"/>
                <a:ea typeface="MS PGothic" panose="020B0600070205080204" pitchFamily="34" charset="-128"/>
                <a:cs typeface="+mn-cs"/>
              </a:rPr>
              <a:t>younger process</a:t>
            </a:r>
            <a:endParaRPr kumimoji="1" lang="en-US" altLang="zh-CN" sz="1800" b="1" i="0" u="none" strike="noStrike" kern="1200" cap="none" spc="0" normalizeH="0" baseline="0" noProof="0" dirty="0">
              <a:ln>
                <a:noFill/>
              </a:ln>
              <a:solidFill>
                <a:srgbClr val="0000FF"/>
              </a:solidFill>
              <a:effectLst/>
              <a:uLnTx/>
              <a:uFillTx/>
              <a:latin typeface="Helvetica"/>
              <a:ea typeface="MS PGothic" panose="020B0600070205080204" pitchFamily="34" charset="-128"/>
              <a:cs typeface="+mn-cs"/>
            </a:endParaRPr>
          </a:p>
          <a:p>
            <a:pPr marL="742950" marR="0" lvl="1" indent="-285750" algn="l" defTabSz="914400" rtl="0" eaLnBrk="0" fontAlgn="base" latinLnBrk="0" hangingPunct="0">
              <a:lnSpc>
                <a:spcPct val="100000"/>
              </a:lnSpc>
              <a:spcBef>
                <a:spcPct val="35000"/>
              </a:spcBef>
              <a:spcAft>
                <a:spcPct val="0"/>
              </a:spcAft>
              <a:buClr>
                <a:srgbClr val="CC6600"/>
              </a:buClr>
              <a:buSzPct val="80000"/>
              <a:buFont typeface="Wingdings" panose="05000000000000000000" pitchFamily="2" charset="2"/>
              <a:buChar char="Ø"/>
              <a:defRPr/>
            </a:pPr>
            <a:endParaRPr kumimoji="1" lang="en-US" altLang="zh-CN" sz="1800" b="1" i="0" u="none" strike="noStrike" kern="1200" cap="none" spc="0" normalizeH="0" baseline="0" noProof="0" dirty="0">
              <a:ln>
                <a:noFill/>
              </a:ln>
              <a:solidFill>
                <a:srgbClr val="0000FF"/>
              </a:solidFill>
              <a:effectLst/>
              <a:uLnTx/>
              <a:uFillTx/>
              <a:latin typeface="Helvetica"/>
              <a:ea typeface="MS PGothic" panose="020B0600070205080204" pitchFamily="34" charset="-128"/>
              <a:cs typeface="+mn-cs"/>
            </a:endParaRPr>
          </a:p>
          <a:p>
            <a:pPr marL="742950" marR="0" lvl="1" indent="-285750" algn="l" defTabSz="914400" rtl="0" eaLnBrk="0" fontAlgn="base" latinLnBrk="0" hangingPunct="0">
              <a:lnSpc>
                <a:spcPct val="100000"/>
              </a:lnSpc>
              <a:spcBef>
                <a:spcPct val="35000"/>
              </a:spcBef>
              <a:spcAft>
                <a:spcPct val="0"/>
              </a:spcAft>
              <a:buClr>
                <a:srgbClr val="CC6600"/>
              </a:buClr>
              <a:buSzPct val="80000"/>
              <a:buFont typeface="Wingdings" panose="05000000000000000000" pitchFamily="2" charset="2"/>
              <a:buChar char="Ø"/>
              <a:defRPr/>
            </a:pPr>
            <a:endParaRPr kumimoji="1" lang="en-US" altLang="zh-CN" sz="1800" b="1" i="0" u="none" strike="noStrike" kern="1200" cap="none" spc="0" normalizeH="0" baseline="0" noProof="0" dirty="0">
              <a:ln>
                <a:noFill/>
              </a:ln>
              <a:solidFill>
                <a:srgbClr val="0000FF"/>
              </a:solidFill>
              <a:effectLst/>
              <a:uLnTx/>
              <a:uFillTx/>
              <a:latin typeface="Helvetica"/>
              <a:ea typeface="MS PGothic" panose="020B0600070205080204" pitchFamily="34" charset="-128"/>
              <a:cs typeface="+mn-cs"/>
            </a:endParaRPr>
          </a:p>
          <a:p>
            <a:pPr marL="742950" marR="0" lvl="1" indent="-285750" algn="l" defTabSz="914400" rtl="0" eaLnBrk="0" fontAlgn="base" latinLnBrk="0" hangingPunct="0">
              <a:lnSpc>
                <a:spcPct val="100000"/>
              </a:lnSpc>
              <a:spcBef>
                <a:spcPct val="35000"/>
              </a:spcBef>
              <a:spcAft>
                <a:spcPct val="0"/>
              </a:spcAft>
              <a:buClr>
                <a:srgbClr val="CC6600"/>
              </a:buClr>
              <a:buSzPct val="80000"/>
              <a:buFont typeface="Wingdings" panose="05000000000000000000" pitchFamily="2" charset="2"/>
              <a:buChar char="Ø"/>
              <a:defRPr/>
            </a:pPr>
            <a:endParaRPr kumimoji="1" lang="en-US" altLang="zh-CN" sz="1800" b="1" i="0" u="none" strike="noStrike" kern="1200" cap="none" spc="0" normalizeH="0" baseline="0" noProof="0" dirty="0">
              <a:ln>
                <a:noFill/>
              </a:ln>
              <a:solidFill>
                <a:srgbClr val="0000FF"/>
              </a:solidFill>
              <a:effectLst/>
              <a:uLnTx/>
              <a:uFillTx/>
              <a:latin typeface="Helvetica"/>
              <a:ea typeface="MS PGothic" panose="020B0600070205080204" pitchFamily="34" charset="-128"/>
              <a:cs typeface="+mn-cs"/>
            </a:endParaRPr>
          </a:p>
          <a:p>
            <a:pPr marL="742950" marR="0" lvl="1" indent="-285750" algn="l" defTabSz="914400" rtl="0" eaLnBrk="0" fontAlgn="base" latinLnBrk="0" hangingPunct="0">
              <a:lnSpc>
                <a:spcPct val="100000"/>
              </a:lnSpc>
              <a:spcBef>
                <a:spcPct val="35000"/>
              </a:spcBef>
              <a:spcAft>
                <a:spcPct val="0"/>
              </a:spcAft>
              <a:buClr>
                <a:srgbClr val="CC6600"/>
              </a:buClr>
              <a:buSzPct val="80000"/>
              <a:buFont typeface="Wingdings" panose="05000000000000000000" pitchFamily="2" charset="2"/>
              <a:buChar char="Ø"/>
              <a:defRPr/>
            </a:pPr>
            <a:endParaRPr kumimoji="1" lang="en-US" altLang="zh-CN" sz="1800" b="1" i="0" u="none" strike="noStrike" kern="1200" cap="none" spc="0" normalizeH="0" baseline="0" noProof="0" dirty="0">
              <a:ln>
                <a:noFill/>
              </a:ln>
              <a:solidFill>
                <a:srgbClr val="0000FF"/>
              </a:solidFill>
              <a:effectLst/>
              <a:uLnTx/>
              <a:uFillTx/>
              <a:latin typeface="Helvetica"/>
              <a:ea typeface="MS PGothic" panose="020B0600070205080204" pitchFamily="34" charset="-128"/>
              <a:cs typeface="+mn-cs"/>
            </a:endParaRPr>
          </a:p>
          <a:p>
            <a:pPr marL="742950" marR="0" lvl="1" indent="-285750" algn="l" defTabSz="914400" rtl="0" eaLnBrk="0" fontAlgn="base" latinLnBrk="0" hangingPunct="0">
              <a:lnSpc>
                <a:spcPct val="100000"/>
              </a:lnSpc>
              <a:spcBef>
                <a:spcPct val="35000"/>
              </a:spcBef>
              <a:spcAft>
                <a:spcPct val="0"/>
              </a:spcAft>
              <a:buClr>
                <a:srgbClr val="CC6600"/>
              </a:buClr>
              <a:buSzPct val="80000"/>
              <a:buFont typeface="Wingdings" panose="05000000000000000000" pitchFamily="2" charset="2"/>
              <a:buChar char="Ø"/>
              <a:defRPr/>
            </a:pPr>
            <a:r>
              <a:rPr kumimoji="1" lang="en-US" altLang="zh-CN" sz="1800" b="0" i="0" u="none" strike="noStrike" kern="1200" cap="none" spc="0" normalizeH="0" baseline="0" noProof="0" dirty="0">
                <a:ln>
                  <a:noFill/>
                </a:ln>
                <a:solidFill>
                  <a:srgbClr val="000000"/>
                </a:solidFill>
                <a:effectLst/>
                <a:uLnTx/>
                <a:uFillTx/>
                <a:latin typeface="Helvetica"/>
                <a:ea typeface="MS PGothic" panose="020B0600070205080204" pitchFamily="34" charset="-128"/>
                <a:cs typeface="+mn-cs"/>
              </a:rPr>
              <a:t>When a </a:t>
            </a:r>
            <a:r>
              <a:rPr kumimoji="1" lang="en-US" altLang="zh-CN" sz="1800" b="1" i="0" u="none" strike="noStrike" kern="1200" cap="none" spc="0" normalizeH="0" baseline="0" noProof="0" dirty="0">
                <a:ln>
                  <a:noFill/>
                </a:ln>
                <a:solidFill>
                  <a:srgbClr val="0000FF"/>
                </a:solidFill>
                <a:effectLst/>
                <a:uLnTx/>
                <a:uFillTx/>
                <a:latin typeface="Helvetica"/>
                <a:ea typeface="MS PGothic" panose="020B0600070205080204" pitchFamily="34" charset="-128"/>
                <a:cs typeface="+mn-cs"/>
              </a:rPr>
              <a:t>younger process </a:t>
            </a:r>
            <a:r>
              <a:rPr kumimoji="1" lang="en-US" altLang="zh-CN" sz="1800" b="0" i="0" u="none" strike="noStrike" kern="1200" cap="none" spc="0" normalizeH="0" baseline="0" noProof="0" dirty="0">
                <a:ln>
                  <a:noFill/>
                </a:ln>
                <a:solidFill>
                  <a:srgbClr val="000000"/>
                </a:solidFill>
                <a:effectLst/>
                <a:highlight>
                  <a:srgbClr val="FFFF00"/>
                </a:highlight>
                <a:uLnTx/>
                <a:uFillTx/>
                <a:latin typeface="Helvetica"/>
                <a:ea typeface="MS PGothic" panose="020B0600070205080204" pitchFamily="34" charset="-128"/>
                <a:cs typeface="+mn-cs"/>
              </a:rPr>
              <a:t>tries to lock </a:t>
            </a:r>
            <a:r>
              <a:rPr kumimoji="1" lang="en-US" altLang="zh-CN" sz="1800" b="0" i="0" u="none" strike="noStrike" kern="1200" cap="none" spc="0" normalizeH="0" baseline="0" noProof="0" dirty="0">
                <a:ln>
                  <a:noFill/>
                </a:ln>
                <a:solidFill>
                  <a:srgbClr val="000000"/>
                </a:solidFill>
                <a:effectLst/>
                <a:uLnTx/>
                <a:uFillTx/>
                <a:latin typeface="Helvetica"/>
                <a:ea typeface="MS PGothic" panose="020B0600070205080204" pitchFamily="34" charset="-128"/>
                <a:cs typeface="+mn-cs"/>
              </a:rPr>
              <a:t>a variable that </a:t>
            </a:r>
            <a:r>
              <a:rPr kumimoji="1" lang="en-US" altLang="zh-CN" sz="1800" b="0" i="0" u="none" strike="noStrike" kern="1200" cap="none" spc="0" normalizeH="0" baseline="0" noProof="0" dirty="0">
                <a:ln>
                  <a:noFill/>
                </a:ln>
                <a:solidFill>
                  <a:srgbClr val="000000"/>
                </a:solidFill>
                <a:effectLst/>
                <a:highlight>
                  <a:srgbClr val="FFFF00"/>
                </a:highlight>
                <a:uLnTx/>
                <a:uFillTx/>
                <a:latin typeface="Helvetica"/>
                <a:ea typeface="MS PGothic" panose="020B0600070205080204" pitchFamily="34" charset="-128"/>
                <a:cs typeface="+mn-cs"/>
              </a:rPr>
              <a:t>has been locked </a:t>
            </a:r>
            <a:r>
              <a:rPr kumimoji="1" lang="en-US" altLang="zh-CN" sz="1800" b="0" i="0" u="none" strike="noStrike" kern="1200" cap="none" spc="0" normalizeH="0" baseline="0" noProof="0" dirty="0">
                <a:ln>
                  <a:noFill/>
                </a:ln>
                <a:solidFill>
                  <a:srgbClr val="000000"/>
                </a:solidFill>
                <a:effectLst/>
                <a:uLnTx/>
                <a:uFillTx/>
                <a:latin typeface="Helvetica"/>
                <a:ea typeface="MS PGothic" panose="020B0600070205080204" pitchFamily="34" charset="-128"/>
                <a:cs typeface="+mn-cs"/>
              </a:rPr>
              <a:t>by an </a:t>
            </a:r>
            <a:r>
              <a:rPr kumimoji="1" lang="en-US" altLang="zh-CN" sz="1800" b="1" i="0" u="none" strike="noStrike" kern="1200" cap="none" spc="0" normalizeH="0" baseline="0" noProof="0" dirty="0">
                <a:ln>
                  <a:noFill/>
                </a:ln>
                <a:solidFill>
                  <a:srgbClr val="0000FF"/>
                </a:solidFill>
                <a:effectLst/>
                <a:uLnTx/>
                <a:uFillTx/>
                <a:latin typeface="Helvetica"/>
                <a:ea typeface="MS PGothic" panose="020B0600070205080204" pitchFamily="34" charset="-128"/>
                <a:cs typeface="+mn-cs"/>
              </a:rPr>
              <a:t>older process</a:t>
            </a:r>
            <a:endParaRPr kumimoji="1" lang="en-US" altLang="zh-CN" sz="1800" b="1" i="0" u="none" strike="noStrike" kern="1200" cap="none" spc="0" normalizeH="0" baseline="0" noProof="0" dirty="0">
              <a:ln>
                <a:noFill/>
              </a:ln>
              <a:solidFill>
                <a:srgbClr val="0000FF"/>
              </a:solidFill>
              <a:effectLst/>
              <a:uLnTx/>
              <a:uFillTx/>
              <a:latin typeface="Helvetica"/>
              <a:ea typeface="MS PGothic" panose="020B0600070205080204" pitchFamily="34" charset="-128"/>
              <a:cs typeface="+mn-cs"/>
            </a:endParaRPr>
          </a:p>
          <a:p>
            <a:pPr marL="742950" marR="0" lvl="1" indent="-285750" algn="l" defTabSz="914400" rtl="0" eaLnBrk="0" fontAlgn="base" latinLnBrk="0" hangingPunct="0">
              <a:lnSpc>
                <a:spcPct val="100000"/>
              </a:lnSpc>
              <a:spcBef>
                <a:spcPct val="35000"/>
              </a:spcBef>
              <a:spcAft>
                <a:spcPct val="0"/>
              </a:spcAft>
              <a:buClr>
                <a:srgbClr val="CC6600"/>
              </a:buClr>
              <a:buSzPct val="80000"/>
              <a:buFont typeface="Wingdings" panose="05000000000000000000" pitchFamily="2" charset="2"/>
              <a:buChar char="Ø"/>
              <a:defRPr/>
            </a:pPr>
            <a:endParaRPr kumimoji="1" lang="en-US" altLang="zh-CN" sz="1800" b="1" i="0" u="none" strike="noStrike" kern="1200" cap="none" spc="0" normalizeH="0" baseline="0" noProof="0" dirty="0">
              <a:ln>
                <a:noFill/>
              </a:ln>
              <a:solidFill>
                <a:srgbClr val="0000FF"/>
              </a:solidFill>
              <a:effectLst/>
              <a:uLnTx/>
              <a:uFillTx/>
              <a:latin typeface="Helvetica"/>
              <a:ea typeface="MS PGothic" panose="020B0600070205080204" pitchFamily="34" charset="-128"/>
              <a:cs typeface="+mn-cs"/>
            </a:endParaRPr>
          </a:p>
        </p:txBody>
      </p:sp>
      <p:sp>
        <p:nvSpPr>
          <p:cNvPr id="13" name="Rectangle 12"/>
          <p:cNvSpPr/>
          <p:nvPr/>
        </p:nvSpPr>
        <p:spPr bwMode="auto">
          <a:xfrm>
            <a:off x="1509713" y="2366963"/>
            <a:ext cx="7040563" cy="852488"/>
          </a:xfrm>
          <a:prstGeom prst="rect">
            <a:avLst/>
          </a:prstGeom>
          <a:solidFill>
            <a:schemeClr val="bg2">
              <a:lumMod val="20000"/>
              <a:lumOff val="80000"/>
            </a:schemeClr>
          </a:solidFill>
          <a:ln w="19050" cap="flat" cmpd="sng" algn="ctr">
            <a:solidFill>
              <a:schemeClr val="tx1"/>
            </a:solidFill>
            <a:prstDash val="solid"/>
            <a:round/>
            <a:headEnd type="none" w="med" len="med"/>
            <a:tailEnd type="none" w="med" len="med"/>
          </a:ln>
          <a:effectLst/>
        </p:spPr>
        <p:txBody>
          <a:bodyPr wrap="none"/>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Verdana" panose="020B0604030504040204" pitchFamily="34" charset="0"/>
              <a:ea typeface="MS PGothic" panose="020B0600070205080204" pitchFamily="34" charset="-128"/>
              <a:cs typeface="+mn-cs"/>
            </a:endParaRPr>
          </a:p>
        </p:txBody>
      </p:sp>
      <p:sp>
        <p:nvSpPr>
          <p:cNvPr id="134151" name="TextBox 13"/>
          <p:cNvSpPr txBox="1"/>
          <p:nvPr/>
        </p:nvSpPr>
        <p:spPr>
          <a:xfrm>
            <a:off x="1509713" y="2457450"/>
            <a:ext cx="7040562" cy="646113"/>
          </a:xfrm>
          <a:prstGeom prst="rect">
            <a:avLst/>
          </a:prstGeom>
          <a:noFill/>
          <a:ln w="9525">
            <a:noFill/>
          </a:ln>
        </p:spPr>
        <p:txBody>
          <a:bodyPr>
            <a:spAutoFit/>
          </a:bodyPr>
          <a:lstStyle>
            <a:lvl1pPr marL="342900" indent="-342900" algn="l" rtl="0" eaLnBrk="0" fontAlgn="base" hangingPunct="0">
              <a:spcBef>
                <a:spcPct val="35000"/>
              </a:spcBef>
              <a:spcAft>
                <a:spcPct val="0"/>
              </a:spcAft>
              <a:buClr>
                <a:srgbClr val="993300"/>
              </a:buClr>
              <a:buSzPct val="90000"/>
              <a:buFont typeface="Monotype Sorts" pitchFamily="-84" charset="2"/>
              <a:buChar char="n"/>
              <a:defRPr kumimoji="1">
                <a:solidFill>
                  <a:schemeClr val="tx1"/>
                </a:solidFill>
                <a:latin typeface="+mn-lt"/>
                <a:ea typeface="MS PGothic" panose="020B0600070205080204" pitchFamily="34" charset="-128"/>
                <a:cs typeface="MS PGothic" panose="020B0600070205080204" pitchFamily="34" charset="-128"/>
              </a:defRPr>
            </a:lvl1pPr>
            <a:lvl2pPr marL="742950" indent="-285750" algn="l" rtl="0" eaLnBrk="0" fontAlgn="base" hangingPunct="0">
              <a:spcBef>
                <a:spcPct val="35000"/>
              </a:spcBef>
              <a:spcAft>
                <a:spcPct val="0"/>
              </a:spcAft>
              <a:buClr>
                <a:srgbClr val="CC6600"/>
              </a:buClr>
              <a:buSzPct val="80000"/>
              <a:buFont typeface="Monotype Sorts" pitchFamily="-84" charset="2"/>
              <a:buChar char="l"/>
              <a:defRPr kumimoji="1">
                <a:solidFill>
                  <a:schemeClr val="tx1"/>
                </a:solidFill>
                <a:latin typeface="+mn-lt"/>
                <a:ea typeface="MS PGothic" panose="020B0600070205080204" pitchFamily="34" charset="-128"/>
              </a:defRPr>
            </a:lvl2pPr>
            <a:lvl3pPr marL="1085850"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a:solidFill>
                  <a:schemeClr val="tx1"/>
                </a:solidFill>
                <a:latin typeface="+mn-lt"/>
                <a:ea typeface="MS PGothic" panose="020B0600070205080204" pitchFamily="34" charset="-128"/>
              </a:defRPr>
            </a:lvl3pPr>
            <a:lvl4pPr marL="1428750" indent="-228600" algn="l" rtl="0" eaLnBrk="0" fontAlgn="base" hangingPunct="0">
              <a:spcBef>
                <a:spcPct val="35000"/>
              </a:spcBef>
              <a:spcAft>
                <a:spcPct val="0"/>
              </a:spcAft>
              <a:buClr>
                <a:schemeClr val="hlink"/>
              </a:buClr>
              <a:buSzPct val="75000"/>
              <a:buChar char="–"/>
              <a:defRPr kumimoji="1">
                <a:solidFill>
                  <a:schemeClr val="tx1"/>
                </a:solidFill>
                <a:latin typeface="+mn-lt"/>
                <a:ea typeface="MS PGothic" panose="020B0600070205080204" pitchFamily="34" charset="-128"/>
              </a:defRPr>
            </a:lvl4pPr>
            <a:lvl5pPr marL="17716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anose="020B0600070205080204" pitchFamily="34" charset="-128"/>
              </a:defRPr>
            </a:lvl5pPr>
          </a:lstStyle>
          <a:p>
            <a:pPr marL="0" lvl="0" indent="0">
              <a:spcBef>
                <a:spcPct val="0"/>
              </a:spcBef>
              <a:buClrTx/>
              <a:buSzTx/>
              <a:buFontTx/>
              <a:buNone/>
            </a:pPr>
            <a:r>
              <a:rPr lang="en-US" altLang="zh-CN" dirty="0">
                <a:solidFill>
                  <a:srgbClr val="000000"/>
                </a:solidFill>
              </a:rPr>
              <a:t>The </a:t>
            </a:r>
            <a:r>
              <a:rPr lang="en-US" altLang="zh-CN" b="1" dirty="0">
                <a:solidFill>
                  <a:srgbClr val="0000FF"/>
                </a:solidFill>
              </a:rPr>
              <a:t>older process </a:t>
            </a:r>
            <a:r>
              <a:rPr lang="en-US" altLang="zh-CN" dirty="0">
                <a:solidFill>
                  <a:srgbClr val="000000"/>
                </a:solidFill>
              </a:rPr>
              <a:t>will </a:t>
            </a:r>
            <a:r>
              <a:rPr lang="en-US" altLang="zh-CN" b="1" dirty="0">
                <a:solidFill>
                  <a:srgbClr val="FF0000"/>
                </a:solidFill>
              </a:rPr>
              <a:t>wound (= kill / abort)</a:t>
            </a:r>
            <a:r>
              <a:rPr lang="en-US" altLang="zh-CN" dirty="0">
                <a:solidFill>
                  <a:srgbClr val="000000"/>
                </a:solidFill>
              </a:rPr>
              <a:t> the </a:t>
            </a:r>
            <a:r>
              <a:rPr lang="en-US" altLang="zh-CN" b="1" dirty="0">
                <a:solidFill>
                  <a:srgbClr val="0000FF"/>
                </a:solidFill>
              </a:rPr>
              <a:t>younger process</a:t>
            </a:r>
            <a:r>
              <a:rPr lang="en-US" altLang="zh-CN" dirty="0">
                <a:solidFill>
                  <a:srgbClr val="000000"/>
                </a:solidFill>
              </a:rPr>
              <a:t>) </a:t>
            </a:r>
            <a:endParaRPr lang="zh-CN" altLang="en-US" dirty="0">
              <a:solidFill>
                <a:srgbClr val="000000"/>
              </a:solidFill>
            </a:endParaRPr>
          </a:p>
        </p:txBody>
      </p:sp>
      <p:sp>
        <p:nvSpPr>
          <p:cNvPr id="15" name="Rectangle 14"/>
          <p:cNvSpPr/>
          <p:nvPr/>
        </p:nvSpPr>
        <p:spPr bwMode="auto">
          <a:xfrm>
            <a:off x="1509713" y="4513263"/>
            <a:ext cx="7040563" cy="854075"/>
          </a:xfrm>
          <a:prstGeom prst="rect">
            <a:avLst/>
          </a:prstGeom>
          <a:solidFill>
            <a:schemeClr val="bg2">
              <a:lumMod val="20000"/>
              <a:lumOff val="80000"/>
            </a:schemeClr>
          </a:solidFill>
          <a:ln w="19050" cap="flat" cmpd="sng" algn="ctr">
            <a:solidFill>
              <a:schemeClr val="tx1"/>
            </a:solidFill>
            <a:prstDash val="solid"/>
            <a:round/>
            <a:headEnd type="none" w="med" len="med"/>
            <a:tailEnd type="none" w="med" len="med"/>
          </a:ln>
          <a:effectLst/>
        </p:spPr>
        <p:txBody>
          <a:bodyPr wrap="none"/>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Verdana" panose="020B0604030504040204" pitchFamily="34" charset="0"/>
              <a:ea typeface="MS PGothic" panose="020B0600070205080204" pitchFamily="34" charset="-128"/>
              <a:cs typeface="+mn-cs"/>
            </a:endParaRPr>
          </a:p>
        </p:txBody>
      </p:sp>
      <p:sp>
        <p:nvSpPr>
          <p:cNvPr id="134153" name="TextBox 15"/>
          <p:cNvSpPr txBox="1"/>
          <p:nvPr/>
        </p:nvSpPr>
        <p:spPr>
          <a:xfrm>
            <a:off x="1509713" y="4605338"/>
            <a:ext cx="7040562" cy="646112"/>
          </a:xfrm>
          <a:prstGeom prst="rect">
            <a:avLst/>
          </a:prstGeom>
          <a:noFill/>
          <a:ln w="9525">
            <a:noFill/>
          </a:ln>
        </p:spPr>
        <p:txBody>
          <a:bodyPr>
            <a:spAutoFit/>
          </a:bodyPr>
          <a:lstStyle>
            <a:lvl1pPr marL="342900" indent="-342900" algn="l" rtl="0" eaLnBrk="0" fontAlgn="base" hangingPunct="0">
              <a:spcBef>
                <a:spcPct val="35000"/>
              </a:spcBef>
              <a:spcAft>
                <a:spcPct val="0"/>
              </a:spcAft>
              <a:buClr>
                <a:srgbClr val="993300"/>
              </a:buClr>
              <a:buSzPct val="90000"/>
              <a:buFont typeface="Monotype Sorts" pitchFamily="-84" charset="2"/>
              <a:buChar char="n"/>
              <a:defRPr kumimoji="1">
                <a:solidFill>
                  <a:schemeClr val="tx1"/>
                </a:solidFill>
                <a:latin typeface="+mn-lt"/>
                <a:ea typeface="MS PGothic" panose="020B0600070205080204" pitchFamily="34" charset="-128"/>
                <a:cs typeface="MS PGothic" panose="020B0600070205080204" pitchFamily="34" charset="-128"/>
              </a:defRPr>
            </a:lvl1pPr>
            <a:lvl2pPr marL="742950" indent="-285750" algn="l" rtl="0" eaLnBrk="0" fontAlgn="base" hangingPunct="0">
              <a:spcBef>
                <a:spcPct val="35000"/>
              </a:spcBef>
              <a:spcAft>
                <a:spcPct val="0"/>
              </a:spcAft>
              <a:buClr>
                <a:srgbClr val="CC6600"/>
              </a:buClr>
              <a:buSzPct val="80000"/>
              <a:buFont typeface="Monotype Sorts" pitchFamily="-84" charset="2"/>
              <a:buChar char="l"/>
              <a:defRPr kumimoji="1">
                <a:solidFill>
                  <a:schemeClr val="tx1"/>
                </a:solidFill>
                <a:latin typeface="+mn-lt"/>
                <a:ea typeface="MS PGothic" panose="020B0600070205080204" pitchFamily="34" charset="-128"/>
              </a:defRPr>
            </a:lvl2pPr>
            <a:lvl3pPr marL="1085850"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a:solidFill>
                  <a:schemeClr val="tx1"/>
                </a:solidFill>
                <a:latin typeface="+mn-lt"/>
                <a:ea typeface="MS PGothic" panose="020B0600070205080204" pitchFamily="34" charset="-128"/>
              </a:defRPr>
            </a:lvl3pPr>
            <a:lvl4pPr marL="1428750" indent="-228600" algn="l" rtl="0" eaLnBrk="0" fontAlgn="base" hangingPunct="0">
              <a:spcBef>
                <a:spcPct val="35000"/>
              </a:spcBef>
              <a:spcAft>
                <a:spcPct val="0"/>
              </a:spcAft>
              <a:buClr>
                <a:schemeClr val="hlink"/>
              </a:buClr>
              <a:buSzPct val="75000"/>
              <a:buChar char="–"/>
              <a:defRPr kumimoji="1">
                <a:solidFill>
                  <a:schemeClr val="tx1"/>
                </a:solidFill>
                <a:latin typeface="+mn-lt"/>
                <a:ea typeface="MS PGothic" panose="020B0600070205080204" pitchFamily="34" charset="-128"/>
              </a:defRPr>
            </a:lvl4pPr>
            <a:lvl5pPr marL="17716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anose="020B0600070205080204" pitchFamily="34" charset="-128"/>
              </a:defRPr>
            </a:lvl5pPr>
          </a:lstStyle>
          <a:p>
            <a:pPr marL="0" lvl="0" indent="0">
              <a:spcBef>
                <a:spcPct val="0"/>
              </a:spcBef>
              <a:buClrTx/>
              <a:buSzTx/>
              <a:buFontTx/>
              <a:buNone/>
            </a:pPr>
            <a:r>
              <a:rPr lang="en-US" altLang="zh-CN" dirty="0">
                <a:solidFill>
                  <a:srgbClr val="000000"/>
                </a:solidFill>
              </a:rPr>
              <a:t>The </a:t>
            </a:r>
            <a:r>
              <a:rPr lang="en-US" altLang="zh-CN" b="1" dirty="0">
                <a:solidFill>
                  <a:srgbClr val="0000FF"/>
                </a:solidFill>
              </a:rPr>
              <a:t>younger process </a:t>
            </a:r>
            <a:r>
              <a:rPr lang="en-US" altLang="zh-CN" dirty="0">
                <a:solidFill>
                  <a:srgbClr val="000000"/>
                </a:solidFill>
              </a:rPr>
              <a:t>will </a:t>
            </a:r>
            <a:r>
              <a:rPr lang="en-US" altLang="zh-CN" b="1" dirty="0">
                <a:solidFill>
                  <a:srgbClr val="FF0000"/>
                </a:solidFill>
              </a:rPr>
              <a:t>wait </a:t>
            </a:r>
            <a:r>
              <a:rPr lang="en-US" altLang="zh-CN" dirty="0">
                <a:solidFill>
                  <a:srgbClr val="000000"/>
                </a:solidFill>
              </a:rPr>
              <a:t>until the </a:t>
            </a:r>
            <a:r>
              <a:rPr lang="en-US" altLang="zh-CN" b="1" dirty="0">
                <a:solidFill>
                  <a:srgbClr val="FF0000"/>
                </a:solidFill>
              </a:rPr>
              <a:t>lock is released </a:t>
            </a:r>
            <a:r>
              <a:rPr lang="en-US" altLang="zh-CN" dirty="0">
                <a:solidFill>
                  <a:srgbClr val="000000"/>
                </a:solidFill>
              </a:rPr>
              <a:t>(by the </a:t>
            </a:r>
            <a:r>
              <a:rPr lang="en-US" altLang="zh-CN" b="1" dirty="0">
                <a:solidFill>
                  <a:srgbClr val="0000FF"/>
                </a:solidFill>
              </a:rPr>
              <a:t>older process</a:t>
            </a:r>
            <a:r>
              <a:rPr lang="en-US" altLang="zh-CN" dirty="0">
                <a:solidFill>
                  <a:srgbClr val="000000"/>
                </a:solidFill>
              </a:rPr>
              <a:t>)</a:t>
            </a:r>
            <a:endParaRPr lang="zh-CN" altLang="en-US" dirty="0">
              <a:solidFill>
                <a:srgbClr val="000000"/>
              </a:solidFill>
            </a:endParaRPr>
          </a:p>
        </p:txBody>
      </p:sp>
    </p:spTree>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4146" name="Rectangle 2"/>
          <p:cNvSpPr>
            <a:spLocks noGrp="1"/>
          </p:cNvSpPr>
          <p:nvPr>
            <p:ph type="title"/>
          </p:nvPr>
        </p:nvSpPr>
        <p:spPr>
          <a:xfrm>
            <a:off x="1109663" y="214313"/>
            <a:ext cx="7577137" cy="576262"/>
          </a:xfrm>
        </p:spPr>
        <p:txBody>
          <a:bodyPr vert="horz" wrap="square" lIns="91440" tIns="45720" rIns="91440" bIns="45720" anchor="b" anchorCtr="0"/>
          <a:p>
            <a:pPr eaLnBrk="1" hangingPunct="1"/>
            <a:r>
              <a:rPr lang="en-US" altLang="zh-CN" dirty="0"/>
              <a:t>Wound</a:t>
            </a:r>
            <a:r>
              <a:rPr lang="en-US" altLang="en-US" dirty="0"/>
              <a:t>-Wait </a:t>
            </a:r>
            <a:r>
              <a:rPr lang="en-US" altLang="zh-CN" dirty="0"/>
              <a:t>M</a:t>
            </a:r>
            <a:r>
              <a:rPr lang="en-US" altLang="en-US" dirty="0"/>
              <a:t>ethod</a:t>
            </a:r>
            <a:endParaRPr lang="en-US" altLang="en-US" dirty="0"/>
          </a:p>
        </p:txBody>
      </p:sp>
      <p:sp>
        <p:nvSpPr>
          <p:cNvPr id="134147" name="Rectangle 3"/>
          <p:cNvSpPr>
            <a:spLocks noGrp="1"/>
          </p:cNvSpPr>
          <p:nvPr>
            <p:ph idx="1"/>
          </p:nvPr>
        </p:nvSpPr>
        <p:spPr>
          <a:xfrm>
            <a:off x="477838" y="1030288"/>
            <a:ext cx="8267700" cy="369887"/>
          </a:xfrm>
        </p:spPr>
        <p:txBody>
          <a:bodyPr vert="horz" wrap="square" lIns="91440" tIns="45720" rIns="91440" bIns="45720" anchor="t" anchorCtr="0"/>
          <a:p>
            <a:pPr>
              <a:buFont typeface="Wingdings" panose="05000000000000000000" pitchFamily="2" charset="2"/>
              <a:buChar char="q"/>
            </a:pPr>
            <a:r>
              <a:rPr lang="en-US" altLang="en-US" dirty="0"/>
              <a:t>The </a:t>
            </a:r>
            <a:r>
              <a:rPr lang="en-US" altLang="en-US" b="1" dirty="0">
                <a:solidFill>
                  <a:srgbClr val="FF0000"/>
                </a:solidFill>
              </a:rPr>
              <a:t>Wound-wait</a:t>
            </a:r>
            <a:r>
              <a:rPr lang="en-US" altLang="en-US" dirty="0"/>
              <a:t> locking rule:</a:t>
            </a:r>
            <a:endParaRPr lang="en-US" altLang="en-US" dirty="0"/>
          </a:p>
        </p:txBody>
      </p:sp>
      <p:pic>
        <p:nvPicPr>
          <p:cNvPr id="2" name="Picture 1"/>
          <p:cNvPicPr>
            <a:picLocks noChangeAspect="1"/>
          </p:cNvPicPr>
          <p:nvPr/>
        </p:nvPicPr>
        <p:blipFill>
          <a:blip r:embed="rId1"/>
          <a:stretch>
            <a:fillRect/>
          </a:stretch>
        </p:blipFill>
        <p:spPr>
          <a:xfrm>
            <a:off x="1435100" y="1490663"/>
            <a:ext cx="6351588" cy="4191000"/>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6194" name="Rectangle 2"/>
          <p:cNvSpPr>
            <a:spLocks noGrp="1"/>
          </p:cNvSpPr>
          <p:nvPr>
            <p:ph type="title"/>
          </p:nvPr>
        </p:nvSpPr>
        <p:spPr>
          <a:xfrm>
            <a:off x="1109663" y="214313"/>
            <a:ext cx="7577137" cy="576262"/>
          </a:xfrm>
        </p:spPr>
        <p:txBody>
          <a:bodyPr vert="horz" wrap="square" lIns="91440" tIns="45720" rIns="91440" bIns="45720" anchor="b" anchorCtr="0"/>
          <a:p>
            <a:pPr eaLnBrk="1" hangingPunct="1"/>
            <a:r>
              <a:rPr lang="en-US" altLang="zh-CN" dirty="0"/>
              <a:t>Wound</a:t>
            </a:r>
            <a:r>
              <a:rPr lang="en-US" altLang="en-US" dirty="0"/>
              <a:t>-</a:t>
            </a:r>
            <a:r>
              <a:rPr lang="en-US" altLang="zh-CN" dirty="0"/>
              <a:t>Wait</a:t>
            </a:r>
            <a:r>
              <a:rPr lang="en-US" altLang="en-US" dirty="0"/>
              <a:t> </a:t>
            </a:r>
            <a:r>
              <a:rPr lang="en-US" altLang="zh-CN" dirty="0"/>
              <a:t>M</a:t>
            </a:r>
            <a:r>
              <a:rPr lang="en-US" altLang="en-US" dirty="0"/>
              <a:t>ethod</a:t>
            </a:r>
            <a:endParaRPr lang="en-US" altLang="en-US" dirty="0"/>
          </a:p>
        </p:txBody>
      </p:sp>
      <p:sp>
        <p:nvSpPr>
          <p:cNvPr id="136195" name="Rectangle 3"/>
          <p:cNvSpPr>
            <a:spLocks noGrp="1"/>
          </p:cNvSpPr>
          <p:nvPr>
            <p:ph idx="1"/>
          </p:nvPr>
        </p:nvSpPr>
        <p:spPr>
          <a:xfrm>
            <a:off x="477838" y="1030288"/>
            <a:ext cx="8399462" cy="369887"/>
          </a:xfrm>
        </p:spPr>
        <p:txBody>
          <a:bodyPr vert="horz" wrap="square" lIns="91440" tIns="45720" rIns="91440" bIns="45720" anchor="t" anchorCtr="0"/>
          <a:p>
            <a:pPr>
              <a:buFont typeface="Wingdings" panose="05000000000000000000" pitchFamily="2" charset="2"/>
              <a:buChar char="q"/>
            </a:pPr>
            <a:r>
              <a:rPr lang="en-US" altLang="en-US" dirty="0"/>
              <a:t>The </a:t>
            </a:r>
            <a:r>
              <a:rPr lang="en-US" altLang="en-US" b="1" dirty="0">
                <a:solidFill>
                  <a:srgbClr val="FF0000"/>
                </a:solidFill>
              </a:rPr>
              <a:t>Wound-wait</a:t>
            </a:r>
            <a:r>
              <a:rPr lang="en-US" altLang="en-US" dirty="0"/>
              <a:t> locking rule will </a:t>
            </a:r>
            <a:r>
              <a:rPr lang="en-US" altLang="en-US" dirty="0">
                <a:solidFill>
                  <a:srgbClr val="0000FF"/>
                </a:solidFill>
              </a:rPr>
              <a:t>prevent (forbid)</a:t>
            </a:r>
            <a:r>
              <a:rPr lang="en-US" altLang="en-US" dirty="0"/>
              <a:t> the development of </a:t>
            </a:r>
            <a:r>
              <a:rPr lang="en-US" altLang="en-US" dirty="0">
                <a:solidFill>
                  <a:srgbClr val="FF0000"/>
                </a:solidFill>
              </a:rPr>
              <a:t>deadlock</a:t>
            </a:r>
            <a:r>
              <a:rPr lang="en-US" altLang="en-US" dirty="0"/>
              <a:t> because:</a:t>
            </a:r>
            <a:endParaRPr lang="en-US" altLang="en-US" dirty="0"/>
          </a:p>
        </p:txBody>
      </p:sp>
      <p:pic>
        <p:nvPicPr>
          <p:cNvPr id="136196" name="Picture 2"/>
          <p:cNvPicPr>
            <a:picLocks noChangeAspect="1"/>
          </p:cNvPicPr>
          <p:nvPr/>
        </p:nvPicPr>
        <p:blipFill>
          <a:blip r:embed="rId1"/>
          <a:stretch>
            <a:fillRect/>
          </a:stretch>
        </p:blipFill>
        <p:spPr>
          <a:xfrm>
            <a:off x="477838" y="1757363"/>
            <a:ext cx="8385175" cy="3184525"/>
          </a:xfrm>
          <a:prstGeom prst="rect">
            <a:avLst/>
          </a:prstGeom>
          <a:noFill/>
          <a:ln w="9525">
            <a:noFill/>
          </a:ln>
        </p:spPr>
      </p:pic>
      <p:sp>
        <p:nvSpPr>
          <p:cNvPr id="6" name="Rectangle 5"/>
          <p:cNvSpPr/>
          <p:nvPr/>
        </p:nvSpPr>
        <p:spPr bwMode="auto">
          <a:xfrm>
            <a:off x="695325" y="5195888"/>
            <a:ext cx="7991475" cy="1014413"/>
          </a:xfrm>
          <a:prstGeom prst="rect">
            <a:avLst/>
          </a:prstGeom>
          <a:solidFill>
            <a:schemeClr val="accent2">
              <a:lumMod val="20000"/>
              <a:lumOff val="80000"/>
            </a:schemeClr>
          </a:solidFill>
          <a:ln w="9525" cap="flat" cmpd="sng" algn="ctr">
            <a:solidFill>
              <a:schemeClr val="tx1"/>
            </a:solidFill>
            <a:prstDash val="solid"/>
            <a:round/>
            <a:headEnd type="none" w="med" len="med"/>
            <a:tailEnd type="none" w="med" len="med"/>
          </a:ln>
          <a:effectLst/>
        </p:spPr>
        <p:txBody>
          <a:bodyPr wrap="none"/>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Verdana" panose="020B0604030504040204" pitchFamily="34" charset="0"/>
              <a:ea typeface="MS PGothic" panose="020B0600070205080204" pitchFamily="34" charset="-128"/>
              <a:cs typeface="+mn-cs"/>
            </a:endParaRPr>
          </a:p>
        </p:txBody>
      </p:sp>
      <p:sp>
        <p:nvSpPr>
          <p:cNvPr id="136198" name="TextBox 6"/>
          <p:cNvSpPr txBox="1"/>
          <p:nvPr/>
        </p:nvSpPr>
        <p:spPr>
          <a:xfrm>
            <a:off x="301625" y="5334000"/>
            <a:ext cx="8385175" cy="1003300"/>
          </a:xfrm>
          <a:prstGeom prst="rect">
            <a:avLst/>
          </a:prstGeom>
          <a:noFill/>
          <a:ln w="9525">
            <a:noFill/>
          </a:ln>
        </p:spPr>
        <p:txBody>
          <a:bodyPr>
            <a:spAutoFit/>
          </a:bodyPr>
          <a:lstStyle>
            <a:lvl1pPr marL="342900" indent="-342900" algn="l" rtl="0" eaLnBrk="0" fontAlgn="base" hangingPunct="0">
              <a:spcBef>
                <a:spcPct val="35000"/>
              </a:spcBef>
              <a:spcAft>
                <a:spcPct val="0"/>
              </a:spcAft>
              <a:buClr>
                <a:srgbClr val="993300"/>
              </a:buClr>
              <a:buSzPct val="90000"/>
              <a:buFont typeface="Monotype Sorts" pitchFamily="-84" charset="2"/>
              <a:buChar char="n"/>
              <a:defRPr kumimoji="1">
                <a:solidFill>
                  <a:schemeClr val="tx1"/>
                </a:solidFill>
                <a:latin typeface="+mn-lt"/>
                <a:ea typeface="MS PGothic" panose="020B0600070205080204" pitchFamily="34" charset="-128"/>
                <a:cs typeface="MS PGothic" panose="020B0600070205080204" pitchFamily="34" charset="-128"/>
              </a:defRPr>
            </a:lvl1pPr>
            <a:lvl2pPr marL="742950" indent="-285750" algn="l" rtl="0" eaLnBrk="0" fontAlgn="base" hangingPunct="0">
              <a:spcBef>
                <a:spcPct val="35000"/>
              </a:spcBef>
              <a:spcAft>
                <a:spcPct val="0"/>
              </a:spcAft>
              <a:buClr>
                <a:srgbClr val="CC6600"/>
              </a:buClr>
              <a:buSzPct val="80000"/>
              <a:buFont typeface="Monotype Sorts" pitchFamily="-84" charset="2"/>
              <a:buChar char="l"/>
              <a:defRPr kumimoji="1">
                <a:solidFill>
                  <a:schemeClr val="tx1"/>
                </a:solidFill>
                <a:latin typeface="+mn-lt"/>
                <a:ea typeface="MS PGothic" panose="020B0600070205080204" pitchFamily="34" charset="-128"/>
              </a:defRPr>
            </a:lvl2pPr>
            <a:lvl3pPr marL="1085850"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a:solidFill>
                  <a:schemeClr val="tx1"/>
                </a:solidFill>
                <a:latin typeface="+mn-lt"/>
                <a:ea typeface="MS PGothic" panose="020B0600070205080204" pitchFamily="34" charset="-128"/>
              </a:defRPr>
            </a:lvl3pPr>
            <a:lvl4pPr marL="1428750" indent="-228600" algn="l" rtl="0" eaLnBrk="0" fontAlgn="base" hangingPunct="0">
              <a:spcBef>
                <a:spcPct val="35000"/>
              </a:spcBef>
              <a:spcAft>
                <a:spcPct val="0"/>
              </a:spcAft>
              <a:buClr>
                <a:schemeClr val="hlink"/>
              </a:buClr>
              <a:buSzPct val="75000"/>
              <a:buChar char="–"/>
              <a:defRPr kumimoji="1">
                <a:solidFill>
                  <a:schemeClr val="tx1"/>
                </a:solidFill>
                <a:latin typeface="+mn-lt"/>
                <a:ea typeface="MS PGothic" panose="020B0600070205080204" pitchFamily="34" charset="-128"/>
              </a:defRPr>
            </a:lvl4pPr>
            <a:lvl5pPr marL="17716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anose="020B0600070205080204" pitchFamily="34" charset="-128"/>
              </a:defRPr>
            </a:lvl5pPr>
          </a:lstStyle>
          <a:p>
            <a:pPr marL="742950" lvl="1" indent="-285750">
              <a:buFont typeface="Wingdings" panose="05000000000000000000" pitchFamily="2" charset="2"/>
              <a:buChar char="Ø"/>
            </a:pPr>
            <a:r>
              <a:rPr lang="en-US" altLang="zh-CN" sz="1600" dirty="0">
                <a:solidFill>
                  <a:srgbClr val="000000"/>
                </a:solidFill>
              </a:rPr>
              <a:t>In both schemes (</a:t>
            </a:r>
            <a:r>
              <a:rPr lang="en-US" altLang="zh-CN" sz="1600" dirty="0">
                <a:solidFill>
                  <a:srgbClr val="FF0000"/>
                </a:solidFill>
              </a:rPr>
              <a:t>wait-die</a:t>
            </a:r>
            <a:r>
              <a:rPr lang="en-US" altLang="zh-CN" sz="1600" dirty="0">
                <a:solidFill>
                  <a:srgbClr val="000000"/>
                </a:solidFill>
              </a:rPr>
              <a:t> and </a:t>
            </a:r>
            <a:r>
              <a:rPr lang="en-US" altLang="zh-CN" sz="1600" dirty="0">
                <a:solidFill>
                  <a:srgbClr val="FF0000"/>
                </a:solidFill>
              </a:rPr>
              <a:t>wound-wait</a:t>
            </a:r>
            <a:r>
              <a:rPr lang="en-US" altLang="zh-CN" sz="1600" dirty="0">
                <a:solidFill>
                  <a:srgbClr val="000000"/>
                </a:solidFill>
              </a:rPr>
              <a:t>), the </a:t>
            </a:r>
            <a:r>
              <a:rPr lang="en-US" altLang="zh-CN" sz="1600" dirty="0">
                <a:solidFill>
                  <a:srgbClr val="0000FF"/>
                </a:solidFill>
              </a:rPr>
              <a:t>younger process </a:t>
            </a:r>
            <a:r>
              <a:rPr lang="en-US" altLang="zh-CN" sz="1600" dirty="0">
                <a:solidFill>
                  <a:srgbClr val="000000"/>
                </a:solidFill>
              </a:rPr>
              <a:t>will get </a:t>
            </a:r>
            <a:r>
              <a:rPr lang="en-US" altLang="zh-CN" sz="1600" b="1" dirty="0">
                <a:solidFill>
                  <a:srgbClr val="000000"/>
                </a:solidFill>
              </a:rPr>
              <a:t>aborted</a:t>
            </a:r>
            <a:endParaRPr lang="en-US" altLang="zh-CN" sz="1600" b="1" dirty="0">
              <a:solidFill>
                <a:srgbClr val="FF0000"/>
              </a:solidFill>
            </a:endParaRPr>
          </a:p>
          <a:p>
            <a:pPr marL="742950" lvl="1" indent="-285750">
              <a:buFont typeface="Wingdings" panose="05000000000000000000" pitchFamily="2" charset="2"/>
              <a:buChar char="Ø"/>
            </a:pPr>
            <a:r>
              <a:rPr lang="en-US" altLang="zh-CN" sz="1600" dirty="0">
                <a:solidFill>
                  <a:srgbClr val="000000"/>
                </a:solidFill>
                <a:latin typeface="Verdana" panose="020B0604030504040204" pitchFamily="34" charset="0"/>
              </a:rPr>
              <a:t>The </a:t>
            </a:r>
            <a:r>
              <a:rPr lang="en-US" altLang="zh-CN" sz="1600" b="1" i="1" dirty="0">
                <a:solidFill>
                  <a:srgbClr val="000000"/>
                </a:solidFill>
                <a:latin typeface="Verdana" panose="020B0604030504040204" pitchFamily="34" charset="0"/>
              </a:rPr>
              <a:t>older</a:t>
            </a:r>
            <a:r>
              <a:rPr lang="en-US" altLang="zh-CN" sz="1600" b="1" dirty="0">
                <a:solidFill>
                  <a:srgbClr val="000000"/>
                </a:solidFill>
                <a:latin typeface="Verdana" panose="020B0604030504040204" pitchFamily="34" charset="0"/>
              </a:rPr>
              <a:t> transaction</a:t>
            </a:r>
            <a:r>
              <a:rPr lang="en-US" altLang="zh-CN" sz="1600" dirty="0">
                <a:solidFill>
                  <a:srgbClr val="000000"/>
                </a:solidFill>
                <a:latin typeface="Verdana" panose="020B0604030504040204" pitchFamily="34" charset="0"/>
              </a:rPr>
              <a:t> is </a:t>
            </a:r>
            <a:r>
              <a:rPr lang="en-US" altLang="zh-CN" sz="1600" b="1" i="1" dirty="0">
                <a:solidFill>
                  <a:srgbClr val="000000"/>
                </a:solidFill>
                <a:latin typeface="Verdana" panose="020B0604030504040204" pitchFamily="34" charset="0"/>
              </a:rPr>
              <a:t>not</a:t>
            </a:r>
            <a:r>
              <a:rPr lang="en-US" altLang="zh-CN" sz="1600" dirty="0">
                <a:solidFill>
                  <a:srgbClr val="000000"/>
                </a:solidFill>
                <a:latin typeface="Verdana" panose="020B0604030504040204" pitchFamily="34" charset="0"/>
              </a:rPr>
              <a:t> be </a:t>
            </a:r>
            <a:r>
              <a:rPr lang="en-US" altLang="zh-CN" sz="1600" b="1" dirty="0">
                <a:solidFill>
                  <a:srgbClr val="000000"/>
                </a:solidFill>
                <a:latin typeface="Verdana" panose="020B0604030504040204" pitchFamily="34" charset="0"/>
              </a:rPr>
              <a:t>aborted</a:t>
            </a:r>
            <a:r>
              <a:rPr lang="en-US" altLang="zh-CN" sz="1600" dirty="0">
                <a:solidFill>
                  <a:srgbClr val="000000"/>
                </a:solidFill>
                <a:latin typeface="Verdana" panose="020B0604030504040204" pitchFamily="34" charset="0"/>
              </a:rPr>
              <a:t> !!!</a:t>
            </a:r>
            <a:endParaRPr lang="en-US" altLang="zh-CN" sz="1600" dirty="0">
              <a:solidFill>
                <a:srgbClr val="000000"/>
              </a:solidFill>
              <a:latin typeface="Verdana" panose="020B0604030504040204" pitchFamily="34" charset="0"/>
            </a:endParaRPr>
          </a:p>
          <a:p>
            <a:pPr marL="742950" lvl="1" indent="-285750">
              <a:buFont typeface="Wingdings" panose="05000000000000000000" pitchFamily="2" charset="2"/>
              <a:buChar char="Ø"/>
            </a:pPr>
            <a:endParaRPr lang="en-US" altLang="zh-CN" sz="1600" b="1" dirty="0">
              <a:solidFill>
                <a:srgbClr val="000000"/>
              </a:solidFill>
            </a:endParaRP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8242" name="Rectangle 2"/>
          <p:cNvSpPr>
            <a:spLocks noGrp="1"/>
          </p:cNvSpPr>
          <p:nvPr>
            <p:ph type="title"/>
          </p:nvPr>
        </p:nvSpPr>
        <p:spPr>
          <a:xfrm>
            <a:off x="1109663" y="214313"/>
            <a:ext cx="7577137" cy="576262"/>
          </a:xfrm>
        </p:spPr>
        <p:txBody>
          <a:bodyPr vert="horz" wrap="square" lIns="91440" tIns="45720" rIns="91440" bIns="45720" anchor="b" anchorCtr="0"/>
          <a:p>
            <a:pPr eaLnBrk="1" hangingPunct="1"/>
            <a:r>
              <a:rPr lang="en-US" altLang="zh-CN" dirty="0"/>
              <a:t>Wound</a:t>
            </a:r>
            <a:r>
              <a:rPr lang="en-US" altLang="en-US" dirty="0"/>
              <a:t>-Wait </a:t>
            </a:r>
            <a:r>
              <a:rPr lang="en-US" altLang="zh-CN" dirty="0"/>
              <a:t>M</a:t>
            </a:r>
            <a:r>
              <a:rPr lang="en-US" altLang="en-US" dirty="0"/>
              <a:t>ethod</a:t>
            </a:r>
            <a:endParaRPr lang="en-US" altLang="en-US" dirty="0"/>
          </a:p>
        </p:txBody>
      </p:sp>
      <p:sp>
        <p:nvSpPr>
          <p:cNvPr id="138243" name="Rectangle 3"/>
          <p:cNvSpPr>
            <a:spLocks noGrp="1"/>
          </p:cNvSpPr>
          <p:nvPr>
            <p:ph idx="1"/>
          </p:nvPr>
        </p:nvSpPr>
        <p:spPr>
          <a:xfrm>
            <a:off x="477838" y="1030288"/>
            <a:ext cx="8399462" cy="369887"/>
          </a:xfrm>
        </p:spPr>
        <p:txBody>
          <a:bodyPr vert="horz" wrap="square" lIns="91440" tIns="45720" rIns="91440" bIns="45720" anchor="t" anchorCtr="0"/>
          <a:p>
            <a:pPr>
              <a:buFont typeface="Wingdings" panose="05000000000000000000" pitchFamily="2" charset="2"/>
              <a:buChar char="q"/>
            </a:pPr>
            <a:r>
              <a:rPr lang="en-US" altLang="en-US" dirty="0"/>
              <a:t>Example: </a:t>
            </a:r>
            <a:r>
              <a:rPr lang="en-US" altLang="en-US" dirty="0">
                <a:solidFill>
                  <a:srgbClr val="FF0000"/>
                </a:solidFill>
              </a:rPr>
              <a:t>wound-die</a:t>
            </a:r>
            <a:r>
              <a:rPr lang="en-US" altLang="en-US" dirty="0"/>
              <a:t> locking</a:t>
            </a:r>
            <a:endParaRPr lang="en-US" altLang="en-US" dirty="0"/>
          </a:p>
        </p:txBody>
      </p:sp>
      <p:sp>
        <p:nvSpPr>
          <p:cNvPr id="6" name="Rectangle 3"/>
          <p:cNvSpPr txBox="1">
            <a:spLocks noChangeArrowheads="1"/>
          </p:cNvSpPr>
          <p:nvPr/>
        </p:nvSpPr>
        <p:spPr bwMode="auto">
          <a:xfrm>
            <a:off x="477838" y="3244850"/>
            <a:ext cx="8399463" cy="368300"/>
          </a:xfrm>
          <a:prstGeom prst="rect">
            <a:avLst/>
          </a:prstGeom>
          <a:noFill/>
          <a:ln>
            <a:noFill/>
          </a:ln>
        </p:spPr>
        <p:txBody>
          <a:bodyPr/>
          <a:lstStyle>
            <a:lvl1pPr marL="342900" indent="-342900" algn="l" rtl="0" eaLnBrk="0" fontAlgn="base" hangingPunct="0">
              <a:spcBef>
                <a:spcPct val="35000"/>
              </a:spcBef>
              <a:spcAft>
                <a:spcPct val="0"/>
              </a:spcAft>
              <a:buClr>
                <a:srgbClr val="993300"/>
              </a:buClr>
              <a:buSzPct val="90000"/>
              <a:buFont typeface="Monotype Sorts" pitchFamily="-84" charset="2"/>
              <a:buChar char="n"/>
              <a:defRPr kumimoji="1">
                <a:solidFill>
                  <a:schemeClr val="tx1"/>
                </a:solidFill>
                <a:latin typeface="+mn-lt"/>
                <a:ea typeface="MS PGothic" panose="020B0600070205080204" pitchFamily="34" charset="-128"/>
                <a:cs typeface="MS PGothic" panose="020B0600070205080204" pitchFamily="34" charset="-128"/>
              </a:defRPr>
            </a:lvl1pPr>
            <a:lvl2pPr marL="742950" indent="-285750" algn="l" rtl="0" eaLnBrk="0" fontAlgn="base" hangingPunct="0">
              <a:spcBef>
                <a:spcPct val="35000"/>
              </a:spcBef>
              <a:spcAft>
                <a:spcPct val="0"/>
              </a:spcAft>
              <a:buClr>
                <a:srgbClr val="CC6600"/>
              </a:buClr>
              <a:buSzPct val="80000"/>
              <a:buFont typeface="Monotype Sorts" pitchFamily="-84" charset="2"/>
              <a:buChar char="l"/>
              <a:defRPr kumimoji="1">
                <a:solidFill>
                  <a:schemeClr val="tx1"/>
                </a:solidFill>
                <a:latin typeface="+mn-lt"/>
                <a:ea typeface="MS PGothic" panose="020B0600070205080204" pitchFamily="34" charset="-128"/>
              </a:defRPr>
            </a:lvl2pPr>
            <a:lvl3pPr marL="1085850"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a:solidFill>
                  <a:schemeClr val="tx1"/>
                </a:solidFill>
                <a:latin typeface="+mn-lt"/>
                <a:ea typeface="MS PGothic" panose="020B0600070205080204" pitchFamily="34" charset="-128"/>
              </a:defRPr>
            </a:lvl3pPr>
            <a:lvl4pPr marL="1428750" indent="-228600" algn="l" rtl="0" eaLnBrk="0" fontAlgn="base" hangingPunct="0">
              <a:spcBef>
                <a:spcPct val="35000"/>
              </a:spcBef>
              <a:spcAft>
                <a:spcPct val="0"/>
              </a:spcAft>
              <a:buClr>
                <a:schemeClr val="hlink"/>
              </a:buClr>
              <a:buSzPct val="75000"/>
              <a:buChar char="–"/>
              <a:defRPr kumimoji="1">
                <a:solidFill>
                  <a:schemeClr val="tx1"/>
                </a:solidFill>
                <a:latin typeface="+mn-lt"/>
                <a:ea typeface="MS PGothic" panose="020B0600070205080204" pitchFamily="34" charset="-128"/>
              </a:defRPr>
            </a:lvl4pPr>
            <a:lvl5pPr marL="17716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anose="020B0600070205080204" pitchFamily="34" charset="-128"/>
              </a:defRPr>
            </a:lvl5pPr>
            <a:lvl6pPr marL="22288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anose="020B0600070205080204" pitchFamily="34" charset="-128"/>
              </a:defRPr>
            </a:lvl6pPr>
            <a:lvl7pPr marL="26860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anose="020B0600070205080204" pitchFamily="34" charset="-128"/>
              </a:defRPr>
            </a:lvl7pPr>
            <a:lvl8pPr marL="31432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anose="020B0600070205080204" pitchFamily="34" charset="-128"/>
              </a:defRPr>
            </a:lvl8pPr>
            <a:lvl9pPr marL="36004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anose="020B0600070205080204" pitchFamily="34" charset="-128"/>
              </a:defRPr>
            </a:lvl9pPr>
          </a:lstStyle>
          <a:p>
            <a:pPr marL="342900" marR="0" lvl="0" indent="-342900" algn="l" defTabSz="914400" rtl="0" eaLnBrk="0" fontAlgn="base" latinLnBrk="0" hangingPunct="0">
              <a:lnSpc>
                <a:spcPct val="100000"/>
              </a:lnSpc>
              <a:spcBef>
                <a:spcPct val="35000"/>
              </a:spcBef>
              <a:spcAft>
                <a:spcPct val="0"/>
              </a:spcAft>
              <a:buClr>
                <a:srgbClr val="993300"/>
              </a:buClr>
              <a:buSzPct val="90000"/>
              <a:buFont typeface="Wingdings" panose="05000000000000000000" pitchFamily="2" charset="2"/>
              <a:buChar char="q"/>
              <a:defRPr/>
            </a:pPr>
            <a:r>
              <a:rPr kumimoji="1" lang="en-US" altLang="en-US" sz="1800" b="0" i="0" u="none" strike="noStrike" kern="0" cap="none" spc="0" normalizeH="0" baseline="0" noProof="0" dirty="0">
                <a:ln>
                  <a:noFill/>
                </a:ln>
                <a:solidFill>
                  <a:srgbClr val="000000"/>
                </a:solidFill>
                <a:effectLst/>
                <a:uLnTx/>
                <a:uFillTx/>
                <a:latin typeface="+mn-lt"/>
                <a:ea typeface="MS PGothic" panose="020B0600070205080204" pitchFamily="34" charset="-128"/>
                <a:cs typeface="MS PGothic" panose="020B0600070205080204" pitchFamily="34" charset="-128"/>
              </a:rPr>
              <a:t>Example: execution that </a:t>
            </a:r>
            <a:r>
              <a:rPr kumimoji="1" lang="en-US" altLang="en-US" sz="1800" b="0" i="0" u="none" strike="noStrike" kern="0" cap="none" spc="0" normalizeH="0" baseline="0" noProof="0" dirty="0">
                <a:ln>
                  <a:noFill/>
                </a:ln>
                <a:solidFill>
                  <a:srgbClr val="0000FF"/>
                </a:solidFill>
                <a:effectLst/>
                <a:uLnTx/>
                <a:uFillTx/>
                <a:latin typeface="+mn-lt"/>
                <a:ea typeface="MS PGothic" panose="020B0600070205080204" pitchFamily="34" charset="-128"/>
                <a:cs typeface="MS PGothic" panose="020B0600070205080204" pitchFamily="34" charset="-128"/>
              </a:rPr>
              <a:t>obeys</a:t>
            </a:r>
            <a:r>
              <a:rPr kumimoji="1" lang="en-US" altLang="en-US" sz="1800" b="0" i="0" u="none" strike="noStrike" kern="0" cap="none" spc="0" normalizeH="0" baseline="0" noProof="0" dirty="0">
                <a:ln>
                  <a:noFill/>
                </a:ln>
                <a:solidFill>
                  <a:srgbClr val="000000"/>
                </a:solidFill>
                <a:effectLst/>
                <a:uLnTx/>
                <a:uFillTx/>
                <a:latin typeface="+mn-lt"/>
                <a:ea typeface="MS PGothic" panose="020B0600070205080204" pitchFamily="34" charset="-128"/>
                <a:cs typeface="MS PGothic" panose="020B0600070205080204" pitchFamily="34" charset="-128"/>
              </a:rPr>
              <a:t> the </a:t>
            </a:r>
            <a:r>
              <a:rPr kumimoji="1" lang="en-US" altLang="en-US" sz="1800" b="0" i="0" u="none" strike="noStrike" kern="0" cap="none" spc="0" normalizeH="0" baseline="0" noProof="0" dirty="0">
                <a:ln>
                  <a:noFill/>
                </a:ln>
                <a:solidFill>
                  <a:srgbClr val="FF0000"/>
                </a:solidFill>
                <a:effectLst/>
                <a:uLnTx/>
                <a:uFillTx/>
                <a:latin typeface="+mn-lt"/>
                <a:ea typeface="MS PGothic" panose="020B0600070205080204" pitchFamily="34" charset="-128"/>
                <a:cs typeface="MS PGothic" panose="020B0600070205080204" pitchFamily="34" charset="-128"/>
              </a:rPr>
              <a:t>wound-die</a:t>
            </a:r>
            <a:r>
              <a:rPr kumimoji="1" lang="en-US" altLang="en-US" sz="1800" b="0" i="0" u="none" strike="noStrike" kern="0" cap="none" spc="0" normalizeH="0" baseline="0" noProof="0" dirty="0">
                <a:ln>
                  <a:noFill/>
                </a:ln>
                <a:solidFill>
                  <a:srgbClr val="000000"/>
                </a:solidFill>
                <a:effectLst/>
                <a:uLnTx/>
                <a:uFillTx/>
                <a:latin typeface="+mn-lt"/>
                <a:ea typeface="MS PGothic" panose="020B0600070205080204" pitchFamily="34" charset="-128"/>
                <a:cs typeface="MS PGothic" panose="020B0600070205080204" pitchFamily="34" charset="-128"/>
              </a:rPr>
              <a:t> rule</a:t>
            </a:r>
            <a:endParaRPr kumimoji="1" lang="en-US" altLang="en-US" sz="1800" b="0" i="0" u="none" strike="noStrike" kern="0" cap="none" spc="0" normalizeH="0" baseline="0" noProof="0" dirty="0">
              <a:ln>
                <a:noFill/>
              </a:ln>
              <a:solidFill>
                <a:srgbClr val="000000"/>
              </a:solidFill>
              <a:effectLst/>
              <a:uLnTx/>
              <a:uFillTx/>
              <a:latin typeface="+mn-lt"/>
              <a:ea typeface="MS PGothic" panose="020B0600070205080204" pitchFamily="34" charset="-128"/>
              <a:cs typeface="MS PGothic" panose="020B0600070205080204" pitchFamily="34" charset="-128"/>
            </a:endParaRPr>
          </a:p>
        </p:txBody>
      </p:sp>
      <p:pic>
        <p:nvPicPr>
          <p:cNvPr id="138245" name="Picture 1"/>
          <p:cNvPicPr>
            <a:picLocks noChangeAspect="1"/>
          </p:cNvPicPr>
          <p:nvPr/>
        </p:nvPicPr>
        <p:blipFill>
          <a:blip r:embed="rId1"/>
          <a:stretch>
            <a:fillRect/>
          </a:stretch>
        </p:blipFill>
        <p:spPr>
          <a:xfrm>
            <a:off x="895350" y="1533525"/>
            <a:ext cx="4686300" cy="1577975"/>
          </a:xfrm>
          <a:prstGeom prst="rect">
            <a:avLst/>
          </a:prstGeom>
          <a:noFill/>
          <a:ln w="9525">
            <a:noFill/>
          </a:ln>
        </p:spPr>
      </p:pic>
      <p:pic>
        <p:nvPicPr>
          <p:cNvPr id="58374" name="Picture 4"/>
          <p:cNvPicPr>
            <a:picLocks noChangeAspect="1"/>
          </p:cNvPicPr>
          <p:nvPr/>
        </p:nvPicPr>
        <p:blipFill>
          <a:blip r:embed="rId2"/>
          <a:stretch>
            <a:fillRect/>
          </a:stretch>
        </p:blipFill>
        <p:spPr>
          <a:xfrm>
            <a:off x="1495425" y="847725"/>
            <a:ext cx="5989638" cy="5799138"/>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58374"/>
                                        </p:tgtEl>
                                        <p:attrNameLst>
                                          <p:attrName>style.visibility</p:attrName>
                                        </p:attrNameLst>
                                      </p:cBhvr>
                                      <p:to>
                                        <p:strVal val="visible"/>
                                      </p:to>
                                    </p:set>
                                    <p:animEffect transition="in" filter="randombar(horizontal)">
                                      <p:cBhvr>
                                        <p:cTn id="7" dur="500"/>
                                        <p:tgtEl>
                                          <p:spTgt spid="583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0290" name="Rectangle 2"/>
          <p:cNvSpPr>
            <a:spLocks noGrp="1"/>
          </p:cNvSpPr>
          <p:nvPr>
            <p:ph type="title"/>
          </p:nvPr>
        </p:nvSpPr>
        <p:spPr>
          <a:xfrm>
            <a:off x="1109663" y="214313"/>
            <a:ext cx="7577137" cy="576262"/>
          </a:xfrm>
        </p:spPr>
        <p:txBody>
          <a:bodyPr vert="horz" wrap="square" lIns="91440" tIns="45720" rIns="91440" bIns="45720" anchor="b" anchorCtr="0"/>
          <a:p>
            <a:pPr eaLnBrk="1" hangingPunct="1"/>
            <a:r>
              <a:rPr lang="en-US" altLang="en-US" dirty="0"/>
              <a:t>Deadlock prevention</a:t>
            </a:r>
            <a:endParaRPr lang="en-US" altLang="en-US" dirty="0"/>
          </a:p>
        </p:txBody>
      </p:sp>
      <p:sp>
        <p:nvSpPr>
          <p:cNvPr id="5" name="Rectangle 3"/>
          <p:cNvSpPr txBox="1">
            <a:spLocks noChangeArrowheads="1"/>
          </p:cNvSpPr>
          <p:nvPr/>
        </p:nvSpPr>
        <p:spPr bwMode="auto">
          <a:xfrm>
            <a:off x="882650" y="2852738"/>
            <a:ext cx="7804150" cy="576263"/>
          </a:xfrm>
          <a:prstGeom prst="rect">
            <a:avLst/>
          </a:prstGeom>
          <a:noFill/>
          <a:ln>
            <a:noFill/>
          </a:ln>
        </p:spPr>
        <p:txBody>
          <a:bodyPr/>
          <a:lstStyle>
            <a:lvl1pPr marL="342900" indent="-342900" algn="l" rtl="0" eaLnBrk="0" fontAlgn="base" hangingPunct="0">
              <a:spcBef>
                <a:spcPct val="35000"/>
              </a:spcBef>
              <a:spcAft>
                <a:spcPct val="0"/>
              </a:spcAft>
              <a:buClr>
                <a:srgbClr val="993300"/>
              </a:buClr>
              <a:buSzPct val="90000"/>
              <a:buFont typeface="Monotype Sorts" pitchFamily="-84" charset="2"/>
              <a:buChar char="n"/>
              <a:defRPr kumimoji="1">
                <a:solidFill>
                  <a:schemeClr val="tx1"/>
                </a:solidFill>
                <a:latin typeface="+mn-lt"/>
                <a:ea typeface="MS PGothic" panose="020B0600070205080204" pitchFamily="34" charset="-128"/>
                <a:cs typeface="MS PGothic" panose="020B0600070205080204" pitchFamily="34" charset="-128"/>
              </a:defRPr>
            </a:lvl1pPr>
            <a:lvl2pPr marL="742950" indent="-285750" algn="l" rtl="0" eaLnBrk="0" fontAlgn="base" hangingPunct="0">
              <a:spcBef>
                <a:spcPct val="35000"/>
              </a:spcBef>
              <a:spcAft>
                <a:spcPct val="0"/>
              </a:spcAft>
              <a:buClr>
                <a:srgbClr val="CC6600"/>
              </a:buClr>
              <a:buSzPct val="80000"/>
              <a:buFont typeface="Monotype Sorts" pitchFamily="-84" charset="2"/>
              <a:buChar char="l"/>
              <a:defRPr kumimoji="1">
                <a:solidFill>
                  <a:schemeClr val="tx1"/>
                </a:solidFill>
                <a:latin typeface="+mn-lt"/>
                <a:ea typeface="MS PGothic" panose="020B0600070205080204" pitchFamily="34" charset="-128"/>
              </a:defRPr>
            </a:lvl2pPr>
            <a:lvl3pPr marL="1085850"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a:solidFill>
                  <a:schemeClr val="tx1"/>
                </a:solidFill>
                <a:latin typeface="+mn-lt"/>
                <a:ea typeface="MS PGothic" panose="020B0600070205080204" pitchFamily="34" charset="-128"/>
              </a:defRPr>
            </a:lvl3pPr>
            <a:lvl4pPr marL="1428750" indent="-228600" algn="l" rtl="0" eaLnBrk="0" fontAlgn="base" hangingPunct="0">
              <a:spcBef>
                <a:spcPct val="35000"/>
              </a:spcBef>
              <a:spcAft>
                <a:spcPct val="0"/>
              </a:spcAft>
              <a:buClr>
                <a:schemeClr val="hlink"/>
              </a:buClr>
              <a:buSzPct val="75000"/>
              <a:buChar char="–"/>
              <a:defRPr kumimoji="1">
                <a:solidFill>
                  <a:schemeClr val="tx1"/>
                </a:solidFill>
                <a:latin typeface="+mn-lt"/>
                <a:ea typeface="MS PGothic" panose="020B0600070205080204" pitchFamily="34" charset="-128"/>
              </a:defRPr>
            </a:lvl4pPr>
            <a:lvl5pPr marL="17716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anose="020B0600070205080204" pitchFamily="34" charset="-128"/>
              </a:defRPr>
            </a:lvl5pPr>
            <a:lvl6pPr marL="22288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anose="020B0600070205080204" pitchFamily="34" charset="-128"/>
              </a:defRPr>
            </a:lvl6pPr>
            <a:lvl7pPr marL="26860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anose="020B0600070205080204" pitchFamily="34" charset="-128"/>
              </a:defRPr>
            </a:lvl7pPr>
            <a:lvl8pPr marL="31432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anose="020B0600070205080204" pitchFamily="34" charset="-128"/>
              </a:defRPr>
            </a:lvl8pPr>
            <a:lvl9pPr marL="36004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anose="020B0600070205080204" pitchFamily="34" charset="-128"/>
              </a:defRPr>
            </a:lvl9pPr>
          </a:lstStyle>
          <a:p>
            <a:pPr marL="0" marR="0" lvl="0" indent="0" algn="l" defTabSz="914400" rtl="0" eaLnBrk="0" fontAlgn="base" latinLnBrk="0" hangingPunct="0">
              <a:lnSpc>
                <a:spcPct val="100000"/>
              </a:lnSpc>
              <a:spcBef>
                <a:spcPct val="35000"/>
              </a:spcBef>
              <a:spcAft>
                <a:spcPct val="0"/>
              </a:spcAft>
              <a:buClr>
                <a:srgbClr val="993300"/>
              </a:buClr>
              <a:buSzPct val="90000"/>
              <a:buFont typeface="Monotype Sorts" pitchFamily="-84" charset="2"/>
              <a:buNone/>
              <a:defRPr/>
            </a:pPr>
            <a:r>
              <a:rPr kumimoji="1" lang="en-US" altLang="en-US" sz="2800" b="1" i="0" u="none" strike="noStrike" kern="0" cap="none" spc="0" normalizeH="0" baseline="0" noProof="0" dirty="0">
                <a:ln>
                  <a:noFill/>
                </a:ln>
                <a:solidFill>
                  <a:srgbClr val="000000"/>
                </a:solidFill>
                <a:effectLst/>
                <a:uLnTx/>
                <a:uFillTx/>
                <a:latin typeface="+mn-lt"/>
                <a:ea typeface="MS PGothic" panose="020B0600070205080204" pitchFamily="34" charset="-128"/>
                <a:cs typeface="MS PGothic" panose="020B0600070205080204" pitchFamily="34" charset="-128"/>
              </a:rPr>
              <a:t>Comparing the wait-die and wound-wait schemes</a:t>
            </a:r>
            <a:endParaRPr kumimoji="1" lang="en-US" altLang="en-US" sz="1800" b="0" i="0" u="none" strike="noStrike" kern="0" cap="none" spc="0" normalizeH="0" baseline="0" noProof="0" dirty="0">
              <a:ln>
                <a:noFill/>
              </a:ln>
              <a:solidFill>
                <a:srgbClr val="0000FF"/>
              </a:solidFill>
              <a:effectLst/>
              <a:uLnTx/>
              <a:uFillTx/>
              <a:latin typeface="+mn-lt"/>
              <a:ea typeface="MS PGothic" panose="020B0600070205080204" pitchFamily="34" charset="-128"/>
              <a:cs typeface="MS PGothic" panose="020B0600070205080204" pitchFamily="34" charset="-128"/>
            </a:endParaRP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2338" name="Rectangle 2"/>
          <p:cNvSpPr>
            <a:spLocks noGrp="1"/>
          </p:cNvSpPr>
          <p:nvPr>
            <p:ph type="title"/>
          </p:nvPr>
        </p:nvSpPr>
        <p:spPr>
          <a:xfrm>
            <a:off x="1109663" y="214313"/>
            <a:ext cx="7577137" cy="576262"/>
          </a:xfrm>
        </p:spPr>
        <p:txBody>
          <a:bodyPr vert="horz" wrap="square" lIns="91440" tIns="45720" rIns="91440" bIns="45720" anchor="b" anchorCtr="0"/>
          <a:p>
            <a:pPr eaLnBrk="1" hangingPunct="1"/>
            <a:r>
              <a:rPr lang="en-US" altLang="zh-CN" dirty="0"/>
              <a:t>Comparing</a:t>
            </a:r>
            <a:endParaRPr lang="en-US" altLang="en-US" dirty="0"/>
          </a:p>
        </p:txBody>
      </p:sp>
      <p:sp>
        <p:nvSpPr>
          <p:cNvPr id="142339" name="Rectangle 3"/>
          <p:cNvSpPr>
            <a:spLocks noGrp="1"/>
          </p:cNvSpPr>
          <p:nvPr>
            <p:ph idx="1"/>
          </p:nvPr>
        </p:nvSpPr>
        <p:spPr>
          <a:xfrm>
            <a:off x="477838" y="1030288"/>
            <a:ext cx="8267700" cy="369887"/>
          </a:xfrm>
        </p:spPr>
        <p:txBody>
          <a:bodyPr vert="horz" wrap="square" lIns="91440" tIns="45720" rIns="91440" bIns="45720" anchor="t" anchorCtr="0"/>
          <a:p>
            <a:pPr>
              <a:buFont typeface="Wingdings" panose="05000000000000000000" pitchFamily="2" charset="2"/>
              <a:buChar char="q"/>
            </a:pPr>
            <a:r>
              <a:rPr lang="en-US" altLang="en-US" dirty="0"/>
              <a:t>Similarity:</a:t>
            </a:r>
            <a:endParaRPr lang="en-US" altLang="en-US" dirty="0"/>
          </a:p>
        </p:txBody>
      </p:sp>
      <p:sp>
        <p:nvSpPr>
          <p:cNvPr id="5" name="Rectangle 4"/>
          <p:cNvSpPr/>
          <p:nvPr/>
        </p:nvSpPr>
        <p:spPr bwMode="auto">
          <a:xfrm>
            <a:off x="890588" y="1490663"/>
            <a:ext cx="7796213" cy="4776788"/>
          </a:xfrm>
          <a:prstGeom prst="rect">
            <a:avLst/>
          </a:prstGeom>
          <a:solidFill>
            <a:schemeClr val="accent2">
              <a:lumMod val="20000"/>
              <a:lumOff val="80000"/>
            </a:schemeClr>
          </a:solidFill>
          <a:ln w="9525" cap="flat" cmpd="sng" algn="ctr">
            <a:solidFill>
              <a:schemeClr val="tx1"/>
            </a:solidFill>
            <a:prstDash val="solid"/>
            <a:round/>
            <a:headEnd type="none" w="med" len="med"/>
            <a:tailEnd type="none" w="med" len="med"/>
          </a:ln>
          <a:effectLst/>
        </p:spPr>
        <p:txBody>
          <a:bodyPr wrap="none"/>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Verdana" panose="020B0604030504040204" pitchFamily="34" charset="0"/>
              <a:ea typeface="MS PGothic" panose="020B0600070205080204" pitchFamily="34" charset="-128"/>
              <a:cs typeface="+mn-cs"/>
            </a:endParaRPr>
          </a:p>
        </p:txBody>
      </p:sp>
      <p:sp>
        <p:nvSpPr>
          <p:cNvPr id="142341" name="TextBox 5"/>
          <p:cNvSpPr txBox="1"/>
          <p:nvPr/>
        </p:nvSpPr>
        <p:spPr>
          <a:xfrm>
            <a:off x="671513" y="1628775"/>
            <a:ext cx="7878762" cy="1865313"/>
          </a:xfrm>
          <a:prstGeom prst="rect">
            <a:avLst/>
          </a:prstGeom>
          <a:noFill/>
          <a:ln w="9525">
            <a:noFill/>
          </a:ln>
        </p:spPr>
        <p:txBody>
          <a:bodyPr>
            <a:spAutoFit/>
          </a:bodyPr>
          <a:lstStyle>
            <a:lvl1pPr marL="342900" indent="-342900" algn="l" rtl="0" eaLnBrk="0" fontAlgn="base" hangingPunct="0">
              <a:spcBef>
                <a:spcPct val="35000"/>
              </a:spcBef>
              <a:spcAft>
                <a:spcPct val="0"/>
              </a:spcAft>
              <a:buClr>
                <a:srgbClr val="993300"/>
              </a:buClr>
              <a:buSzPct val="90000"/>
              <a:buFont typeface="Monotype Sorts" pitchFamily="-84" charset="2"/>
              <a:buChar char="n"/>
              <a:defRPr kumimoji="1">
                <a:solidFill>
                  <a:schemeClr val="tx1"/>
                </a:solidFill>
                <a:latin typeface="+mn-lt"/>
                <a:ea typeface="MS PGothic" panose="020B0600070205080204" pitchFamily="34" charset="-128"/>
                <a:cs typeface="MS PGothic" panose="020B0600070205080204" pitchFamily="34" charset="-128"/>
              </a:defRPr>
            </a:lvl1pPr>
            <a:lvl2pPr marL="742950" indent="-285750" algn="l" rtl="0" eaLnBrk="0" fontAlgn="base" hangingPunct="0">
              <a:spcBef>
                <a:spcPct val="35000"/>
              </a:spcBef>
              <a:spcAft>
                <a:spcPct val="0"/>
              </a:spcAft>
              <a:buClr>
                <a:srgbClr val="CC6600"/>
              </a:buClr>
              <a:buSzPct val="80000"/>
              <a:buFont typeface="Monotype Sorts" pitchFamily="-84" charset="2"/>
              <a:buChar char="l"/>
              <a:defRPr kumimoji="1">
                <a:solidFill>
                  <a:schemeClr val="tx1"/>
                </a:solidFill>
                <a:latin typeface="+mn-lt"/>
                <a:ea typeface="MS PGothic" panose="020B0600070205080204" pitchFamily="34" charset="-128"/>
              </a:defRPr>
            </a:lvl2pPr>
            <a:lvl3pPr marL="1085850"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a:solidFill>
                  <a:schemeClr val="tx1"/>
                </a:solidFill>
                <a:latin typeface="+mn-lt"/>
                <a:ea typeface="MS PGothic" panose="020B0600070205080204" pitchFamily="34" charset="-128"/>
              </a:defRPr>
            </a:lvl3pPr>
            <a:lvl4pPr marL="1428750" indent="-228600" algn="l" rtl="0" eaLnBrk="0" fontAlgn="base" hangingPunct="0">
              <a:spcBef>
                <a:spcPct val="35000"/>
              </a:spcBef>
              <a:spcAft>
                <a:spcPct val="0"/>
              </a:spcAft>
              <a:buClr>
                <a:schemeClr val="hlink"/>
              </a:buClr>
              <a:buSzPct val="75000"/>
              <a:buChar char="–"/>
              <a:defRPr kumimoji="1">
                <a:solidFill>
                  <a:schemeClr val="tx1"/>
                </a:solidFill>
                <a:latin typeface="+mn-lt"/>
                <a:ea typeface="MS PGothic" panose="020B0600070205080204" pitchFamily="34" charset="-128"/>
              </a:defRPr>
            </a:lvl4pPr>
            <a:lvl5pPr marL="17716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anose="020B0600070205080204" pitchFamily="34" charset="-128"/>
              </a:defRPr>
            </a:lvl5pPr>
          </a:lstStyle>
          <a:p>
            <a:pPr marL="742950" lvl="1" indent="-285750">
              <a:buFont typeface="Wingdings" panose="05000000000000000000" pitchFamily="2" charset="2"/>
              <a:buChar char="Ø"/>
            </a:pPr>
            <a:r>
              <a:rPr lang="en-US" altLang="zh-CN" dirty="0">
                <a:solidFill>
                  <a:srgbClr val="000000"/>
                </a:solidFill>
              </a:rPr>
              <a:t>In both the </a:t>
            </a:r>
            <a:r>
              <a:rPr lang="en-US" altLang="zh-CN" dirty="0">
                <a:solidFill>
                  <a:srgbClr val="0000FF"/>
                </a:solidFill>
              </a:rPr>
              <a:t>wait-die</a:t>
            </a:r>
            <a:r>
              <a:rPr lang="en-US" altLang="zh-CN" dirty="0">
                <a:solidFill>
                  <a:srgbClr val="000000"/>
                </a:solidFill>
              </a:rPr>
              <a:t> and the </a:t>
            </a:r>
            <a:r>
              <a:rPr lang="en-US" altLang="zh-CN" dirty="0">
                <a:solidFill>
                  <a:srgbClr val="0000FF"/>
                </a:solidFill>
              </a:rPr>
              <a:t>wound-wait </a:t>
            </a:r>
            <a:r>
              <a:rPr lang="en-US" altLang="zh-CN" dirty="0">
                <a:solidFill>
                  <a:srgbClr val="000000"/>
                </a:solidFill>
              </a:rPr>
              <a:t>scheme</a:t>
            </a:r>
            <a:endParaRPr lang="en-US" altLang="zh-CN" b="1" dirty="0">
              <a:solidFill>
                <a:srgbClr val="0000FF"/>
              </a:solidFill>
            </a:endParaRPr>
          </a:p>
          <a:p>
            <a:pPr marL="742950" lvl="1" indent="-285750">
              <a:buFont typeface="Wingdings" panose="05000000000000000000" pitchFamily="2" charset="2"/>
              <a:buChar char="Ø"/>
            </a:pPr>
            <a:endParaRPr lang="en-US" altLang="zh-CN" b="1" dirty="0">
              <a:solidFill>
                <a:srgbClr val="0000FF"/>
              </a:solidFill>
            </a:endParaRPr>
          </a:p>
          <a:p>
            <a:pPr marL="742950" lvl="1" indent="-285750">
              <a:buFont typeface="Wingdings" panose="05000000000000000000" pitchFamily="2" charset="2"/>
              <a:buChar char="Ø"/>
            </a:pPr>
            <a:endParaRPr lang="en-US" altLang="zh-CN" b="1" dirty="0">
              <a:solidFill>
                <a:srgbClr val="0000FF"/>
              </a:solidFill>
            </a:endParaRPr>
          </a:p>
          <a:p>
            <a:pPr marL="742950" lvl="1" indent="-285750">
              <a:buFont typeface="Wingdings" panose="05000000000000000000" pitchFamily="2" charset="2"/>
              <a:buChar char="Ø"/>
            </a:pPr>
            <a:endParaRPr lang="en-US" altLang="zh-CN" b="1" dirty="0">
              <a:solidFill>
                <a:srgbClr val="0000FF"/>
              </a:solidFill>
            </a:endParaRPr>
          </a:p>
          <a:p>
            <a:pPr marL="742950" lvl="1" indent="-285750">
              <a:buFont typeface="Wingdings" panose="05000000000000000000" pitchFamily="2" charset="2"/>
              <a:buChar char="Ø"/>
            </a:pPr>
            <a:r>
              <a:rPr lang="en-US" altLang="zh-CN" dirty="0">
                <a:solidFill>
                  <a:srgbClr val="000000"/>
                </a:solidFill>
              </a:rPr>
              <a:t>Both schemes are </a:t>
            </a:r>
            <a:r>
              <a:rPr lang="en-US" altLang="zh-CN" dirty="0">
                <a:solidFill>
                  <a:srgbClr val="FF0000"/>
                </a:solidFill>
              </a:rPr>
              <a:t>fair</a:t>
            </a:r>
            <a:endParaRPr lang="en-US" altLang="zh-CN" b="1" dirty="0">
              <a:solidFill>
                <a:srgbClr val="FF0000"/>
              </a:solidFill>
            </a:endParaRPr>
          </a:p>
        </p:txBody>
      </p:sp>
      <p:sp>
        <p:nvSpPr>
          <p:cNvPr id="13" name="Rectangle 12"/>
          <p:cNvSpPr/>
          <p:nvPr/>
        </p:nvSpPr>
        <p:spPr bwMode="auto">
          <a:xfrm>
            <a:off x="1509713" y="2166938"/>
            <a:ext cx="7040563" cy="528638"/>
          </a:xfrm>
          <a:prstGeom prst="rect">
            <a:avLst/>
          </a:prstGeom>
          <a:solidFill>
            <a:schemeClr val="bg2">
              <a:lumMod val="20000"/>
              <a:lumOff val="80000"/>
            </a:schemeClr>
          </a:solidFill>
          <a:ln w="19050" cap="flat" cmpd="sng" algn="ctr">
            <a:solidFill>
              <a:schemeClr val="tx1"/>
            </a:solidFill>
            <a:prstDash val="solid"/>
            <a:round/>
            <a:headEnd type="none" w="med" len="med"/>
            <a:tailEnd type="none" w="med" len="med"/>
          </a:ln>
          <a:effectLst/>
        </p:spPr>
        <p:txBody>
          <a:bodyPr wrap="none"/>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Verdana" panose="020B0604030504040204" pitchFamily="34" charset="0"/>
              <a:ea typeface="MS PGothic" panose="020B0600070205080204" pitchFamily="34" charset="-128"/>
              <a:cs typeface="+mn-cs"/>
            </a:endParaRPr>
          </a:p>
        </p:txBody>
      </p:sp>
      <p:sp>
        <p:nvSpPr>
          <p:cNvPr id="142343" name="TextBox 13"/>
          <p:cNvSpPr txBox="1"/>
          <p:nvPr/>
        </p:nvSpPr>
        <p:spPr>
          <a:xfrm>
            <a:off x="1509713" y="2257425"/>
            <a:ext cx="7040562" cy="369888"/>
          </a:xfrm>
          <a:prstGeom prst="rect">
            <a:avLst/>
          </a:prstGeom>
          <a:noFill/>
          <a:ln w="9525">
            <a:noFill/>
          </a:ln>
        </p:spPr>
        <p:txBody>
          <a:bodyPr>
            <a:spAutoFit/>
          </a:bodyPr>
          <a:lstStyle>
            <a:lvl1pPr marL="342900" indent="-342900" algn="l" rtl="0" eaLnBrk="0" fontAlgn="base" hangingPunct="0">
              <a:spcBef>
                <a:spcPct val="35000"/>
              </a:spcBef>
              <a:spcAft>
                <a:spcPct val="0"/>
              </a:spcAft>
              <a:buClr>
                <a:srgbClr val="993300"/>
              </a:buClr>
              <a:buSzPct val="90000"/>
              <a:buFont typeface="Monotype Sorts" pitchFamily="-84" charset="2"/>
              <a:buChar char="n"/>
              <a:defRPr kumimoji="1">
                <a:solidFill>
                  <a:schemeClr val="tx1"/>
                </a:solidFill>
                <a:latin typeface="+mn-lt"/>
                <a:ea typeface="MS PGothic" panose="020B0600070205080204" pitchFamily="34" charset="-128"/>
                <a:cs typeface="MS PGothic" panose="020B0600070205080204" pitchFamily="34" charset="-128"/>
              </a:defRPr>
            </a:lvl1pPr>
            <a:lvl2pPr marL="742950" indent="-285750" algn="l" rtl="0" eaLnBrk="0" fontAlgn="base" hangingPunct="0">
              <a:spcBef>
                <a:spcPct val="35000"/>
              </a:spcBef>
              <a:spcAft>
                <a:spcPct val="0"/>
              </a:spcAft>
              <a:buClr>
                <a:srgbClr val="CC6600"/>
              </a:buClr>
              <a:buSzPct val="80000"/>
              <a:buFont typeface="Monotype Sorts" pitchFamily="-84" charset="2"/>
              <a:buChar char="l"/>
              <a:defRPr kumimoji="1">
                <a:solidFill>
                  <a:schemeClr val="tx1"/>
                </a:solidFill>
                <a:latin typeface="+mn-lt"/>
                <a:ea typeface="MS PGothic" panose="020B0600070205080204" pitchFamily="34" charset="-128"/>
              </a:defRPr>
            </a:lvl2pPr>
            <a:lvl3pPr marL="1085850"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a:solidFill>
                  <a:schemeClr val="tx1"/>
                </a:solidFill>
                <a:latin typeface="+mn-lt"/>
                <a:ea typeface="MS PGothic" panose="020B0600070205080204" pitchFamily="34" charset="-128"/>
              </a:defRPr>
            </a:lvl3pPr>
            <a:lvl4pPr marL="1428750" indent="-228600" algn="l" rtl="0" eaLnBrk="0" fontAlgn="base" hangingPunct="0">
              <a:spcBef>
                <a:spcPct val="35000"/>
              </a:spcBef>
              <a:spcAft>
                <a:spcPct val="0"/>
              </a:spcAft>
              <a:buClr>
                <a:schemeClr val="hlink"/>
              </a:buClr>
              <a:buSzPct val="75000"/>
              <a:buChar char="–"/>
              <a:defRPr kumimoji="1">
                <a:solidFill>
                  <a:schemeClr val="tx1"/>
                </a:solidFill>
                <a:latin typeface="+mn-lt"/>
                <a:ea typeface="MS PGothic" panose="020B0600070205080204" pitchFamily="34" charset="-128"/>
              </a:defRPr>
            </a:lvl4pPr>
            <a:lvl5pPr marL="17716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anose="020B0600070205080204" pitchFamily="34" charset="-128"/>
              </a:defRPr>
            </a:lvl5pPr>
          </a:lstStyle>
          <a:p>
            <a:pPr marL="0" lvl="0" indent="0">
              <a:spcBef>
                <a:spcPct val="0"/>
              </a:spcBef>
              <a:buClrTx/>
              <a:buSzTx/>
              <a:buFontTx/>
              <a:buNone/>
            </a:pPr>
            <a:r>
              <a:rPr lang="en-US" altLang="zh-CN" dirty="0">
                <a:solidFill>
                  <a:srgbClr val="000000"/>
                </a:solidFill>
              </a:rPr>
              <a:t>The </a:t>
            </a:r>
            <a:r>
              <a:rPr lang="en-US" altLang="zh-CN" dirty="0">
                <a:solidFill>
                  <a:srgbClr val="0000FF"/>
                </a:solidFill>
              </a:rPr>
              <a:t>older process </a:t>
            </a:r>
            <a:r>
              <a:rPr lang="en-US" altLang="zh-CN" dirty="0">
                <a:solidFill>
                  <a:srgbClr val="000000"/>
                </a:solidFill>
              </a:rPr>
              <a:t>will </a:t>
            </a:r>
            <a:r>
              <a:rPr lang="en-US" altLang="zh-CN" dirty="0">
                <a:solidFill>
                  <a:srgbClr val="FF0000"/>
                </a:solidFill>
              </a:rPr>
              <a:t>"win" </a:t>
            </a:r>
            <a:r>
              <a:rPr lang="en-US" altLang="zh-CN" dirty="0">
                <a:solidFill>
                  <a:srgbClr val="000000"/>
                </a:solidFill>
              </a:rPr>
              <a:t>over the </a:t>
            </a:r>
            <a:r>
              <a:rPr lang="en-US" altLang="zh-CN" dirty="0">
                <a:solidFill>
                  <a:srgbClr val="0000FF"/>
                </a:solidFill>
              </a:rPr>
              <a:t>younger process</a:t>
            </a:r>
            <a:endParaRPr lang="zh-CN" altLang="en-US" dirty="0">
              <a:solidFill>
                <a:srgbClr val="0000FF"/>
              </a:solidFill>
            </a:endParaRPr>
          </a:p>
        </p:txBody>
      </p:sp>
      <p:sp>
        <p:nvSpPr>
          <p:cNvPr id="15" name="Rectangle 14"/>
          <p:cNvSpPr/>
          <p:nvPr/>
        </p:nvSpPr>
        <p:spPr bwMode="auto">
          <a:xfrm>
            <a:off x="1509713" y="3551238"/>
            <a:ext cx="7040563" cy="1401763"/>
          </a:xfrm>
          <a:prstGeom prst="rect">
            <a:avLst/>
          </a:prstGeom>
          <a:solidFill>
            <a:schemeClr val="bg2">
              <a:lumMod val="20000"/>
              <a:lumOff val="80000"/>
            </a:schemeClr>
          </a:solidFill>
          <a:ln w="19050" cap="flat" cmpd="sng" algn="ctr">
            <a:solidFill>
              <a:schemeClr val="tx1"/>
            </a:solidFill>
            <a:prstDash val="solid"/>
            <a:round/>
            <a:headEnd type="none" w="med" len="med"/>
            <a:tailEnd type="none" w="med" len="med"/>
          </a:ln>
          <a:effectLst/>
        </p:spPr>
        <p:txBody>
          <a:bodyPr wrap="none"/>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Verdana" panose="020B0604030504040204" pitchFamily="34" charset="0"/>
              <a:ea typeface="MS PGothic" panose="020B0600070205080204" pitchFamily="34" charset="-128"/>
              <a:cs typeface="+mn-cs"/>
            </a:endParaRPr>
          </a:p>
        </p:txBody>
      </p:sp>
      <p:sp>
        <p:nvSpPr>
          <p:cNvPr id="142345" name="TextBox 15"/>
          <p:cNvSpPr txBox="1"/>
          <p:nvPr/>
        </p:nvSpPr>
        <p:spPr>
          <a:xfrm>
            <a:off x="1577975" y="3630613"/>
            <a:ext cx="7040563" cy="1200150"/>
          </a:xfrm>
          <a:prstGeom prst="rect">
            <a:avLst/>
          </a:prstGeom>
          <a:noFill/>
          <a:ln w="9525">
            <a:noFill/>
          </a:ln>
        </p:spPr>
        <p:txBody>
          <a:bodyPr>
            <a:spAutoFit/>
          </a:bodyPr>
          <a:lstStyle>
            <a:lvl1pPr marL="342900" indent="-342900" algn="l" rtl="0" eaLnBrk="0" fontAlgn="base" hangingPunct="0">
              <a:spcBef>
                <a:spcPct val="35000"/>
              </a:spcBef>
              <a:spcAft>
                <a:spcPct val="0"/>
              </a:spcAft>
              <a:buClr>
                <a:srgbClr val="993300"/>
              </a:buClr>
              <a:buSzPct val="90000"/>
              <a:buFont typeface="Monotype Sorts" pitchFamily="-84" charset="2"/>
              <a:buChar char="n"/>
              <a:defRPr kumimoji="1">
                <a:solidFill>
                  <a:schemeClr val="tx1"/>
                </a:solidFill>
                <a:latin typeface="+mn-lt"/>
                <a:ea typeface="MS PGothic" panose="020B0600070205080204" pitchFamily="34" charset="-128"/>
                <a:cs typeface="MS PGothic" panose="020B0600070205080204" pitchFamily="34" charset="-128"/>
              </a:defRPr>
            </a:lvl1pPr>
            <a:lvl2pPr marL="742950" indent="-285750" algn="l" rtl="0" eaLnBrk="0" fontAlgn="base" hangingPunct="0">
              <a:spcBef>
                <a:spcPct val="35000"/>
              </a:spcBef>
              <a:spcAft>
                <a:spcPct val="0"/>
              </a:spcAft>
              <a:buClr>
                <a:srgbClr val="CC6600"/>
              </a:buClr>
              <a:buSzPct val="80000"/>
              <a:buFont typeface="Monotype Sorts" pitchFamily="-84" charset="2"/>
              <a:buChar char="l"/>
              <a:defRPr kumimoji="1">
                <a:solidFill>
                  <a:schemeClr val="tx1"/>
                </a:solidFill>
                <a:latin typeface="+mn-lt"/>
                <a:ea typeface="MS PGothic" panose="020B0600070205080204" pitchFamily="34" charset="-128"/>
              </a:defRPr>
            </a:lvl2pPr>
            <a:lvl3pPr marL="1085850"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a:solidFill>
                  <a:schemeClr val="tx1"/>
                </a:solidFill>
                <a:latin typeface="+mn-lt"/>
                <a:ea typeface="MS PGothic" panose="020B0600070205080204" pitchFamily="34" charset="-128"/>
              </a:defRPr>
            </a:lvl3pPr>
            <a:lvl4pPr marL="1428750" indent="-228600" algn="l" rtl="0" eaLnBrk="0" fontAlgn="base" hangingPunct="0">
              <a:spcBef>
                <a:spcPct val="35000"/>
              </a:spcBef>
              <a:spcAft>
                <a:spcPct val="0"/>
              </a:spcAft>
              <a:buClr>
                <a:schemeClr val="hlink"/>
              </a:buClr>
              <a:buSzPct val="75000"/>
              <a:buChar char="–"/>
              <a:defRPr kumimoji="1">
                <a:solidFill>
                  <a:schemeClr val="tx1"/>
                </a:solidFill>
                <a:latin typeface="+mn-lt"/>
                <a:ea typeface="MS PGothic" panose="020B0600070205080204" pitchFamily="34" charset="-128"/>
              </a:defRPr>
            </a:lvl4pPr>
            <a:lvl5pPr marL="17716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anose="020B0600070205080204" pitchFamily="34" charset="-128"/>
              </a:defRPr>
            </a:lvl5pPr>
          </a:lstStyle>
          <a:p>
            <a:pPr marL="0" lvl="0" indent="0">
              <a:spcBef>
                <a:spcPct val="0"/>
              </a:spcBef>
              <a:buClrTx/>
              <a:buSzTx/>
              <a:buFontTx/>
              <a:buNone/>
            </a:pPr>
            <a:r>
              <a:rPr lang="en-US" altLang="zh-CN" dirty="0">
                <a:solidFill>
                  <a:srgbClr val="000000"/>
                </a:solidFill>
              </a:rPr>
              <a:t>When processes </a:t>
            </a:r>
            <a:r>
              <a:rPr lang="en-US" altLang="zh-CN" dirty="0">
                <a:solidFill>
                  <a:srgbClr val="0000FF"/>
                </a:solidFill>
              </a:rPr>
              <a:t>restart</a:t>
            </a:r>
            <a:r>
              <a:rPr lang="en-US" altLang="zh-CN" dirty="0">
                <a:solidFill>
                  <a:srgbClr val="000000"/>
                </a:solidFill>
              </a:rPr>
              <a:t>, they keep their </a:t>
            </a:r>
            <a:r>
              <a:rPr lang="en-US" altLang="zh-CN" dirty="0">
                <a:solidFill>
                  <a:srgbClr val="0000FF"/>
                </a:solidFill>
              </a:rPr>
              <a:t>timestamps</a:t>
            </a:r>
            <a:endParaRPr lang="en-US" altLang="zh-CN" dirty="0">
              <a:solidFill>
                <a:srgbClr val="0000FF"/>
              </a:solidFill>
            </a:endParaRPr>
          </a:p>
          <a:p>
            <a:pPr marL="0" lvl="0" indent="0">
              <a:spcBef>
                <a:spcPct val="0"/>
              </a:spcBef>
              <a:buClrTx/>
              <a:buSzTx/>
              <a:buFontTx/>
              <a:buNone/>
            </a:pPr>
            <a:endParaRPr lang="en-US" altLang="zh-CN" dirty="0">
              <a:solidFill>
                <a:srgbClr val="0000FF"/>
              </a:solidFill>
            </a:endParaRPr>
          </a:p>
          <a:p>
            <a:pPr marL="0" lvl="0" indent="0">
              <a:spcBef>
                <a:spcPct val="0"/>
              </a:spcBef>
              <a:buClrTx/>
              <a:buSzTx/>
              <a:buFontTx/>
              <a:buNone/>
            </a:pPr>
            <a:r>
              <a:rPr lang="en-US" altLang="zh-CN" dirty="0">
                <a:solidFill>
                  <a:srgbClr val="000000"/>
                </a:solidFill>
              </a:rPr>
              <a:t>Eventually, </a:t>
            </a:r>
            <a:r>
              <a:rPr lang="en-US" altLang="zh-CN" dirty="0">
                <a:solidFill>
                  <a:srgbClr val="FF0000"/>
                </a:solidFill>
              </a:rPr>
              <a:t>the aborted (younger) processes </a:t>
            </a:r>
            <a:r>
              <a:rPr lang="en-US" altLang="zh-CN" dirty="0">
                <a:solidFill>
                  <a:srgbClr val="000000"/>
                </a:solidFill>
              </a:rPr>
              <a:t>will become the </a:t>
            </a:r>
            <a:r>
              <a:rPr lang="en-US" altLang="zh-CN" dirty="0">
                <a:solidFill>
                  <a:srgbClr val="0000FF"/>
                </a:solidFill>
              </a:rPr>
              <a:t>oldest processes </a:t>
            </a:r>
            <a:r>
              <a:rPr lang="en-US" altLang="zh-CN" dirty="0">
                <a:solidFill>
                  <a:srgbClr val="000000"/>
                </a:solidFill>
              </a:rPr>
              <a:t>in the system</a:t>
            </a:r>
            <a:endParaRPr lang="zh-CN" altLang="en-US" dirty="0">
              <a:solidFill>
                <a:srgbClr val="000000"/>
              </a:solidFill>
            </a:endParaRP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4386" name="Rectangle 2"/>
          <p:cNvSpPr>
            <a:spLocks noGrp="1"/>
          </p:cNvSpPr>
          <p:nvPr>
            <p:ph type="title"/>
          </p:nvPr>
        </p:nvSpPr>
        <p:spPr>
          <a:xfrm>
            <a:off x="1109663" y="214313"/>
            <a:ext cx="7577137" cy="576262"/>
          </a:xfrm>
        </p:spPr>
        <p:txBody>
          <a:bodyPr vert="horz" wrap="square" lIns="91440" tIns="45720" rIns="91440" bIns="45720" anchor="b" anchorCtr="0"/>
          <a:p>
            <a:pPr eaLnBrk="1" hangingPunct="1"/>
            <a:r>
              <a:rPr lang="en-US" altLang="zh-CN" dirty="0"/>
              <a:t>Comparing</a:t>
            </a:r>
            <a:endParaRPr lang="en-US" altLang="en-US" dirty="0"/>
          </a:p>
        </p:txBody>
      </p:sp>
      <p:sp>
        <p:nvSpPr>
          <p:cNvPr id="144387" name="Rectangle 3"/>
          <p:cNvSpPr>
            <a:spLocks noGrp="1"/>
          </p:cNvSpPr>
          <p:nvPr>
            <p:ph idx="1"/>
          </p:nvPr>
        </p:nvSpPr>
        <p:spPr>
          <a:xfrm>
            <a:off x="477838" y="1030288"/>
            <a:ext cx="8267700" cy="369887"/>
          </a:xfrm>
        </p:spPr>
        <p:txBody>
          <a:bodyPr vert="horz" wrap="square" lIns="91440" tIns="45720" rIns="91440" bIns="45720" anchor="t" anchorCtr="0"/>
          <a:p>
            <a:pPr>
              <a:buFont typeface="Wingdings" panose="05000000000000000000" pitchFamily="2" charset="2"/>
              <a:buChar char="q"/>
            </a:pPr>
            <a:r>
              <a:rPr lang="en-US" altLang="en-US" dirty="0"/>
              <a:t>Difference:</a:t>
            </a:r>
            <a:endParaRPr lang="en-US" altLang="en-US" dirty="0"/>
          </a:p>
        </p:txBody>
      </p:sp>
      <p:sp>
        <p:nvSpPr>
          <p:cNvPr id="5" name="Rectangle 4"/>
          <p:cNvSpPr/>
          <p:nvPr/>
        </p:nvSpPr>
        <p:spPr bwMode="auto">
          <a:xfrm>
            <a:off x="890588" y="1490663"/>
            <a:ext cx="7796213" cy="4776788"/>
          </a:xfrm>
          <a:prstGeom prst="rect">
            <a:avLst/>
          </a:prstGeom>
          <a:solidFill>
            <a:schemeClr val="accent2">
              <a:lumMod val="20000"/>
              <a:lumOff val="80000"/>
            </a:schemeClr>
          </a:solidFill>
          <a:ln w="9525" cap="flat" cmpd="sng" algn="ctr">
            <a:solidFill>
              <a:schemeClr val="tx1"/>
            </a:solidFill>
            <a:prstDash val="solid"/>
            <a:round/>
            <a:headEnd type="none" w="med" len="med"/>
            <a:tailEnd type="none" w="med" len="med"/>
          </a:ln>
          <a:effectLst/>
        </p:spPr>
        <p:txBody>
          <a:bodyPr wrap="none"/>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Verdana" panose="020B0604030504040204" pitchFamily="34" charset="0"/>
              <a:ea typeface="MS PGothic" panose="020B0600070205080204" pitchFamily="34" charset="-128"/>
              <a:cs typeface="+mn-cs"/>
            </a:endParaRPr>
          </a:p>
        </p:txBody>
      </p:sp>
      <p:sp>
        <p:nvSpPr>
          <p:cNvPr id="6" name="TextBox 5"/>
          <p:cNvSpPr txBox="1"/>
          <p:nvPr/>
        </p:nvSpPr>
        <p:spPr>
          <a:xfrm>
            <a:off x="671513" y="1628775"/>
            <a:ext cx="7878763" cy="3360738"/>
          </a:xfrm>
          <a:prstGeom prst="rect">
            <a:avLst/>
          </a:prstGeom>
          <a:noFill/>
        </p:spPr>
        <p:txBody>
          <a:bodyPr>
            <a:spAutoFit/>
          </a:bodyPr>
          <a:lstStyle/>
          <a:p>
            <a:pPr marL="742950" marR="0" lvl="1" indent="-285750" algn="l" defTabSz="914400" rtl="0" eaLnBrk="0" fontAlgn="base" latinLnBrk="0" hangingPunct="0">
              <a:lnSpc>
                <a:spcPct val="100000"/>
              </a:lnSpc>
              <a:spcBef>
                <a:spcPct val="35000"/>
              </a:spcBef>
              <a:spcAft>
                <a:spcPct val="0"/>
              </a:spcAft>
              <a:buClr>
                <a:srgbClr val="CC6600"/>
              </a:buClr>
              <a:buSzPct val="80000"/>
              <a:buFont typeface="Wingdings" panose="05000000000000000000" pitchFamily="2" charset="2"/>
              <a:buChar char="Ø"/>
              <a:defRPr/>
            </a:pPr>
            <a:r>
              <a:rPr kumimoji="1" lang="en-US" altLang="zh-CN" sz="1800" b="0" i="0" u="none" strike="noStrike" kern="1200" cap="none" spc="0" normalizeH="0" baseline="0" noProof="0" dirty="0">
                <a:ln>
                  <a:noFill/>
                </a:ln>
                <a:solidFill>
                  <a:srgbClr val="FF0000"/>
                </a:solidFill>
                <a:effectLst/>
                <a:uLnTx/>
                <a:uFillTx/>
                <a:latin typeface="Helvetica"/>
                <a:ea typeface="MS PGothic" panose="020B0600070205080204" pitchFamily="34" charset="-128"/>
                <a:cs typeface="+mn-cs"/>
              </a:rPr>
              <a:t>Wait-die</a:t>
            </a:r>
            <a:r>
              <a:rPr kumimoji="1" lang="en-US" altLang="zh-CN" sz="1800" b="0" i="0" u="none" strike="noStrike" kern="1200" cap="none" spc="0" normalizeH="0" baseline="0" noProof="0" dirty="0">
                <a:ln>
                  <a:noFill/>
                </a:ln>
                <a:solidFill>
                  <a:srgbClr val="000000"/>
                </a:solidFill>
                <a:effectLst/>
                <a:uLnTx/>
                <a:uFillTx/>
                <a:latin typeface="Helvetica"/>
                <a:ea typeface="MS PGothic" panose="020B0600070205080204" pitchFamily="34" charset="-128"/>
                <a:cs typeface="+mn-cs"/>
              </a:rPr>
              <a:t>:</a:t>
            </a:r>
            <a:endParaRPr kumimoji="1" lang="en-US" altLang="zh-CN" sz="1800" b="0" i="0" u="none" strike="noStrike" kern="1200" cap="none" spc="0" normalizeH="0" baseline="0" noProof="0" dirty="0">
              <a:ln>
                <a:noFill/>
              </a:ln>
              <a:solidFill>
                <a:srgbClr val="000000"/>
              </a:solidFill>
              <a:effectLst/>
              <a:uLnTx/>
              <a:uFillTx/>
              <a:latin typeface="Helvetica"/>
              <a:ea typeface="MS PGothic" panose="020B0600070205080204" pitchFamily="34" charset="-128"/>
              <a:cs typeface="+mn-cs"/>
            </a:endParaRPr>
          </a:p>
          <a:p>
            <a:pPr marL="457200" marR="0" lvl="1" indent="0" algn="l" defTabSz="914400" rtl="0" eaLnBrk="0" fontAlgn="base" latinLnBrk="0" hangingPunct="0">
              <a:lnSpc>
                <a:spcPct val="100000"/>
              </a:lnSpc>
              <a:spcBef>
                <a:spcPct val="35000"/>
              </a:spcBef>
              <a:spcAft>
                <a:spcPct val="0"/>
              </a:spcAft>
              <a:buClr>
                <a:srgbClr val="CC6600"/>
              </a:buClr>
              <a:buSzPct val="80000"/>
              <a:buFontTx/>
              <a:buNone/>
              <a:defRPr/>
            </a:pPr>
            <a:r>
              <a:rPr kumimoji="1" lang="en-US" altLang="zh-CN" sz="1800" b="1" i="0" u="none" strike="noStrike" kern="1200" cap="none" spc="0" normalizeH="0" baseline="0" noProof="0" dirty="0">
                <a:ln>
                  <a:noFill/>
                </a:ln>
                <a:solidFill>
                  <a:srgbClr val="0000FF"/>
                </a:solidFill>
                <a:effectLst/>
                <a:uLnTx/>
                <a:uFillTx/>
                <a:latin typeface="Helvetica"/>
                <a:ea typeface="MS PGothic" panose="020B0600070205080204" pitchFamily="34" charset="-128"/>
                <a:cs typeface="+mn-cs"/>
              </a:rPr>
              <a:t>    </a:t>
            </a:r>
            <a:r>
              <a:rPr kumimoji="1" lang="en-US" altLang="zh-CN" sz="1800" b="0" i="0" u="none" strike="noStrike" kern="1200" cap="none" spc="0" normalizeH="0" baseline="0" noProof="0" dirty="0">
                <a:ln>
                  <a:noFill/>
                </a:ln>
                <a:solidFill>
                  <a:srgbClr val="000000"/>
                </a:solidFill>
                <a:effectLst/>
                <a:uLnTx/>
                <a:uFillTx/>
                <a:latin typeface="Helvetica"/>
                <a:ea typeface="MS PGothic" panose="020B0600070205080204" pitchFamily="34" charset="-128"/>
                <a:cs typeface="+mn-cs"/>
              </a:rPr>
              <a:t>The </a:t>
            </a:r>
            <a:r>
              <a:rPr kumimoji="1" lang="en-US" altLang="zh-CN" sz="1800" b="0" i="0" u="none" strike="noStrike" kern="1200" cap="none" spc="0" normalizeH="0" baseline="0" noProof="0" dirty="0">
                <a:ln>
                  <a:noFill/>
                </a:ln>
                <a:solidFill>
                  <a:srgbClr val="0000FF"/>
                </a:solidFill>
                <a:effectLst/>
                <a:uLnTx/>
                <a:uFillTx/>
                <a:latin typeface="Helvetica"/>
                <a:ea typeface="MS PGothic" panose="020B0600070205080204" pitchFamily="34" charset="-128"/>
                <a:cs typeface="+mn-cs"/>
              </a:rPr>
              <a:t>younger processes </a:t>
            </a:r>
            <a:r>
              <a:rPr kumimoji="1" lang="en-US" altLang="zh-CN" sz="1800" b="0" i="0" u="none" strike="noStrike" kern="1200" cap="none" spc="0" normalizeH="0" baseline="0" noProof="0" dirty="0">
                <a:ln>
                  <a:noFill/>
                </a:ln>
                <a:solidFill>
                  <a:srgbClr val="000000"/>
                </a:solidFill>
                <a:effectLst/>
                <a:uLnTx/>
                <a:uFillTx/>
                <a:latin typeface="Helvetica"/>
                <a:ea typeface="MS PGothic" panose="020B0600070205080204" pitchFamily="34" charset="-128"/>
                <a:cs typeface="+mn-cs"/>
              </a:rPr>
              <a:t>are </a:t>
            </a:r>
            <a:r>
              <a:rPr kumimoji="1" lang="en-US" altLang="zh-CN" sz="1800" b="0" i="0" u="none" strike="noStrike" kern="1200" cap="none" spc="0" normalizeH="0" baseline="0" noProof="0" dirty="0">
                <a:ln>
                  <a:noFill/>
                </a:ln>
                <a:solidFill>
                  <a:srgbClr val="FF0000"/>
                </a:solidFill>
                <a:effectLst/>
                <a:uLnTx/>
                <a:uFillTx/>
                <a:latin typeface="Helvetica"/>
                <a:ea typeface="MS PGothic" panose="020B0600070205080204" pitchFamily="34" charset="-128"/>
                <a:cs typeface="+mn-cs"/>
              </a:rPr>
              <a:t>killed</a:t>
            </a:r>
            <a:r>
              <a:rPr kumimoji="1" lang="en-US" altLang="zh-CN" sz="1800" b="0" i="0" u="none" strike="noStrike" kern="1200" cap="none" spc="0" normalizeH="0" baseline="0" noProof="0" dirty="0">
                <a:ln>
                  <a:noFill/>
                </a:ln>
                <a:solidFill>
                  <a:srgbClr val="000000"/>
                </a:solidFill>
                <a:effectLst/>
                <a:uLnTx/>
                <a:uFillTx/>
                <a:latin typeface="Helvetica"/>
                <a:ea typeface="MS PGothic" panose="020B0600070205080204" pitchFamily="34" charset="-128"/>
                <a:cs typeface="+mn-cs"/>
              </a:rPr>
              <a:t> when:</a:t>
            </a:r>
            <a:endParaRPr kumimoji="1" lang="en-US" altLang="zh-CN" sz="1800" b="0" i="0" u="none" strike="noStrike" kern="1200" cap="none" spc="0" normalizeH="0" baseline="0" noProof="0" dirty="0">
              <a:ln>
                <a:noFill/>
              </a:ln>
              <a:solidFill>
                <a:srgbClr val="000000"/>
              </a:solidFill>
              <a:effectLst/>
              <a:uLnTx/>
              <a:uFillTx/>
              <a:latin typeface="Helvetica"/>
              <a:ea typeface="MS PGothic" panose="020B0600070205080204" pitchFamily="34" charset="-128"/>
              <a:cs typeface="+mn-cs"/>
            </a:endParaRPr>
          </a:p>
          <a:p>
            <a:pPr marL="457200" marR="0" lvl="1" indent="0" algn="l" defTabSz="914400" rtl="0" eaLnBrk="0" fontAlgn="base" latinLnBrk="0" hangingPunct="0">
              <a:lnSpc>
                <a:spcPct val="100000"/>
              </a:lnSpc>
              <a:spcBef>
                <a:spcPct val="35000"/>
              </a:spcBef>
              <a:spcAft>
                <a:spcPct val="0"/>
              </a:spcAft>
              <a:buClr>
                <a:srgbClr val="CC6600"/>
              </a:buClr>
              <a:buSzPct val="80000"/>
              <a:buFontTx/>
              <a:buNone/>
              <a:defRPr/>
            </a:pPr>
            <a:endParaRPr kumimoji="1" lang="en-US" altLang="zh-CN" sz="1800" b="1" i="0" u="none" strike="noStrike" kern="1200" cap="none" spc="0" normalizeH="0" baseline="0" noProof="0" dirty="0">
              <a:ln>
                <a:noFill/>
              </a:ln>
              <a:solidFill>
                <a:srgbClr val="0000FF"/>
              </a:solidFill>
              <a:effectLst/>
              <a:uLnTx/>
              <a:uFillTx/>
              <a:latin typeface="Helvetica"/>
              <a:ea typeface="MS PGothic" panose="020B0600070205080204" pitchFamily="34" charset="-128"/>
              <a:cs typeface="+mn-cs"/>
            </a:endParaRPr>
          </a:p>
          <a:p>
            <a:pPr marL="742950" marR="0" lvl="1" indent="-285750" algn="l" defTabSz="914400" rtl="0" eaLnBrk="0" fontAlgn="base" latinLnBrk="0" hangingPunct="0">
              <a:lnSpc>
                <a:spcPct val="100000"/>
              </a:lnSpc>
              <a:spcBef>
                <a:spcPct val="35000"/>
              </a:spcBef>
              <a:spcAft>
                <a:spcPct val="0"/>
              </a:spcAft>
              <a:buClr>
                <a:srgbClr val="CC6600"/>
              </a:buClr>
              <a:buSzPct val="80000"/>
              <a:buFont typeface="Wingdings" panose="05000000000000000000" pitchFamily="2" charset="2"/>
              <a:buChar char="Ø"/>
              <a:defRPr/>
            </a:pPr>
            <a:endParaRPr kumimoji="1" lang="en-US" altLang="zh-CN" sz="1800" b="1" i="0" u="none" strike="noStrike" kern="1200" cap="none" spc="0" normalizeH="0" baseline="0" noProof="0" dirty="0">
              <a:ln>
                <a:noFill/>
              </a:ln>
              <a:solidFill>
                <a:srgbClr val="0000FF"/>
              </a:solidFill>
              <a:effectLst/>
              <a:uLnTx/>
              <a:uFillTx/>
              <a:latin typeface="Helvetica"/>
              <a:ea typeface="MS PGothic" panose="020B0600070205080204" pitchFamily="34" charset="-128"/>
              <a:cs typeface="+mn-cs"/>
            </a:endParaRPr>
          </a:p>
          <a:p>
            <a:pPr marL="742950" marR="0" lvl="1" indent="-285750" algn="l" defTabSz="914400" rtl="0" eaLnBrk="0" fontAlgn="base" latinLnBrk="0" hangingPunct="0">
              <a:lnSpc>
                <a:spcPct val="100000"/>
              </a:lnSpc>
              <a:spcBef>
                <a:spcPct val="35000"/>
              </a:spcBef>
              <a:spcAft>
                <a:spcPct val="0"/>
              </a:spcAft>
              <a:buClr>
                <a:srgbClr val="CC6600"/>
              </a:buClr>
              <a:buSzPct val="80000"/>
              <a:buFont typeface="Wingdings" panose="05000000000000000000" pitchFamily="2" charset="2"/>
              <a:buChar char="Ø"/>
              <a:defRPr/>
            </a:pPr>
            <a:endParaRPr kumimoji="1" lang="en-US" altLang="zh-CN" sz="1800" b="1" i="0" u="none" strike="noStrike" kern="1200" cap="none" spc="0" normalizeH="0" baseline="0" noProof="0" dirty="0">
              <a:ln>
                <a:noFill/>
              </a:ln>
              <a:solidFill>
                <a:srgbClr val="0000FF"/>
              </a:solidFill>
              <a:effectLst/>
              <a:uLnTx/>
              <a:uFillTx/>
              <a:latin typeface="Helvetica"/>
              <a:ea typeface="MS PGothic" panose="020B0600070205080204" pitchFamily="34" charset="-128"/>
              <a:cs typeface="+mn-cs"/>
            </a:endParaRPr>
          </a:p>
          <a:p>
            <a:pPr marL="742950" marR="0" lvl="1" indent="-285750" algn="l" defTabSz="914400" rtl="0" eaLnBrk="0" fontAlgn="base" latinLnBrk="0" hangingPunct="0">
              <a:lnSpc>
                <a:spcPct val="100000"/>
              </a:lnSpc>
              <a:spcBef>
                <a:spcPct val="35000"/>
              </a:spcBef>
              <a:spcAft>
                <a:spcPct val="0"/>
              </a:spcAft>
              <a:buClr>
                <a:srgbClr val="CC6600"/>
              </a:buClr>
              <a:buSzPct val="80000"/>
              <a:buFont typeface="Wingdings" panose="05000000000000000000" pitchFamily="2" charset="2"/>
              <a:buChar char="Ø"/>
              <a:defRPr/>
            </a:pPr>
            <a:endParaRPr kumimoji="1" lang="en-US" altLang="zh-CN" sz="1800" b="1" i="0" u="none" strike="noStrike" kern="1200" cap="none" spc="0" normalizeH="0" baseline="0" noProof="0" dirty="0">
              <a:ln>
                <a:noFill/>
              </a:ln>
              <a:solidFill>
                <a:srgbClr val="0000FF"/>
              </a:solidFill>
              <a:effectLst/>
              <a:uLnTx/>
              <a:uFillTx/>
              <a:latin typeface="Helvetica"/>
              <a:ea typeface="MS PGothic" panose="020B0600070205080204" pitchFamily="34" charset="-128"/>
              <a:cs typeface="+mn-cs"/>
            </a:endParaRPr>
          </a:p>
          <a:p>
            <a:pPr marL="742950" marR="0" lvl="1" indent="-285750" algn="l" defTabSz="914400" rtl="0" eaLnBrk="0" fontAlgn="base" latinLnBrk="0" hangingPunct="0">
              <a:lnSpc>
                <a:spcPct val="100000"/>
              </a:lnSpc>
              <a:spcBef>
                <a:spcPct val="35000"/>
              </a:spcBef>
              <a:spcAft>
                <a:spcPct val="0"/>
              </a:spcAft>
              <a:buClr>
                <a:srgbClr val="CC6600"/>
              </a:buClr>
              <a:buSzPct val="80000"/>
              <a:buFont typeface="Wingdings" panose="05000000000000000000" pitchFamily="2" charset="2"/>
              <a:buChar char="Ø"/>
              <a:defRPr/>
            </a:pPr>
            <a:r>
              <a:rPr kumimoji="1" lang="en-US" altLang="zh-CN" sz="1800" b="0" i="0" u="none" strike="noStrike" kern="1200" cap="none" spc="0" normalizeH="0" baseline="0" noProof="0" dirty="0">
                <a:ln>
                  <a:noFill/>
                </a:ln>
                <a:solidFill>
                  <a:srgbClr val="FF0000"/>
                </a:solidFill>
                <a:effectLst/>
                <a:uLnTx/>
                <a:uFillTx/>
                <a:latin typeface="Helvetica"/>
                <a:ea typeface="MS PGothic" panose="020B0600070205080204" pitchFamily="34" charset="-128"/>
                <a:cs typeface="+mn-cs"/>
              </a:rPr>
              <a:t>Wound-die</a:t>
            </a:r>
            <a:r>
              <a:rPr kumimoji="1" lang="en-US" altLang="zh-CN" sz="1800" b="0" i="0" u="none" strike="noStrike" kern="1200" cap="none" spc="0" normalizeH="0" baseline="0" noProof="0" dirty="0">
                <a:ln>
                  <a:noFill/>
                </a:ln>
                <a:solidFill>
                  <a:srgbClr val="000000"/>
                </a:solidFill>
                <a:effectLst/>
                <a:uLnTx/>
                <a:uFillTx/>
                <a:latin typeface="Helvetica"/>
                <a:ea typeface="MS PGothic" panose="020B0600070205080204" pitchFamily="34" charset="-128"/>
                <a:cs typeface="+mn-cs"/>
              </a:rPr>
              <a:t>:</a:t>
            </a:r>
            <a:endParaRPr kumimoji="1" lang="en-US" altLang="zh-CN" sz="1800" b="0" i="0" u="none" strike="noStrike" kern="1200" cap="none" spc="0" normalizeH="0" baseline="0" noProof="0" dirty="0">
              <a:ln>
                <a:noFill/>
              </a:ln>
              <a:solidFill>
                <a:srgbClr val="000000"/>
              </a:solidFill>
              <a:effectLst/>
              <a:uLnTx/>
              <a:uFillTx/>
              <a:latin typeface="Helvetica"/>
              <a:ea typeface="MS PGothic" panose="020B0600070205080204" pitchFamily="34" charset="-128"/>
              <a:cs typeface="+mn-cs"/>
            </a:endParaRPr>
          </a:p>
          <a:p>
            <a:pPr marL="457200" marR="0" lvl="1" indent="0" algn="l" defTabSz="914400" rtl="0" eaLnBrk="0" fontAlgn="base" latinLnBrk="0" hangingPunct="0">
              <a:lnSpc>
                <a:spcPct val="100000"/>
              </a:lnSpc>
              <a:spcBef>
                <a:spcPct val="35000"/>
              </a:spcBef>
              <a:spcAft>
                <a:spcPct val="0"/>
              </a:spcAft>
              <a:buClr>
                <a:srgbClr val="CC6600"/>
              </a:buClr>
              <a:buSzPct val="80000"/>
              <a:buFontTx/>
              <a:buNone/>
              <a:defRPr/>
            </a:pPr>
            <a:r>
              <a:rPr kumimoji="1" lang="en-US" altLang="zh-CN" sz="1800" b="1" i="0" u="none" strike="noStrike" kern="1200" cap="none" spc="0" normalizeH="0" baseline="0" noProof="0" dirty="0">
                <a:ln>
                  <a:noFill/>
                </a:ln>
                <a:solidFill>
                  <a:srgbClr val="000000"/>
                </a:solidFill>
                <a:effectLst/>
                <a:uLnTx/>
                <a:uFillTx/>
                <a:latin typeface="Helvetica"/>
                <a:ea typeface="MS PGothic" panose="020B0600070205080204" pitchFamily="34" charset="-128"/>
                <a:cs typeface="+mn-cs"/>
              </a:rPr>
              <a:t>     </a:t>
            </a:r>
            <a:r>
              <a:rPr kumimoji="1" lang="en-US" altLang="zh-CN" sz="1800" b="0" i="0" u="none" strike="noStrike" kern="1200" cap="none" spc="0" normalizeH="0" baseline="0" noProof="0" dirty="0">
                <a:ln>
                  <a:noFill/>
                </a:ln>
                <a:solidFill>
                  <a:srgbClr val="000000"/>
                </a:solidFill>
                <a:effectLst/>
                <a:uLnTx/>
                <a:uFillTx/>
                <a:latin typeface="Helvetica"/>
                <a:ea typeface="MS PGothic" panose="020B0600070205080204" pitchFamily="34" charset="-128"/>
                <a:cs typeface="+mn-cs"/>
              </a:rPr>
              <a:t>The </a:t>
            </a:r>
            <a:r>
              <a:rPr kumimoji="1" lang="en-US" altLang="zh-CN" sz="1800" b="0" i="0" u="none" strike="noStrike" kern="1200" cap="none" spc="0" normalizeH="0" baseline="0" noProof="0" dirty="0">
                <a:ln>
                  <a:noFill/>
                </a:ln>
                <a:solidFill>
                  <a:srgbClr val="0000FF"/>
                </a:solidFill>
                <a:effectLst/>
                <a:uLnTx/>
                <a:uFillTx/>
                <a:latin typeface="Helvetica"/>
                <a:ea typeface="MS PGothic" panose="020B0600070205080204" pitchFamily="34" charset="-128"/>
                <a:cs typeface="+mn-cs"/>
              </a:rPr>
              <a:t>younger processes </a:t>
            </a:r>
            <a:r>
              <a:rPr kumimoji="1" lang="en-US" altLang="zh-CN" sz="1800" b="0" i="0" u="none" strike="noStrike" kern="1200" cap="none" spc="0" normalizeH="0" baseline="0" noProof="0" dirty="0">
                <a:ln>
                  <a:noFill/>
                </a:ln>
                <a:solidFill>
                  <a:srgbClr val="000000"/>
                </a:solidFill>
                <a:effectLst/>
                <a:uLnTx/>
                <a:uFillTx/>
                <a:latin typeface="Helvetica"/>
                <a:ea typeface="MS PGothic" panose="020B0600070205080204" pitchFamily="34" charset="-128"/>
                <a:cs typeface="+mn-cs"/>
              </a:rPr>
              <a:t>are </a:t>
            </a:r>
            <a:r>
              <a:rPr kumimoji="1" lang="en-US" altLang="zh-CN" sz="1800" b="0" i="0" u="none" strike="noStrike" kern="1200" cap="none" spc="0" normalizeH="0" baseline="0" noProof="0" dirty="0">
                <a:ln>
                  <a:noFill/>
                </a:ln>
                <a:solidFill>
                  <a:srgbClr val="FF0000"/>
                </a:solidFill>
                <a:effectLst/>
                <a:uLnTx/>
                <a:uFillTx/>
                <a:latin typeface="Helvetica"/>
                <a:ea typeface="MS PGothic" panose="020B0600070205080204" pitchFamily="34" charset="-128"/>
                <a:cs typeface="+mn-cs"/>
              </a:rPr>
              <a:t>killed</a:t>
            </a:r>
            <a:r>
              <a:rPr kumimoji="1" lang="en-US" altLang="zh-CN" sz="1800" b="0" i="0" u="none" strike="noStrike" kern="1200" cap="none" spc="0" normalizeH="0" baseline="0" noProof="0" dirty="0">
                <a:ln>
                  <a:noFill/>
                </a:ln>
                <a:solidFill>
                  <a:srgbClr val="000000"/>
                </a:solidFill>
                <a:effectLst/>
                <a:uLnTx/>
                <a:uFillTx/>
                <a:latin typeface="Helvetica"/>
                <a:ea typeface="MS PGothic" panose="020B0600070205080204" pitchFamily="34" charset="-128"/>
                <a:cs typeface="+mn-cs"/>
              </a:rPr>
              <a:t> when:</a:t>
            </a:r>
            <a:endParaRPr kumimoji="1" lang="en-US" altLang="zh-CN" sz="1800" b="0" i="0" u="none" strike="noStrike" kern="1200" cap="none" spc="0" normalizeH="0" baseline="0" noProof="0" dirty="0">
              <a:ln>
                <a:noFill/>
              </a:ln>
              <a:solidFill>
                <a:srgbClr val="000000"/>
              </a:solidFill>
              <a:effectLst/>
              <a:uLnTx/>
              <a:uFillTx/>
              <a:latin typeface="Helvetica"/>
              <a:ea typeface="MS PGothic" panose="020B0600070205080204" pitchFamily="34" charset="-128"/>
              <a:cs typeface="+mn-cs"/>
            </a:endParaRPr>
          </a:p>
          <a:p>
            <a:pPr marL="457200" marR="0" lvl="1" indent="0" algn="l" defTabSz="914400" rtl="0" eaLnBrk="0" fontAlgn="base" latinLnBrk="0" hangingPunct="0">
              <a:lnSpc>
                <a:spcPct val="100000"/>
              </a:lnSpc>
              <a:spcBef>
                <a:spcPct val="35000"/>
              </a:spcBef>
              <a:spcAft>
                <a:spcPct val="0"/>
              </a:spcAft>
              <a:buClr>
                <a:srgbClr val="CC6600"/>
              </a:buClr>
              <a:buSzPct val="80000"/>
              <a:buFontTx/>
              <a:buNone/>
              <a:defRPr/>
            </a:pPr>
            <a:endParaRPr kumimoji="1" lang="en-US" altLang="zh-CN" sz="1800" b="1" i="0" u="none" strike="noStrike" kern="1200" cap="none" spc="0" normalizeH="0" baseline="0" noProof="0" dirty="0">
              <a:ln>
                <a:noFill/>
              </a:ln>
              <a:solidFill>
                <a:srgbClr val="FF0000"/>
              </a:solidFill>
              <a:effectLst/>
              <a:uLnTx/>
              <a:uFillTx/>
              <a:latin typeface="Helvetica"/>
              <a:ea typeface="MS PGothic" panose="020B0600070205080204" pitchFamily="34" charset="-128"/>
              <a:cs typeface="+mn-cs"/>
            </a:endParaRPr>
          </a:p>
        </p:txBody>
      </p:sp>
      <p:sp>
        <p:nvSpPr>
          <p:cNvPr id="13" name="Rectangle 12"/>
          <p:cNvSpPr/>
          <p:nvPr/>
        </p:nvSpPr>
        <p:spPr bwMode="auto">
          <a:xfrm>
            <a:off x="1509713" y="2509838"/>
            <a:ext cx="7040563" cy="812800"/>
          </a:xfrm>
          <a:prstGeom prst="rect">
            <a:avLst/>
          </a:prstGeom>
          <a:solidFill>
            <a:schemeClr val="bg2">
              <a:lumMod val="20000"/>
              <a:lumOff val="80000"/>
            </a:schemeClr>
          </a:solidFill>
          <a:ln w="19050" cap="flat" cmpd="sng" algn="ctr">
            <a:solidFill>
              <a:schemeClr val="tx1"/>
            </a:solidFill>
            <a:prstDash val="solid"/>
            <a:round/>
            <a:headEnd type="none" w="med" len="med"/>
            <a:tailEnd type="none" w="med" len="med"/>
          </a:ln>
          <a:effectLst/>
        </p:spPr>
        <p:txBody>
          <a:bodyPr wrap="none"/>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Verdana" panose="020B0604030504040204" pitchFamily="34" charset="0"/>
              <a:ea typeface="MS PGothic" panose="020B0600070205080204" pitchFamily="34" charset="-128"/>
              <a:cs typeface="+mn-cs"/>
            </a:endParaRPr>
          </a:p>
        </p:txBody>
      </p:sp>
      <p:sp>
        <p:nvSpPr>
          <p:cNvPr id="144391" name="TextBox 13"/>
          <p:cNvSpPr txBox="1"/>
          <p:nvPr/>
        </p:nvSpPr>
        <p:spPr>
          <a:xfrm>
            <a:off x="1509713" y="2600325"/>
            <a:ext cx="7040562" cy="646113"/>
          </a:xfrm>
          <a:prstGeom prst="rect">
            <a:avLst/>
          </a:prstGeom>
          <a:noFill/>
          <a:ln w="9525">
            <a:noFill/>
          </a:ln>
        </p:spPr>
        <p:txBody>
          <a:bodyPr>
            <a:spAutoFit/>
          </a:bodyPr>
          <a:lstStyle>
            <a:lvl1pPr marL="342900" indent="-342900" algn="l" rtl="0" eaLnBrk="0" fontAlgn="base" hangingPunct="0">
              <a:spcBef>
                <a:spcPct val="35000"/>
              </a:spcBef>
              <a:spcAft>
                <a:spcPct val="0"/>
              </a:spcAft>
              <a:buClr>
                <a:srgbClr val="993300"/>
              </a:buClr>
              <a:buSzPct val="90000"/>
              <a:buFont typeface="Monotype Sorts" pitchFamily="-84" charset="2"/>
              <a:buChar char="n"/>
              <a:defRPr kumimoji="1">
                <a:solidFill>
                  <a:schemeClr val="tx1"/>
                </a:solidFill>
                <a:latin typeface="+mn-lt"/>
                <a:ea typeface="MS PGothic" panose="020B0600070205080204" pitchFamily="34" charset="-128"/>
                <a:cs typeface="MS PGothic" panose="020B0600070205080204" pitchFamily="34" charset="-128"/>
              </a:defRPr>
            </a:lvl1pPr>
            <a:lvl2pPr marL="742950" indent="-285750" algn="l" rtl="0" eaLnBrk="0" fontAlgn="base" hangingPunct="0">
              <a:spcBef>
                <a:spcPct val="35000"/>
              </a:spcBef>
              <a:spcAft>
                <a:spcPct val="0"/>
              </a:spcAft>
              <a:buClr>
                <a:srgbClr val="CC6600"/>
              </a:buClr>
              <a:buSzPct val="80000"/>
              <a:buFont typeface="Monotype Sorts" pitchFamily="-84" charset="2"/>
              <a:buChar char="l"/>
              <a:defRPr kumimoji="1">
                <a:solidFill>
                  <a:schemeClr val="tx1"/>
                </a:solidFill>
                <a:latin typeface="+mn-lt"/>
                <a:ea typeface="MS PGothic" panose="020B0600070205080204" pitchFamily="34" charset="-128"/>
              </a:defRPr>
            </a:lvl2pPr>
            <a:lvl3pPr marL="1085850"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a:solidFill>
                  <a:schemeClr val="tx1"/>
                </a:solidFill>
                <a:latin typeface="+mn-lt"/>
                <a:ea typeface="MS PGothic" panose="020B0600070205080204" pitchFamily="34" charset="-128"/>
              </a:defRPr>
            </a:lvl3pPr>
            <a:lvl4pPr marL="1428750" indent="-228600" algn="l" rtl="0" eaLnBrk="0" fontAlgn="base" hangingPunct="0">
              <a:spcBef>
                <a:spcPct val="35000"/>
              </a:spcBef>
              <a:spcAft>
                <a:spcPct val="0"/>
              </a:spcAft>
              <a:buClr>
                <a:schemeClr val="hlink"/>
              </a:buClr>
              <a:buSzPct val="75000"/>
              <a:buChar char="–"/>
              <a:defRPr kumimoji="1">
                <a:solidFill>
                  <a:schemeClr val="tx1"/>
                </a:solidFill>
                <a:latin typeface="+mn-lt"/>
                <a:ea typeface="MS PGothic" panose="020B0600070205080204" pitchFamily="34" charset="-128"/>
              </a:defRPr>
            </a:lvl4pPr>
            <a:lvl5pPr marL="17716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anose="020B0600070205080204" pitchFamily="34" charset="-128"/>
              </a:defRPr>
            </a:lvl5pPr>
          </a:lstStyle>
          <a:p>
            <a:pPr marL="0" lvl="0" indent="0">
              <a:spcBef>
                <a:spcPct val="0"/>
              </a:spcBef>
              <a:buClrTx/>
              <a:buSzTx/>
              <a:buFontTx/>
              <a:buNone/>
            </a:pPr>
            <a:r>
              <a:rPr lang="en-US" altLang="zh-CN" dirty="0">
                <a:solidFill>
                  <a:srgbClr val="000000"/>
                </a:solidFill>
              </a:rPr>
              <a:t>It (= the </a:t>
            </a:r>
            <a:r>
              <a:rPr lang="en-US" altLang="zh-CN" dirty="0">
                <a:solidFill>
                  <a:srgbClr val="0000FF"/>
                </a:solidFill>
              </a:rPr>
              <a:t>younger process</a:t>
            </a:r>
            <a:r>
              <a:rPr lang="en-US" altLang="zh-CN" dirty="0">
                <a:solidFill>
                  <a:srgbClr val="000000"/>
                </a:solidFill>
              </a:rPr>
              <a:t>) makes a request for a lock being held by an older process</a:t>
            </a:r>
            <a:endParaRPr lang="en-US" altLang="zh-CN" dirty="0">
              <a:solidFill>
                <a:srgbClr val="000000"/>
              </a:solidFill>
            </a:endParaRPr>
          </a:p>
        </p:txBody>
      </p:sp>
      <p:sp>
        <p:nvSpPr>
          <p:cNvPr id="11" name="Rectangle 10"/>
          <p:cNvSpPr/>
          <p:nvPr/>
        </p:nvSpPr>
        <p:spPr bwMode="auto">
          <a:xfrm>
            <a:off x="1509713" y="4689475"/>
            <a:ext cx="7040563" cy="812800"/>
          </a:xfrm>
          <a:prstGeom prst="rect">
            <a:avLst/>
          </a:prstGeom>
          <a:solidFill>
            <a:schemeClr val="bg2">
              <a:lumMod val="20000"/>
              <a:lumOff val="80000"/>
            </a:schemeClr>
          </a:solidFill>
          <a:ln w="19050" cap="flat" cmpd="sng" algn="ctr">
            <a:solidFill>
              <a:schemeClr val="tx1"/>
            </a:solidFill>
            <a:prstDash val="solid"/>
            <a:round/>
            <a:headEnd type="none" w="med" len="med"/>
            <a:tailEnd type="none" w="med" len="med"/>
          </a:ln>
          <a:effectLst/>
        </p:spPr>
        <p:txBody>
          <a:bodyPr wrap="none"/>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Verdana" panose="020B0604030504040204" pitchFamily="34" charset="0"/>
              <a:ea typeface="MS PGothic" panose="020B0600070205080204" pitchFamily="34" charset="-128"/>
              <a:cs typeface="+mn-cs"/>
            </a:endParaRPr>
          </a:p>
        </p:txBody>
      </p:sp>
      <p:sp>
        <p:nvSpPr>
          <p:cNvPr id="144393" name="TextBox 11"/>
          <p:cNvSpPr txBox="1"/>
          <p:nvPr/>
        </p:nvSpPr>
        <p:spPr>
          <a:xfrm>
            <a:off x="1509713" y="4781550"/>
            <a:ext cx="7040562" cy="646113"/>
          </a:xfrm>
          <a:prstGeom prst="rect">
            <a:avLst/>
          </a:prstGeom>
          <a:noFill/>
          <a:ln w="9525">
            <a:noFill/>
          </a:ln>
        </p:spPr>
        <p:txBody>
          <a:bodyPr>
            <a:spAutoFit/>
          </a:bodyPr>
          <a:lstStyle>
            <a:lvl1pPr marL="342900" indent="-342900" algn="l" rtl="0" eaLnBrk="0" fontAlgn="base" hangingPunct="0">
              <a:spcBef>
                <a:spcPct val="35000"/>
              </a:spcBef>
              <a:spcAft>
                <a:spcPct val="0"/>
              </a:spcAft>
              <a:buClr>
                <a:srgbClr val="993300"/>
              </a:buClr>
              <a:buSzPct val="90000"/>
              <a:buFont typeface="Monotype Sorts" pitchFamily="-84" charset="2"/>
              <a:buChar char="n"/>
              <a:defRPr kumimoji="1">
                <a:solidFill>
                  <a:schemeClr val="tx1"/>
                </a:solidFill>
                <a:latin typeface="+mn-lt"/>
                <a:ea typeface="MS PGothic" panose="020B0600070205080204" pitchFamily="34" charset="-128"/>
                <a:cs typeface="MS PGothic" panose="020B0600070205080204" pitchFamily="34" charset="-128"/>
              </a:defRPr>
            </a:lvl1pPr>
            <a:lvl2pPr marL="742950" indent="-285750" algn="l" rtl="0" eaLnBrk="0" fontAlgn="base" hangingPunct="0">
              <a:spcBef>
                <a:spcPct val="35000"/>
              </a:spcBef>
              <a:spcAft>
                <a:spcPct val="0"/>
              </a:spcAft>
              <a:buClr>
                <a:srgbClr val="CC6600"/>
              </a:buClr>
              <a:buSzPct val="80000"/>
              <a:buFont typeface="Monotype Sorts" pitchFamily="-84" charset="2"/>
              <a:buChar char="l"/>
              <a:defRPr kumimoji="1">
                <a:solidFill>
                  <a:schemeClr val="tx1"/>
                </a:solidFill>
                <a:latin typeface="+mn-lt"/>
                <a:ea typeface="MS PGothic" panose="020B0600070205080204" pitchFamily="34" charset="-128"/>
              </a:defRPr>
            </a:lvl2pPr>
            <a:lvl3pPr marL="1085850"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a:solidFill>
                  <a:schemeClr val="tx1"/>
                </a:solidFill>
                <a:latin typeface="+mn-lt"/>
                <a:ea typeface="MS PGothic" panose="020B0600070205080204" pitchFamily="34" charset="-128"/>
              </a:defRPr>
            </a:lvl3pPr>
            <a:lvl4pPr marL="1428750" indent="-228600" algn="l" rtl="0" eaLnBrk="0" fontAlgn="base" hangingPunct="0">
              <a:spcBef>
                <a:spcPct val="35000"/>
              </a:spcBef>
              <a:spcAft>
                <a:spcPct val="0"/>
              </a:spcAft>
              <a:buClr>
                <a:schemeClr val="hlink"/>
              </a:buClr>
              <a:buSzPct val="75000"/>
              <a:buChar char="–"/>
              <a:defRPr kumimoji="1">
                <a:solidFill>
                  <a:schemeClr val="tx1"/>
                </a:solidFill>
                <a:latin typeface="+mn-lt"/>
                <a:ea typeface="MS PGothic" panose="020B0600070205080204" pitchFamily="34" charset="-128"/>
              </a:defRPr>
            </a:lvl4pPr>
            <a:lvl5pPr marL="17716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anose="020B0600070205080204" pitchFamily="34" charset="-128"/>
              </a:defRPr>
            </a:lvl5pPr>
          </a:lstStyle>
          <a:p>
            <a:pPr marL="0" lvl="0" indent="0">
              <a:spcBef>
                <a:spcPct val="0"/>
              </a:spcBef>
              <a:buClrTx/>
              <a:buSzTx/>
              <a:buFontTx/>
              <a:buNone/>
            </a:pPr>
            <a:r>
              <a:rPr lang="en-US" altLang="zh-CN" dirty="0">
                <a:solidFill>
                  <a:srgbClr val="000000"/>
                </a:solidFill>
              </a:rPr>
              <a:t>An </a:t>
            </a:r>
            <a:r>
              <a:rPr lang="en-US" altLang="zh-CN" dirty="0">
                <a:solidFill>
                  <a:srgbClr val="0000FF"/>
                </a:solidFill>
              </a:rPr>
              <a:t>older process </a:t>
            </a:r>
            <a:r>
              <a:rPr lang="en-US" altLang="zh-CN" dirty="0">
                <a:solidFill>
                  <a:srgbClr val="000000"/>
                </a:solidFill>
              </a:rPr>
              <a:t>makes a request for a lock being held by the younger processes</a:t>
            </a:r>
            <a:endParaRPr lang="en-US" altLang="zh-CN" dirty="0">
              <a:solidFill>
                <a:srgbClr val="000000"/>
              </a:solidFill>
            </a:endParaRP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6434" name="Rectangle 2"/>
          <p:cNvSpPr>
            <a:spLocks noGrp="1"/>
          </p:cNvSpPr>
          <p:nvPr>
            <p:ph type="title"/>
          </p:nvPr>
        </p:nvSpPr>
        <p:spPr>
          <a:xfrm>
            <a:off x="1109663" y="214313"/>
            <a:ext cx="7577137" cy="576262"/>
          </a:xfrm>
        </p:spPr>
        <p:txBody>
          <a:bodyPr vert="horz" wrap="square" lIns="91440" tIns="45720" rIns="91440" bIns="45720" anchor="b" anchorCtr="0"/>
          <a:p>
            <a:pPr eaLnBrk="1" hangingPunct="1"/>
            <a:r>
              <a:rPr lang="en-US" altLang="zh-CN" dirty="0"/>
              <a:t>Comparing</a:t>
            </a:r>
            <a:endParaRPr lang="en-US" altLang="en-US" dirty="0"/>
          </a:p>
        </p:txBody>
      </p:sp>
      <p:sp>
        <p:nvSpPr>
          <p:cNvPr id="146435" name="Rectangle 3"/>
          <p:cNvSpPr>
            <a:spLocks noGrp="1"/>
          </p:cNvSpPr>
          <p:nvPr>
            <p:ph idx="1"/>
          </p:nvPr>
        </p:nvSpPr>
        <p:spPr>
          <a:xfrm>
            <a:off x="477838" y="1030288"/>
            <a:ext cx="8267700" cy="369887"/>
          </a:xfrm>
        </p:spPr>
        <p:txBody>
          <a:bodyPr vert="horz" wrap="square" lIns="91440" tIns="45720" rIns="91440" bIns="45720" anchor="t" anchorCtr="0"/>
          <a:p>
            <a:pPr>
              <a:buFont typeface="Wingdings" panose="05000000000000000000" pitchFamily="2" charset="2"/>
              <a:buChar char="q"/>
            </a:pPr>
            <a:r>
              <a:rPr lang="en-US" altLang="en-US" dirty="0"/>
              <a:t>The cost of aborting (younger/older) transactions:</a:t>
            </a:r>
            <a:endParaRPr lang="en-US" altLang="en-US" dirty="0"/>
          </a:p>
        </p:txBody>
      </p:sp>
      <p:sp>
        <p:nvSpPr>
          <p:cNvPr id="5" name="Rectangle 4"/>
          <p:cNvSpPr/>
          <p:nvPr/>
        </p:nvSpPr>
        <p:spPr bwMode="auto">
          <a:xfrm>
            <a:off x="890588" y="1490663"/>
            <a:ext cx="7796213" cy="4776788"/>
          </a:xfrm>
          <a:prstGeom prst="rect">
            <a:avLst/>
          </a:prstGeom>
          <a:solidFill>
            <a:schemeClr val="accent2">
              <a:lumMod val="20000"/>
              <a:lumOff val="80000"/>
            </a:schemeClr>
          </a:solidFill>
          <a:ln w="9525" cap="flat" cmpd="sng" algn="ctr">
            <a:solidFill>
              <a:schemeClr val="tx1"/>
            </a:solidFill>
            <a:prstDash val="solid"/>
            <a:round/>
            <a:headEnd type="none" w="med" len="med"/>
            <a:tailEnd type="none" w="med" len="med"/>
          </a:ln>
          <a:effectLst/>
        </p:spPr>
        <p:txBody>
          <a:bodyPr wrap="none"/>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Verdana" panose="020B0604030504040204" pitchFamily="34" charset="0"/>
              <a:ea typeface="MS PGothic" panose="020B0600070205080204" pitchFamily="34" charset="-128"/>
              <a:cs typeface="+mn-cs"/>
            </a:endParaRPr>
          </a:p>
        </p:txBody>
      </p:sp>
      <p:sp>
        <p:nvSpPr>
          <p:cNvPr id="6" name="TextBox 5"/>
          <p:cNvSpPr txBox="1"/>
          <p:nvPr/>
        </p:nvSpPr>
        <p:spPr>
          <a:xfrm>
            <a:off x="671513" y="1628775"/>
            <a:ext cx="7878763" cy="2238375"/>
          </a:xfrm>
          <a:prstGeom prst="rect">
            <a:avLst/>
          </a:prstGeom>
          <a:noFill/>
        </p:spPr>
        <p:txBody>
          <a:bodyPr>
            <a:spAutoFit/>
          </a:bodyPr>
          <a:lstStyle/>
          <a:p>
            <a:pPr marL="742950" marR="0" lvl="1" indent="-285750" algn="l" defTabSz="914400" rtl="0" eaLnBrk="0" fontAlgn="base" latinLnBrk="0" hangingPunct="0">
              <a:lnSpc>
                <a:spcPct val="100000"/>
              </a:lnSpc>
              <a:spcBef>
                <a:spcPct val="35000"/>
              </a:spcBef>
              <a:spcAft>
                <a:spcPct val="0"/>
              </a:spcAft>
              <a:buClr>
                <a:srgbClr val="CC6600"/>
              </a:buClr>
              <a:buSzPct val="80000"/>
              <a:buFont typeface="Wingdings" panose="05000000000000000000" pitchFamily="2" charset="2"/>
              <a:buChar char="Ø"/>
              <a:defRPr/>
            </a:pPr>
            <a:r>
              <a:rPr kumimoji="1" lang="en-US" altLang="zh-CN" sz="1800" b="0" i="0" u="none" strike="noStrike" kern="1200" cap="none" spc="0" normalizeH="0" baseline="0" noProof="0" dirty="0">
                <a:ln>
                  <a:noFill/>
                </a:ln>
                <a:solidFill>
                  <a:srgbClr val="0000FF"/>
                </a:solidFill>
                <a:effectLst/>
                <a:uLnTx/>
                <a:uFillTx/>
                <a:latin typeface="Helvetica"/>
                <a:ea typeface="MS PGothic" panose="020B0600070205080204" pitchFamily="34" charset="-128"/>
                <a:cs typeface="+mn-cs"/>
              </a:rPr>
              <a:t>Younger processes </a:t>
            </a:r>
            <a:r>
              <a:rPr kumimoji="1" lang="en-US" altLang="zh-CN" sz="1800" b="0" i="0" u="none" strike="noStrike" kern="1200" cap="none" spc="0" normalizeH="0" baseline="0" noProof="0" dirty="0">
                <a:ln>
                  <a:noFill/>
                </a:ln>
                <a:solidFill>
                  <a:srgbClr val="000000"/>
                </a:solidFill>
                <a:effectLst/>
                <a:uLnTx/>
                <a:uFillTx/>
                <a:latin typeface="Helvetica"/>
                <a:ea typeface="MS PGothic" panose="020B0600070205080204" pitchFamily="34" charset="-128"/>
                <a:cs typeface="+mn-cs"/>
              </a:rPr>
              <a:t>(having just started running) will typically:</a:t>
            </a:r>
            <a:endParaRPr kumimoji="1" lang="en-US" altLang="zh-CN" sz="1800" b="0" i="0" u="none" strike="noStrike" kern="1200" cap="none" spc="0" normalizeH="0" baseline="0" noProof="0" dirty="0">
              <a:ln>
                <a:noFill/>
              </a:ln>
              <a:solidFill>
                <a:srgbClr val="000000"/>
              </a:solidFill>
              <a:effectLst/>
              <a:uLnTx/>
              <a:uFillTx/>
              <a:latin typeface="Helvetica"/>
              <a:ea typeface="MS PGothic" panose="020B0600070205080204" pitchFamily="34" charset="-128"/>
              <a:cs typeface="+mn-cs"/>
            </a:endParaRPr>
          </a:p>
          <a:p>
            <a:pPr marL="457200" marR="0" lvl="1" indent="0" algn="l" defTabSz="914400" rtl="0" eaLnBrk="0" fontAlgn="base" latinLnBrk="0" hangingPunct="0">
              <a:lnSpc>
                <a:spcPct val="100000"/>
              </a:lnSpc>
              <a:spcBef>
                <a:spcPct val="35000"/>
              </a:spcBef>
              <a:spcAft>
                <a:spcPct val="0"/>
              </a:spcAft>
              <a:buClr>
                <a:srgbClr val="CC6600"/>
              </a:buClr>
              <a:buSzPct val="80000"/>
              <a:buFontTx/>
              <a:buNone/>
              <a:defRPr/>
            </a:pPr>
            <a:endParaRPr kumimoji="1" lang="en-US" altLang="zh-CN" sz="1800" b="1" i="0" u="none" strike="noStrike" kern="1200" cap="none" spc="0" normalizeH="0" baseline="0" noProof="0" dirty="0">
              <a:ln>
                <a:noFill/>
              </a:ln>
              <a:solidFill>
                <a:srgbClr val="0000FF"/>
              </a:solidFill>
              <a:effectLst/>
              <a:uLnTx/>
              <a:uFillTx/>
              <a:latin typeface="Helvetica"/>
              <a:ea typeface="MS PGothic" panose="020B0600070205080204" pitchFamily="34" charset="-128"/>
              <a:cs typeface="+mn-cs"/>
            </a:endParaRPr>
          </a:p>
          <a:p>
            <a:pPr marL="742950" marR="0" lvl="1" indent="-285750" algn="l" defTabSz="914400" rtl="0" eaLnBrk="0" fontAlgn="base" latinLnBrk="0" hangingPunct="0">
              <a:lnSpc>
                <a:spcPct val="100000"/>
              </a:lnSpc>
              <a:spcBef>
                <a:spcPct val="35000"/>
              </a:spcBef>
              <a:spcAft>
                <a:spcPct val="0"/>
              </a:spcAft>
              <a:buClr>
                <a:srgbClr val="CC6600"/>
              </a:buClr>
              <a:buSzPct val="80000"/>
              <a:buFont typeface="Wingdings" panose="05000000000000000000" pitchFamily="2" charset="2"/>
              <a:buChar char="Ø"/>
              <a:defRPr/>
            </a:pPr>
            <a:endParaRPr kumimoji="1" lang="en-US" altLang="zh-CN" sz="1800" b="1" i="0" u="none" strike="noStrike" kern="1200" cap="none" spc="0" normalizeH="0" baseline="0" noProof="0" dirty="0">
              <a:ln>
                <a:noFill/>
              </a:ln>
              <a:solidFill>
                <a:srgbClr val="0000FF"/>
              </a:solidFill>
              <a:effectLst/>
              <a:uLnTx/>
              <a:uFillTx/>
              <a:latin typeface="Helvetica"/>
              <a:ea typeface="MS PGothic" panose="020B0600070205080204" pitchFamily="34" charset="-128"/>
              <a:cs typeface="+mn-cs"/>
            </a:endParaRPr>
          </a:p>
          <a:p>
            <a:pPr marL="742950" marR="0" lvl="1" indent="-285750" algn="l" defTabSz="914400" rtl="0" eaLnBrk="0" fontAlgn="base" latinLnBrk="0" hangingPunct="0">
              <a:lnSpc>
                <a:spcPct val="100000"/>
              </a:lnSpc>
              <a:spcBef>
                <a:spcPct val="35000"/>
              </a:spcBef>
              <a:spcAft>
                <a:spcPct val="0"/>
              </a:spcAft>
              <a:buClr>
                <a:srgbClr val="CC6600"/>
              </a:buClr>
              <a:buSzPct val="80000"/>
              <a:buFont typeface="Wingdings" panose="05000000000000000000" pitchFamily="2" charset="2"/>
              <a:buChar char="Ø"/>
              <a:defRPr/>
            </a:pPr>
            <a:endParaRPr kumimoji="1" lang="en-US" altLang="zh-CN" sz="1800" b="1" i="0" u="none" strike="noStrike" kern="1200" cap="none" spc="0" normalizeH="0" baseline="0" noProof="0" dirty="0">
              <a:ln>
                <a:noFill/>
              </a:ln>
              <a:solidFill>
                <a:srgbClr val="0000FF"/>
              </a:solidFill>
              <a:effectLst/>
              <a:uLnTx/>
              <a:uFillTx/>
              <a:latin typeface="Helvetica"/>
              <a:ea typeface="MS PGothic" panose="020B0600070205080204" pitchFamily="34" charset="-128"/>
              <a:cs typeface="+mn-cs"/>
            </a:endParaRPr>
          </a:p>
          <a:p>
            <a:pPr marL="742950" marR="0" lvl="1" indent="-285750" algn="l" defTabSz="914400" rtl="0" eaLnBrk="0" fontAlgn="base" latinLnBrk="0" hangingPunct="0">
              <a:lnSpc>
                <a:spcPct val="100000"/>
              </a:lnSpc>
              <a:spcBef>
                <a:spcPct val="35000"/>
              </a:spcBef>
              <a:spcAft>
                <a:spcPct val="0"/>
              </a:spcAft>
              <a:buClr>
                <a:srgbClr val="CC6600"/>
              </a:buClr>
              <a:buSzPct val="80000"/>
              <a:buFont typeface="Wingdings" panose="05000000000000000000" pitchFamily="2" charset="2"/>
              <a:buChar char="Ø"/>
              <a:defRPr/>
            </a:pPr>
            <a:endParaRPr kumimoji="1" lang="en-US" altLang="zh-CN" sz="1800" b="1" i="0" u="none" strike="noStrike" kern="1200" cap="none" spc="0" normalizeH="0" baseline="0" noProof="0" dirty="0">
              <a:ln>
                <a:noFill/>
              </a:ln>
              <a:solidFill>
                <a:srgbClr val="0000FF"/>
              </a:solidFill>
              <a:effectLst/>
              <a:uLnTx/>
              <a:uFillTx/>
              <a:latin typeface="Helvetica"/>
              <a:ea typeface="MS PGothic" panose="020B0600070205080204" pitchFamily="34" charset="-128"/>
              <a:cs typeface="+mn-cs"/>
            </a:endParaRPr>
          </a:p>
          <a:p>
            <a:pPr marL="742950" marR="0" lvl="1" indent="-285750" algn="l" defTabSz="914400" rtl="0" eaLnBrk="0" fontAlgn="base" latinLnBrk="0" hangingPunct="0">
              <a:lnSpc>
                <a:spcPct val="100000"/>
              </a:lnSpc>
              <a:spcBef>
                <a:spcPct val="35000"/>
              </a:spcBef>
              <a:spcAft>
                <a:spcPct val="0"/>
              </a:spcAft>
              <a:buClr>
                <a:srgbClr val="CC6600"/>
              </a:buClr>
              <a:buSzPct val="80000"/>
              <a:buFont typeface="Wingdings" panose="05000000000000000000" pitchFamily="2" charset="2"/>
              <a:buChar char="Ø"/>
              <a:defRPr/>
            </a:pPr>
            <a:r>
              <a:rPr kumimoji="1" lang="en-US" altLang="zh-CN" sz="1800" b="0" i="0" u="none" strike="noStrike" kern="1200" cap="none" spc="0" normalizeH="0" baseline="0" noProof="0" dirty="0">
                <a:ln>
                  <a:noFill/>
                </a:ln>
                <a:solidFill>
                  <a:srgbClr val="000000"/>
                </a:solidFill>
                <a:effectLst/>
                <a:uLnTx/>
                <a:uFillTx/>
                <a:latin typeface="Helvetica"/>
                <a:ea typeface="MS PGothic" panose="020B0600070205080204" pitchFamily="34" charset="-128"/>
                <a:cs typeface="+mn-cs"/>
              </a:rPr>
              <a:t>Older processes (having run longer) will typically</a:t>
            </a:r>
            <a:endParaRPr kumimoji="1" lang="en-US" altLang="zh-CN" sz="1800" b="1" i="0" u="none" strike="noStrike" kern="1200" cap="none" spc="0" normalizeH="0" baseline="0" noProof="0" dirty="0">
              <a:ln>
                <a:noFill/>
              </a:ln>
              <a:solidFill>
                <a:srgbClr val="FF0000"/>
              </a:solidFill>
              <a:effectLst/>
              <a:uLnTx/>
              <a:uFillTx/>
              <a:latin typeface="Helvetica"/>
              <a:ea typeface="MS PGothic" panose="020B0600070205080204" pitchFamily="34" charset="-128"/>
              <a:cs typeface="+mn-cs"/>
            </a:endParaRPr>
          </a:p>
        </p:txBody>
      </p:sp>
      <p:sp>
        <p:nvSpPr>
          <p:cNvPr id="13" name="Rectangle 12"/>
          <p:cNvSpPr/>
          <p:nvPr/>
        </p:nvSpPr>
        <p:spPr bwMode="auto">
          <a:xfrm>
            <a:off x="1577975" y="2168525"/>
            <a:ext cx="7040563" cy="1108075"/>
          </a:xfrm>
          <a:prstGeom prst="rect">
            <a:avLst/>
          </a:prstGeom>
          <a:solidFill>
            <a:schemeClr val="bg2">
              <a:lumMod val="20000"/>
              <a:lumOff val="80000"/>
            </a:schemeClr>
          </a:solidFill>
          <a:ln w="19050" cap="flat" cmpd="sng" algn="ctr">
            <a:solidFill>
              <a:schemeClr val="tx1"/>
            </a:solidFill>
            <a:prstDash val="solid"/>
            <a:round/>
            <a:headEnd type="none" w="med" len="med"/>
            <a:tailEnd type="none" w="med" len="med"/>
          </a:ln>
          <a:effectLst/>
        </p:spPr>
        <p:txBody>
          <a:bodyPr wrap="none"/>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Verdana" panose="020B0604030504040204" pitchFamily="34" charset="0"/>
              <a:ea typeface="MS PGothic" panose="020B0600070205080204" pitchFamily="34" charset="-128"/>
              <a:cs typeface="+mn-cs"/>
            </a:endParaRPr>
          </a:p>
        </p:txBody>
      </p:sp>
      <p:sp>
        <p:nvSpPr>
          <p:cNvPr id="146439" name="TextBox 13"/>
          <p:cNvSpPr txBox="1"/>
          <p:nvPr/>
        </p:nvSpPr>
        <p:spPr>
          <a:xfrm>
            <a:off x="1577975" y="2260600"/>
            <a:ext cx="7040563" cy="922338"/>
          </a:xfrm>
          <a:prstGeom prst="rect">
            <a:avLst/>
          </a:prstGeom>
          <a:noFill/>
          <a:ln w="9525">
            <a:noFill/>
          </a:ln>
        </p:spPr>
        <p:txBody>
          <a:bodyPr>
            <a:spAutoFit/>
          </a:bodyPr>
          <a:lstStyle>
            <a:lvl1pPr marL="342900" indent="-342900" algn="l" rtl="0" eaLnBrk="0" fontAlgn="base" hangingPunct="0">
              <a:spcBef>
                <a:spcPct val="35000"/>
              </a:spcBef>
              <a:spcAft>
                <a:spcPct val="0"/>
              </a:spcAft>
              <a:buClr>
                <a:srgbClr val="993300"/>
              </a:buClr>
              <a:buSzPct val="90000"/>
              <a:buFont typeface="Monotype Sorts" pitchFamily="-84" charset="2"/>
              <a:buChar char="n"/>
              <a:defRPr kumimoji="1">
                <a:solidFill>
                  <a:schemeClr val="tx1"/>
                </a:solidFill>
                <a:latin typeface="+mn-lt"/>
                <a:ea typeface="MS PGothic" panose="020B0600070205080204" pitchFamily="34" charset="-128"/>
                <a:cs typeface="MS PGothic" panose="020B0600070205080204" pitchFamily="34" charset="-128"/>
              </a:defRPr>
            </a:lvl1pPr>
            <a:lvl2pPr marL="742950" indent="-285750" algn="l" rtl="0" eaLnBrk="0" fontAlgn="base" hangingPunct="0">
              <a:spcBef>
                <a:spcPct val="35000"/>
              </a:spcBef>
              <a:spcAft>
                <a:spcPct val="0"/>
              </a:spcAft>
              <a:buClr>
                <a:srgbClr val="CC6600"/>
              </a:buClr>
              <a:buSzPct val="80000"/>
              <a:buFont typeface="Monotype Sorts" pitchFamily="-84" charset="2"/>
              <a:buChar char="l"/>
              <a:defRPr kumimoji="1">
                <a:solidFill>
                  <a:schemeClr val="tx1"/>
                </a:solidFill>
                <a:latin typeface="+mn-lt"/>
                <a:ea typeface="MS PGothic" panose="020B0600070205080204" pitchFamily="34" charset="-128"/>
              </a:defRPr>
            </a:lvl2pPr>
            <a:lvl3pPr marL="1085850"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a:solidFill>
                  <a:schemeClr val="tx1"/>
                </a:solidFill>
                <a:latin typeface="+mn-lt"/>
                <a:ea typeface="MS PGothic" panose="020B0600070205080204" pitchFamily="34" charset="-128"/>
              </a:defRPr>
            </a:lvl3pPr>
            <a:lvl4pPr marL="1428750" indent="-228600" algn="l" rtl="0" eaLnBrk="0" fontAlgn="base" hangingPunct="0">
              <a:spcBef>
                <a:spcPct val="35000"/>
              </a:spcBef>
              <a:spcAft>
                <a:spcPct val="0"/>
              </a:spcAft>
              <a:buClr>
                <a:schemeClr val="hlink"/>
              </a:buClr>
              <a:buSzPct val="75000"/>
              <a:buChar char="–"/>
              <a:defRPr kumimoji="1">
                <a:solidFill>
                  <a:schemeClr val="tx1"/>
                </a:solidFill>
                <a:latin typeface="+mn-lt"/>
                <a:ea typeface="MS PGothic" panose="020B0600070205080204" pitchFamily="34" charset="-128"/>
              </a:defRPr>
            </a:lvl4pPr>
            <a:lvl5pPr marL="17716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anose="020B0600070205080204" pitchFamily="34" charset="-128"/>
              </a:defRPr>
            </a:lvl5pPr>
          </a:lstStyle>
          <a:p>
            <a:pPr marL="0" lvl="0" indent="0">
              <a:spcBef>
                <a:spcPct val="0"/>
              </a:spcBef>
              <a:buClrTx/>
              <a:buSzTx/>
              <a:buFontTx/>
              <a:buNone/>
            </a:pPr>
            <a:r>
              <a:rPr lang="en-US" altLang="zh-CN" dirty="0">
                <a:solidFill>
                  <a:srgbClr val="000000"/>
                </a:solidFill>
              </a:rPr>
              <a:t>hold </a:t>
            </a:r>
            <a:r>
              <a:rPr lang="en-US" altLang="zh-CN" dirty="0">
                <a:solidFill>
                  <a:srgbClr val="FF0000"/>
                </a:solidFill>
              </a:rPr>
              <a:t>fewer</a:t>
            </a:r>
            <a:r>
              <a:rPr lang="en-US" altLang="zh-CN" dirty="0">
                <a:solidFill>
                  <a:srgbClr val="000000"/>
                </a:solidFill>
              </a:rPr>
              <a:t> number of locks                          and</a:t>
            </a:r>
            <a:endParaRPr lang="en-US" altLang="zh-CN" dirty="0">
              <a:solidFill>
                <a:srgbClr val="000000"/>
              </a:solidFill>
            </a:endParaRPr>
          </a:p>
          <a:p>
            <a:pPr marL="0" lvl="0" indent="0">
              <a:spcBef>
                <a:spcPct val="0"/>
              </a:spcBef>
              <a:buClrTx/>
              <a:buSzTx/>
              <a:buFontTx/>
              <a:buNone/>
            </a:pPr>
            <a:r>
              <a:rPr lang="en-US" altLang="zh-CN" dirty="0">
                <a:solidFill>
                  <a:srgbClr val="000000"/>
                </a:solidFill>
              </a:rPr>
              <a:t>          </a:t>
            </a:r>
            <a:endParaRPr lang="en-US" altLang="zh-CN" dirty="0">
              <a:solidFill>
                <a:srgbClr val="000000"/>
              </a:solidFill>
            </a:endParaRPr>
          </a:p>
          <a:p>
            <a:pPr marL="0" lvl="0" indent="0">
              <a:spcBef>
                <a:spcPct val="0"/>
              </a:spcBef>
              <a:buClrTx/>
              <a:buSzTx/>
              <a:buFontTx/>
              <a:buNone/>
            </a:pPr>
            <a:r>
              <a:rPr lang="en-US" altLang="zh-CN" dirty="0">
                <a:solidFill>
                  <a:srgbClr val="000000"/>
                </a:solidFill>
              </a:rPr>
              <a:t>has </a:t>
            </a:r>
            <a:r>
              <a:rPr lang="en-US" altLang="zh-CN" dirty="0">
                <a:solidFill>
                  <a:srgbClr val="0000FF"/>
                </a:solidFill>
              </a:rPr>
              <a:t>read/written </a:t>
            </a:r>
            <a:r>
              <a:rPr lang="en-US" altLang="zh-CN" dirty="0">
                <a:solidFill>
                  <a:srgbClr val="FF0000"/>
                </a:solidFill>
              </a:rPr>
              <a:t>fewer</a:t>
            </a:r>
            <a:r>
              <a:rPr lang="en-US" altLang="zh-CN" dirty="0">
                <a:solidFill>
                  <a:srgbClr val="000000"/>
                </a:solidFill>
              </a:rPr>
              <a:t> number of variables</a:t>
            </a:r>
            <a:endParaRPr lang="en-US" altLang="zh-CN" dirty="0">
              <a:solidFill>
                <a:srgbClr val="000000"/>
              </a:solidFill>
            </a:endParaRPr>
          </a:p>
        </p:txBody>
      </p:sp>
      <p:sp>
        <p:nvSpPr>
          <p:cNvPr id="11" name="Rectangle 10"/>
          <p:cNvSpPr/>
          <p:nvPr/>
        </p:nvSpPr>
        <p:spPr bwMode="auto">
          <a:xfrm>
            <a:off x="1509713" y="3954463"/>
            <a:ext cx="7040563" cy="1112838"/>
          </a:xfrm>
          <a:prstGeom prst="rect">
            <a:avLst/>
          </a:prstGeom>
          <a:solidFill>
            <a:schemeClr val="bg2">
              <a:lumMod val="20000"/>
              <a:lumOff val="80000"/>
            </a:schemeClr>
          </a:solidFill>
          <a:ln w="19050" cap="flat" cmpd="sng" algn="ctr">
            <a:solidFill>
              <a:schemeClr val="tx1"/>
            </a:solidFill>
            <a:prstDash val="solid"/>
            <a:round/>
            <a:headEnd type="none" w="med" len="med"/>
            <a:tailEnd type="none" w="med" len="med"/>
          </a:ln>
          <a:effectLst/>
        </p:spPr>
        <p:txBody>
          <a:bodyPr wrap="none"/>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Verdana" panose="020B0604030504040204" pitchFamily="34" charset="0"/>
              <a:ea typeface="MS PGothic" panose="020B0600070205080204" pitchFamily="34" charset="-128"/>
              <a:cs typeface="+mn-cs"/>
            </a:endParaRPr>
          </a:p>
        </p:txBody>
      </p:sp>
      <p:sp>
        <p:nvSpPr>
          <p:cNvPr id="146441" name="TextBox 11"/>
          <p:cNvSpPr txBox="1"/>
          <p:nvPr/>
        </p:nvSpPr>
        <p:spPr>
          <a:xfrm>
            <a:off x="1509713" y="4044950"/>
            <a:ext cx="7040562" cy="923925"/>
          </a:xfrm>
          <a:prstGeom prst="rect">
            <a:avLst/>
          </a:prstGeom>
          <a:noFill/>
          <a:ln w="9525">
            <a:noFill/>
          </a:ln>
        </p:spPr>
        <p:txBody>
          <a:bodyPr>
            <a:spAutoFit/>
          </a:bodyPr>
          <a:lstStyle>
            <a:lvl1pPr marL="342900" indent="-342900" algn="l" rtl="0" eaLnBrk="0" fontAlgn="base" hangingPunct="0">
              <a:spcBef>
                <a:spcPct val="35000"/>
              </a:spcBef>
              <a:spcAft>
                <a:spcPct val="0"/>
              </a:spcAft>
              <a:buClr>
                <a:srgbClr val="993300"/>
              </a:buClr>
              <a:buSzPct val="90000"/>
              <a:buFont typeface="Monotype Sorts" pitchFamily="-84" charset="2"/>
              <a:buChar char="n"/>
              <a:defRPr kumimoji="1">
                <a:solidFill>
                  <a:schemeClr val="tx1"/>
                </a:solidFill>
                <a:latin typeface="+mn-lt"/>
                <a:ea typeface="MS PGothic" panose="020B0600070205080204" pitchFamily="34" charset="-128"/>
                <a:cs typeface="MS PGothic" panose="020B0600070205080204" pitchFamily="34" charset="-128"/>
              </a:defRPr>
            </a:lvl1pPr>
            <a:lvl2pPr marL="742950" indent="-285750" algn="l" rtl="0" eaLnBrk="0" fontAlgn="base" hangingPunct="0">
              <a:spcBef>
                <a:spcPct val="35000"/>
              </a:spcBef>
              <a:spcAft>
                <a:spcPct val="0"/>
              </a:spcAft>
              <a:buClr>
                <a:srgbClr val="CC6600"/>
              </a:buClr>
              <a:buSzPct val="80000"/>
              <a:buFont typeface="Monotype Sorts" pitchFamily="-84" charset="2"/>
              <a:buChar char="l"/>
              <a:defRPr kumimoji="1">
                <a:solidFill>
                  <a:schemeClr val="tx1"/>
                </a:solidFill>
                <a:latin typeface="+mn-lt"/>
                <a:ea typeface="MS PGothic" panose="020B0600070205080204" pitchFamily="34" charset="-128"/>
              </a:defRPr>
            </a:lvl2pPr>
            <a:lvl3pPr marL="1085850"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a:solidFill>
                  <a:schemeClr val="tx1"/>
                </a:solidFill>
                <a:latin typeface="+mn-lt"/>
                <a:ea typeface="MS PGothic" panose="020B0600070205080204" pitchFamily="34" charset="-128"/>
              </a:defRPr>
            </a:lvl3pPr>
            <a:lvl4pPr marL="1428750" indent="-228600" algn="l" rtl="0" eaLnBrk="0" fontAlgn="base" hangingPunct="0">
              <a:spcBef>
                <a:spcPct val="35000"/>
              </a:spcBef>
              <a:spcAft>
                <a:spcPct val="0"/>
              </a:spcAft>
              <a:buClr>
                <a:schemeClr val="hlink"/>
              </a:buClr>
              <a:buSzPct val="75000"/>
              <a:buChar char="–"/>
              <a:defRPr kumimoji="1">
                <a:solidFill>
                  <a:schemeClr val="tx1"/>
                </a:solidFill>
                <a:latin typeface="+mn-lt"/>
                <a:ea typeface="MS PGothic" panose="020B0600070205080204" pitchFamily="34" charset="-128"/>
              </a:defRPr>
            </a:lvl4pPr>
            <a:lvl5pPr marL="17716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anose="020B0600070205080204" pitchFamily="34" charset="-128"/>
              </a:defRPr>
            </a:lvl5pPr>
          </a:lstStyle>
          <a:p>
            <a:pPr marL="0" lvl="0" indent="0">
              <a:spcBef>
                <a:spcPct val="0"/>
              </a:spcBef>
              <a:buClrTx/>
              <a:buSzTx/>
              <a:buFontTx/>
              <a:buNone/>
            </a:pPr>
            <a:r>
              <a:rPr lang="en-US" altLang="zh-CN" dirty="0">
                <a:solidFill>
                  <a:srgbClr val="000000"/>
                </a:solidFill>
              </a:rPr>
              <a:t>hold </a:t>
            </a:r>
            <a:r>
              <a:rPr lang="en-US" altLang="zh-CN" dirty="0">
                <a:solidFill>
                  <a:srgbClr val="FF0000"/>
                </a:solidFill>
              </a:rPr>
              <a:t>higher</a:t>
            </a:r>
            <a:r>
              <a:rPr lang="en-US" altLang="zh-CN" dirty="0">
                <a:solidFill>
                  <a:srgbClr val="000000"/>
                </a:solidFill>
              </a:rPr>
              <a:t> number of locks                          and</a:t>
            </a:r>
            <a:endParaRPr lang="en-US" altLang="zh-CN" dirty="0">
              <a:solidFill>
                <a:srgbClr val="000000"/>
              </a:solidFill>
            </a:endParaRPr>
          </a:p>
          <a:p>
            <a:pPr marL="0" lvl="0" indent="0">
              <a:spcBef>
                <a:spcPct val="0"/>
              </a:spcBef>
              <a:buClrTx/>
              <a:buSzTx/>
              <a:buFontTx/>
              <a:buNone/>
            </a:pPr>
            <a:r>
              <a:rPr lang="en-US" altLang="zh-CN" dirty="0">
                <a:solidFill>
                  <a:srgbClr val="000000"/>
                </a:solidFill>
              </a:rPr>
              <a:t>          </a:t>
            </a:r>
            <a:endParaRPr lang="en-US" altLang="zh-CN" dirty="0">
              <a:solidFill>
                <a:srgbClr val="000000"/>
              </a:solidFill>
            </a:endParaRPr>
          </a:p>
          <a:p>
            <a:pPr marL="0" lvl="0" indent="0">
              <a:spcBef>
                <a:spcPct val="0"/>
              </a:spcBef>
              <a:buClrTx/>
              <a:buSzTx/>
              <a:buFontTx/>
              <a:buNone/>
            </a:pPr>
            <a:r>
              <a:rPr lang="en-US" altLang="zh-CN" dirty="0">
                <a:solidFill>
                  <a:srgbClr val="000000"/>
                </a:solidFill>
              </a:rPr>
              <a:t>has </a:t>
            </a:r>
            <a:r>
              <a:rPr lang="en-US" altLang="zh-CN" dirty="0">
                <a:solidFill>
                  <a:srgbClr val="0000FF"/>
                </a:solidFill>
              </a:rPr>
              <a:t>read/written </a:t>
            </a:r>
            <a:r>
              <a:rPr lang="en-US" altLang="zh-CN" dirty="0">
                <a:solidFill>
                  <a:srgbClr val="FF0000"/>
                </a:solidFill>
              </a:rPr>
              <a:t>higher</a:t>
            </a:r>
            <a:r>
              <a:rPr lang="en-US" altLang="zh-CN" dirty="0">
                <a:solidFill>
                  <a:srgbClr val="0000FF"/>
                </a:solidFill>
              </a:rPr>
              <a:t> </a:t>
            </a:r>
            <a:r>
              <a:rPr lang="en-US" altLang="zh-CN" dirty="0">
                <a:solidFill>
                  <a:srgbClr val="000000"/>
                </a:solidFill>
              </a:rPr>
              <a:t>number of variables</a:t>
            </a:r>
            <a:endParaRPr lang="en-US" altLang="zh-CN" dirty="0">
              <a:solidFill>
                <a:srgbClr val="000000"/>
              </a:solidFill>
            </a:endParaRPr>
          </a:p>
        </p:txBody>
      </p:sp>
      <p:sp>
        <p:nvSpPr>
          <p:cNvPr id="146442" name="Rectangle 1"/>
          <p:cNvSpPr/>
          <p:nvPr/>
        </p:nvSpPr>
        <p:spPr>
          <a:xfrm>
            <a:off x="1425575" y="5503863"/>
            <a:ext cx="6945313" cy="647700"/>
          </a:xfrm>
          <a:prstGeom prst="rect">
            <a:avLst/>
          </a:prstGeom>
          <a:solidFill>
            <a:srgbClr val="CCECFF"/>
          </a:solidFill>
          <a:ln w="9525">
            <a:noFill/>
          </a:ln>
        </p:spPr>
        <p:txBody>
          <a:bodyPr>
            <a:spAutoFit/>
          </a:bodyPr>
          <a:lstStyle>
            <a:lvl1pPr marL="342900" indent="-342900" algn="l" rtl="0" eaLnBrk="0" fontAlgn="base" hangingPunct="0">
              <a:spcBef>
                <a:spcPct val="35000"/>
              </a:spcBef>
              <a:spcAft>
                <a:spcPct val="0"/>
              </a:spcAft>
              <a:buClr>
                <a:srgbClr val="993300"/>
              </a:buClr>
              <a:buSzPct val="90000"/>
              <a:buFont typeface="Monotype Sorts" pitchFamily="-84" charset="2"/>
              <a:buChar char="n"/>
              <a:defRPr kumimoji="1">
                <a:solidFill>
                  <a:schemeClr val="tx1"/>
                </a:solidFill>
                <a:latin typeface="+mn-lt"/>
                <a:ea typeface="MS PGothic" panose="020B0600070205080204" pitchFamily="34" charset="-128"/>
                <a:cs typeface="MS PGothic" panose="020B0600070205080204" pitchFamily="34" charset="-128"/>
              </a:defRPr>
            </a:lvl1pPr>
            <a:lvl2pPr marL="742950" indent="-285750" algn="l" rtl="0" eaLnBrk="0" fontAlgn="base" hangingPunct="0">
              <a:spcBef>
                <a:spcPct val="35000"/>
              </a:spcBef>
              <a:spcAft>
                <a:spcPct val="0"/>
              </a:spcAft>
              <a:buClr>
                <a:srgbClr val="CC6600"/>
              </a:buClr>
              <a:buSzPct val="80000"/>
              <a:buFont typeface="Monotype Sorts" pitchFamily="-84" charset="2"/>
              <a:buChar char="l"/>
              <a:defRPr kumimoji="1">
                <a:solidFill>
                  <a:schemeClr val="tx1"/>
                </a:solidFill>
                <a:latin typeface="+mn-lt"/>
                <a:ea typeface="MS PGothic" panose="020B0600070205080204" pitchFamily="34" charset="-128"/>
              </a:defRPr>
            </a:lvl2pPr>
            <a:lvl3pPr marL="1085850"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a:solidFill>
                  <a:schemeClr val="tx1"/>
                </a:solidFill>
                <a:latin typeface="+mn-lt"/>
                <a:ea typeface="MS PGothic" panose="020B0600070205080204" pitchFamily="34" charset="-128"/>
              </a:defRPr>
            </a:lvl3pPr>
            <a:lvl4pPr marL="1428750" indent="-228600" algn="l" rtl="0" eaLnBrk="0" fontAlgn="base" hangingPunct="0">
              <a:spcBef>
                <a:spcPct val="35000"/>
              </a:spcBef>
              <a:spcAft>
                <a:spcPct val="0"/>
              </a:spcAft>
              <a:buClr>
                <a:schemeClr val="hlink"/>
              </a:buClr>
              <a:buSzPct val="75000"/>
              <a:buChar char="–"/>
              <a:defRPr kumimoji="1">
                <a:solidFill>
                  <a:schemeClr val="tx1"/>
                </a:solidFill>
                <a:latin typeface="+mn-lt"/>
                <a:ea typeface="MS PGothic" panose="020B0600070205080204" pitchFamily="34" charset="-128"/>
              </a:defRPr>
            </a:lvl4pPr>
            <a:lvl5pPr marL="17716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anose="020B0600070205080204" pitchFamily="34" charset="-128"/>
              </a:defRPr>
            </a:lvl5pPr>
          </a:lstStyle>
          <a:p>
            <a:pPr marL="0" lvl="0" indent="0">
              <a:spcBef>
                <a:spcPct val="0"/>
              </a:spcBef>
              <a:buClrTx/>
              <a:buSzTx/>
              <a:buFontTx/>
              <a:buNone/>
            </a:pPr>
            <a:r>
              <a:rPr lang="en-US" altLang="zh-CN" dirty="0">
                <a:solidFill>
                  <a:srgbClr val="000000"/>
                </a:solidFill>
                <a:latin typeface="Verdana" panose="020B0604030504040204" pitchFamily="34" charset="0"/>
              </a:rPr>
              <a:t>Older processes (= that started earlier) are more expensive (costly) to be aborted !!!!</a:t>
            </a:r>
            <a:endParaRPr lang="en-US" altLang="zh-CN" dirty="0">
              <a:solidFill>
                <a:srgbClr val="000000"/>
              </a:solidFill>
              <a:latin typeface="Verdana" panose="020B0604030504040204" pitchFamily="34" charset="0"/>
            </a:endParaRP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8482" name="Rectangle 2"/>
          <p:cNvSpPr>
            <a:spLocks noGrp="1"/>
          </p:cNvSpPr>
          <p:nvPr>
            <p:ph type="title"/>
          </p:nvPr>
        </p:nvSpPr>
        <p:spPr>
          <a:xfrm>
            <a:off x="1109663" y="214313"/>
            <a:ext cx="7577137" cy="576262"/>
          </a:xfrm>
        </p:spPr>
        <p:txBody>
          <a:bodyPr vert="horz" wrap="square" lIns="91440" tIns="45720" rIns="91440" bIns="45720" anchor="b" anchorCtr="0"/>
          <a:p>
            <a:pPr eaLnBrk="1" hangingPunct="1"/>
            <a:r>
              <a:rPr lang="en-US" altLang="zh-CN" dirty="0"/>
              <a:t>Comparing</a:t>
            </a:r>
            <a:endParaRPr lang="en-US" altLang="en-US" dirty="0"/>
          </a:p>
        </p:txBody>
      </p:sp>
      <p:sp>
        <p:nvSpPr>
          <p:cNvPr id="148483" name="Rectangle 3"/>
          <p:cNvSpPr>
            <a:spLocks noGrp="1"/>
          </p:cNvSpPr>
          <p:nvPr>
            <p:ph idx="1"/>
          </p:nvPr>
        </p:nvSpPr>
        <p:spPr>
          <a:xfrm>
            <a:off x="1016000" y="2973388"/>
            <a:ext cx="7112000" cy="369887"/>
          </a:xfrm>
        </p:spPr>
        <p:txBody>
          <a:bodyPr vert="horz" wrap="square" lIns="91440" tIns="45720" rIns="91440" bIns="45720" anchor="t" anchorCtr="0"/>
          <a:p>
            <a:pPr marL="0" indent="0">
              <a:buNone/>
            </a:pPr>
            <a:r>
              <a:rPr lang="en-US" altLang="en-US" sz="2400" dirty="0"/>
              <a:t>Which method has higher aborting rate?</a:t>
            </a:r>
            <a:endParaRPr lang="en-US" altLang="en-US" sz="2400" dirty="0"/>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0530" name="Rectangle 2"/>
          <p:cNvSpPr>
            <a:spLocks noGrp="1"/>
          </p:cNvSpPr>
          <p:nvPr>
            <p:ph type="title"/>
          </p:nvPr>
        </p:nvSpPr>
        <p:spPr>
          <a:xfrm>
            <a:off x="1109663" y="214313"/>
            <a:ext cx="7577137" cy="576262"/>
          </a:xfrm>
        </p:spPr>
        <p:txBody>
          <a:bodyPr vert="horz" wrap="square" lIns="91440" tIns="45720" rIns="91440" bIns="45720" anchor="b" anchorCtr="0"/>
          <a:p>
            <a:pPr eaLnBrk="1" hangingPunct="1"/>
            <a:r>
              <a:rPr lang="en-US" altLang="zh-CN" dirty="0"/>
              <a:t>Comparing</a:t>
            </a:r>
            <a:endParaRPr lang="en-US" altLang="en-US" dirty="0"/>
          </a:p>
        </p:txBody>
      </p:sp>
      <p:sp>
        <p:nvSpPr>
          <p:cNvPr id="39939" name="Rectangle 3"/>
          <p:cNvSpPr>
            <a:spLocks noGrp="1" noChangeArrowheads="1"/>
          </p:cNvSpPr>
          <p:nvPr>
            <p:ph idx="1"/>
          </p:nvPr>
        </p:nvSpPr>
        <p:spPr>
          <a:xfrm>
            <a:off x="477838" y="1030288"/>
            <a:ext cx="8267700" cy="1817688"/>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35000"/>
              </a:spcBef>
              <a:spcAft>
                <a:spcPct val="0"/>
              </a:spcAft>
              <a:buClr>
                <a:srgbClr val="993300"/>
              </a:buClr>
              <a:buSzPct val="90000"/>
              <a:buFont typeface="Wingdings" panose="05000000000000000000" pitchFamily="2" charset="2"/>
              <a:buChar char="q"/>
              <a:defRPr/>
            </a:pPr>
            <a:r>
              <a:rPr kumimoji="1" lang="en-US" altLang="en-US" sz="1800" b="0" i="0" u="none" strike="noStrike" kern="0" cap="none" spc="0" normalizeH="0" baseline="0" noProof="0" dirty="0">
                <a:ln>
                  <a:noFill/>
                </a:ln>
                <a:solidFill>
                  <a:schemeClr val="tx1"/>
                </a:solidFill>
                <a:effectLst/>
                <a:uLnTx/>
                <a:uFillTx/>
                <a:latin typeface="+mn-lt"/>
                <a:ea typeface="MS PGothic" panose="020B0600070205080204" pitchFamily="34" charset="-128"/>
                <a:cs typeface="MS PGothic" panose="020B0600070205080204" pitchFamily="34" charset="-128"/>
              </a:rPr>
              <a:t>Comparing the </a:t>
            </a:r>
            <a:r>
              <a:rPr kumimoji="1" lang="en-US" altLang="en-US" sz="1800" b="1" i="0" u="none" strike="noStrike" kern="0" cap="none" spc="0" normalizeH="0" baseline="0" noProof="0" dirty="0">
                <a:ln>
                  <a:noFill/>
                </a:ln>
                <a:solidFill>
                  <a:srgbClr val="FF0000"/>
                </a:solidFill>
                <a:effectLst/>
                <a:uLnTx/>
                <a:uFillTx/>
                <a:latin typeface="+mn-lt"/>
                <a:ea typeface="MS PGothic" panose="020B0600070205080204" pitchFamily="34" charset="-128"/>
                <a:cs typeface="MS PGothic" panose="020B0600070205080204" pitchFamily="34" charset="-128"/>
              </a:rPr>
              <a:t>abort rates </a:t>
            </a:r>
            <a:r>
              <a:rPr kumimoji="1" lang="en-US" altLang="en-US" sz="1800" b="0" i="0" u="none" strike="noStrike" kern="0" cap="none" spc="0" normalizeH="0" baseline="0" noProof="0" dirty="0">
                <a:ln>
                  <a:noFill/>
                </a:ln>
                <a:solidFill>
                  <a:schemeClr val="tx1"/>
                </a:solidFill>
                <a:effectLst/>
                <a:uLnTx/>
                <a:uFillTx/>
                <a:latin typeface="+mn-lt"/>
                <a:ea typeface="MS PGothic" panose="020B0600070205080204" pitchFamily="34" charset="-128"/>
                <a:cs typeface="MS PGothic" panose="020B0600070205080204" pitchFamily="34" charset="-128"/>
              </a:rPr>
              <a:t>of the </a:t>
            </a:r>
            <a:r>
              <a:rPr kumimoji="1" lang="en-US" altLang="en-US" sz="1800" b="0" i="0" u="none" strike="noStrike" kern="0" cap="none" spc="0" normalizeH="0" baseline="0" noProof="0" dirty="0">
                <a:ln>
                  <a:noFill/>
                </a:ln>
                <a:solidFill>
                  <a:srgbClr val="0000FF"/>
                </a:solidFill>
                <a:effectLst/>
                <a:uLnTx/>
                <a:uFillTx/>
                <a:latin typeface="+mn-lt"/>
                <a:ea typeface="MS PGothic" panose="020B0600070205080204" pitchFamily="34" charset="-128"/>
                <a:cs typeface="MS PGothic" panose="020B0600070205080204" pitchFamily="34" charset="-128"/>
              </a:rPr>
              <a:t>wait-die</a:t>
            </a:r>
            <a:r>
              <a:rPr kumimoji="1" lang="en-US" altLang="en-US" sz="1800" b="0" i="0" u="none" strike="noStrike" kern="0" cap="none" spc="0" normalizeH="0" baseline="0" noProof="0" dirty="0">
                <a:ln>
                  <a:noFill/>
                </a:ln>
                <a:solidFill>
                  <a:schemeClr val="tx1"/>
                </a:solidFill>
                <a:effectLst/>
                <a:uLnTx/>
                <a:uFillTx/>
                <a:latin typeface="+mn-lt"/>
                <a:ea typeface="MS PGothic" panose="020B0600070205080204" pitchFamily="34" charset="-128"/>
                <a:cs typeface="MS PGothic" panose="020B0600070205080204" pitchFamily="34" charset="-128"/>
              </a:rPr>
              <a:t> and</a:t>
            </a:r>
            <a:r>
              <a:rPr kumimoji="1" lang="en-US" altLang="en-US" sz="1800" b="0" i="0" u="none" strike="noStrike" kern="0" cap="none" spc="0" normalizeH="0" baseline="0" noProof="0" dirty="0">
                <a:ln>
                  <a:noFill/>
                </a:ln>
                <a:solidFill>
                  <a:srgbClr val="0000FF"/>
                </a:solidFill>
                <a:effectLst/>
                <a:uLnTx/>
                <a:uFillTx/>
                <a:latin typeface="+mn-lt"/>
                <a:ea typeface="MS PGothic" panose="020B0600070205080204" pitchFamily="34" charset="-128"/>
                <a:cs typeface="MS PGothic" panose="020B0600070205080204" pitchFamily="34" charset="-128"/>
              </a:rPr>
              <a:t> would-wait </a:t>
            </a:r>
            <a:r>
              <a:rPr kumimoji="1" lang="en-US" altLang="en-US" sz="1800" b="0" i="0" u="none" strike="noStrike" kern="0" cap="none" spc="0" normalizeH="0" baseline="0" noProof="0" dirty="0">
                <a:ln>
                  <a:noFill/>
                </a:ln>
                <a:solidFill>
                  <a:schemeClr val="tx1"/>
                </a:solidFill>
                <a:effectLst/>
                <a:uLnTx/>
                <a:uFillTx/>
                <a:latin typeface="+mn-lt"/>
                <a:ea typeface="MS PGothic" panose="020B0600070205080204" pitchFamily="34" charset="-128"/>
                <a:cs typeface="MS PGothic" panose="020B0600070205080204" pitchFamily="34" charset="-128"/>
              </a:rPr>
              <a:t>schemes:</a:t>
            </a:r>
            <a:endParaRPr kumimoji="1" lang="en-US" altLang="en-US" sz="1800" b="0" i="0" u="none" strike="noStrike" kern="0" cap="none" spc="0" normalizeH="0" baseline="0" noProof="0" dirty="0">
              <a:ln>
                <a:noFill/>
              </a:ln>
              <a:solidFill>
                <a:schemeClr val="tx1"/>
              </a:solidFill>
              <a:effectLst/>
              <a:uLnTx/>
              <a:uFillTx/>
              <a:latin typeface="+mn-lt"/>
              <a:ea typeface="MS PGothic" panose="020B0600070205080204" pitchFamily="34" charset="-128"/>
              <a:cs typeface="MS PGothic" panose="020B0600070205080204" pitchFamily="34" charset="-128"/>
            </a:endParaRPr>
          </a:p>
          <a:p>
            <a:pPr marL="342900" marR="0" lvl="0" indent="-342900" algn="l" defTabSz="914400" rtl="0" eaLnBrk="0" fontAlgn="base" latinLnBrk="0" hangingPunct="0">
              <a:lnSpc>
                <a:spcPct val="100000"/>
              </a:lnSpc>
              <a:spcBef>
                <a:spcPct val="35000"/>
              </a:spcBef>
              <a:spcAft>
                <a:spcPct val="0"/>
              </a:spcAft>
              <a:buClr>
                <a:srgbClr val="993300"/>
              </a:buClr>
              <a:buSzPct val="90000"/>
              <a:buFont typeface="Wingdings" panose="05000000000000000000" pitchFamily="2" charset="2"/>
              <a:buChar char="q"/>
              <a:defRPr/>
            </a:pPr>
            <a:endParaRPr kumimoji="1" lang="en-US" altLang="en-US" sz="1800" b="0" i="0" u="none" strike="noStrike" kern="0" cap="none" spc="0" normalizeH="0" baseline="0" noProof="0" dirty="0">
              <a:ln>
                <a:noFill/>
              </a:ln>
              <a:solidFill>
                <a:schemeClr val="tx1"/>
              </a:solidFill>
              <a:effectLst/>
              <a:uLnTx/>
              <a:uFillTx/>
              <a:latin typeface="+mn-lt"/>
              <a:ea typeface="MS PGothic" panose="020B0600070205080204" pitchFamily="34" charset="-128"/>
              <a:cs typeface="MS PGothic" panose="020B0600070205080204" pitchFamily="34" charset="-128"/>
            </a:endParaRPr>
          </a:p>
          <a:p>
            <a:pPr marL="342900" marR="0" lvl="0" indent="-342900" algn="l" defTabSz="914400" rtl="0" eaLnBrk="0" fontAlgn="base" latinLnBrk="0" hangingPunct="0">
              <a:lnSpc>
                <a:spcPct val="100000"/>
              </a:lnSpc>
              <a:spcBef>
                <a:spcPct val="35000"/>
              </a:spcBef>
              <a:spcAft>
                <a:spcPct val="0"/>
              </a:spcAft>
              <a:buClr>
                <a:srgbClr val="993300"/>
              </a:buClr>
              <a:buSzPct val="90000"/>
              <a:buFont typeface="Wingdings" panose="05000000000000000000" pitchFamily="2" charset="2"/>
              <a:buChar char="q"/>
              <a:defRPr/>
            </a:pPr>
            <a:endParaRPr kumimoji="1" lang="en-US" altLang="en-US" sz="1800" b="0" i="0" u="none" strike="noStrike" kern="0" cap="none" spc="0" normalizeH="0" baseline="0" noProof="0" dirty="0">
              <a:ln>
                <a:noFill/>
              </a:ln>
              <a:solidFill>
                <a:schemeClr val="tx1"/>
              </a:solidFill>
              <a:effectLst/>
              <a:uLnTx/>
              <a:uFillTx/>
              <a:latin typeface="+mn-lt"/>
              <a:ea typeface="MS PGothic" panose="020B0600070205080204" pitchFamily="34" charset="-128"/>
              <a:cs typeface="MS PGothic" panose="020B0600070205080204" pitchFamily="34" charset="-128"/>
            </a:endParaRPr>
          </a:p>
          <a:p>
            <a:pPr marL="342900" marR="0" lvl="0" indent="-342900" algn="l" defTabSz="914400" rtl="0" eaLnBrk="0" fontAlgn="base" latinLnBrk="0" hangingPunct="0">
              <a:lnSpc>
                <a:spcPct val="100000"/>
              </a:lnSpc>
              <a:spcBef>
                <a:spcPct val="35000"/>
              </a:spcBef>
              <a:spcAft>
                <a:spcPct val="0"/>
              </a:spcAft>
              <a:buClr>
                <a:srgbClr val="993300"/>
              </a:buClr>
              <a:buSzPct val="90000"/>
              <a:buFont typeface="Wingdings" panose="05000000000000000000" pitchFamily="2" charset="2"/>
              <a:buChar char="q"/>
              <a:defRPr/>
            </a:pPr>
            <a:endParaRPr kumimoji="1" lang="en-US" altLang="en-US" sz="1800" b="0" i="0" u="none" strike="noStrike" kern="0" cap="none" spc="0" normalizeH="0" baseline="0" noProof="0" dirty="0">
              <a:ln>
                <a:noFill/>
              </a:ln>
              <a:solidFill>
                <a:schemeClr val="tx1"/>
              </a:solidFill>
              <a:effectLst/>
              <a:uLnTx/>
              <a:uFillTx/>
              <a:latin typeface="+mn-lt"/>
              <a:ea typeface="MS PGothic" panose="020B0600070205080204" pitchFamily="34" charset="-128"/>
              <a:cs typeface="MS PGothic" panose="020B0600070205080204" pitchFamily="34" charset="-128"/>
            </a:endParaRPr>
          </a:p>
          <a:p>
            <a:pPr marL="342900" marR="0" lvl="0" indent="-342900" algn="l" defTabSz="914400" rtl="0" eaLnBrk="0" fontAlgn="base" latinLnBrk="0" hangingPunct="0">
              <a:lnSpc>
                <a:spcPct val="100000"/>
              </a:lnSpc>
              <a:spcBef>
                <a:spcPct val="35000"/>
              </a:spcBef>
              <a:spcAft>
                <a:spcPct val="0"/>
              </a:spcAft>
              <a:buClr>
                <a:srgbClr val="993300"/>
              </a:buClr>
              <a:buSzPct val="90000"/>
              <a:buFont typeface="Wingdings" panose="05000000000000000000" pitchFamily="2" charset="2"/>
              <a:buChar char="q"/>
              <a:defRPr/>
            </a:pPr>
            <a:endParaRPr kumimoji="1" lang="en-US" altLang="en-US" sz="1800" b="0" i="0" u="none" strike="noStrike" kern="0" cap="none" spc="0" normalizeH="0" baseline="0" noProof="0" dirty="0">
              <a:ln>
                <a:noFill/>
              </a:ln>
              <a:solidFill>
                <a:schemeClr val="tx1"/>
              </a:solidFill>
              <a:effectLst/>
              <a:uLnTx/>
              <a:uFillTx/>
              <a:latin typeface="+mn-lt"/>
              <a:ea typeface="MS PGothic" panose="020B0600070205080204" pitchFamily="34" charset="-128"/>
              <a:cs typeface="MS PGothic" panose="020B0600070205080204" pitchFamily="34" charset="-128"/>
            </a:endParaRPr>
          </a:p>
          <a:p>
            <a:pPr marL="342900" marR="0" lvl="0" indent="-342900" algn="l" defTabSz="914400" rtl="0" eaLnBrk="0" fontAlgn="base" latinLnBrk="0" hangingPunct="0">
              <a:lnSpc>
                <a:spcPct val="100000"/>
              </a:lnSpc>
              <a:spcBef>
                <a:spcPct val="35000"/>
              </a:spcBef>
              <a:spcAft>
                <a:spcPct val="0"/>
              </a:spcAft>
              <a:buClr>
                <a:srgbClr val="993300"/>
              </a:buClr>
              <a:buSzPct val="90000"/>
              <a:buFont typeface="Wingdings" panose="05000000000000000000" pitchFamily="2" charset="2"/>
              <a:buChar char="q"/>
              <a:defRPr/>
            </a:pPr>
            <a:endParaRPr kumimoji="1" lang="en-US" altLang="en-US" sz="1800" b="0" i="0" u="none" strike="noStrike" kern="0" cap="none" spc="0" normalizeH="0" baseline="0" noProof="0" dirty="0">
              <a:ln>
                <a:noFill/>
              </a:ln>
              <a:solidFill>
                <a:schemeClr val="tx1"/>
              </a:solidFill>
              <a:effectLst/>
              <a:uLnTx/>
              <a:uFillTx/>
              <a:latin typeface="+mn-lt"/>
              <a:ea typeface="MS PGothic" panose="020B0600070205080204" pitchFamily="34" charset="-128"/>
              <a:cs typeface="MS PGothic" panose="020B0600070205080204" pitchFamily="34" charset="-128"/>
            </a:endParaRPr>
          </a:p>
          <a:p>
            <a:pPr marL="342900" marR="0" lvl="0" indent="-342900" algn="l" defTabSz="914400" rtl="0" eaLnBrk="0" fontAlgn="base" latinLnBrk="0" hangingPunct="0">
              <a:lnSpc>
                <a:spcPct val="100000"/>
              </a:lnSpc>
              <a:spcBef>
                <a:spcPct val="35000"/>
              </a:spcBef>
              <a:spcAft>
                <a:spcPct val="0"/>
              </a:spcAft>
              <a:buClr>
                <a:srgbClr val="993300"/>
              </a:buClr>
              <a:buSzPct val="90000"/>
              <a:buFont typeface="Wingdings" panose="05000000000000000000" pitchFamily="2" charset="2"/>
              <a:buChar char="q"/>
              <a:defRPr/>
            </a:pPr>
            <a:endParaRPr kumimoji="1" lang="en-US" altLang="en-US" sz="1800" b="0" i="0" u="none" strike="noStrike" kern="0" cap="none" spc="0" normalizeH="0" baseline="0" noProof="0" dirty="0">
              <a:ln>
                <a:noFill/>
              </a:ln>
              <a:solidFill>
                <a:schemeClr val="tx1"/>
              </a:solidFill>
              <a:effectLst/>
              <a:uLnTx/>
              <a:uFillTx/>
              <a:latin typeface="+mn-lt"/>
              <a:ea typeface="MS PGothic" panose="020B0600070205080204" pitchFamily="34" charset="-128"/>
              <a:cs typeface="MS PGothic" panose="020B0600070205080204" pitchFamily="34" charset="-128"/>
            </a:endParaRPr>
          </a:p>
          <a:p>
            <a:pPr marL="0" marR="0" lvl="0" indent="0" algn="l" defTabSz="914400" rtl="0" eaLnBrk="0" fontAlgn="base" latinLnBrk="0" hangingPunct="0">
              <a:lnSpc>
                <a:spcPct val="100000"/>
              </a:lnSpc>
              <a:spcBef>
                <a:spcPct val="35000"/>
              </a:spcBef>
              <a:spcAft>
                <a:spcPct val="0"/>
              </a:spcAft>
              <a:buClr>
                <a:srgbClr val="993300"/>
              </a:buClr>
              <a:buSzPct val="90000"/>
              <a:buFont typeface="Monotype Sorts" pitchFamily="-84" charset="2"/>
              <a:buNone/>
              <a:defRPr/>
            </a:pPr>
            <a:r>
              <a:rPr kumimoji="1" lang="en-US" altLang="zh-CN" sz="1800" b="0" i="0" u="none" strike="noStrike" kern="0" cap="none" spc="0" normalizeH="0" baseline="0" noProof="0" dirty="0">
                <a:ln>
                  <a:noFill/>
                </a:ln>
                <a:solidFill>
                  <a:schemeClr val="tx1"/>
                </a:solidFill>
                <a:effectLst/>
                <a:uLnTx/>
                <a:uFillTx/>
                <a:latin typeface="+mn-lt"/>
                <a:ea typeface="MS PGothic" panose="020B0600070205080204" pitchFamily="34" charset="-128"/>
                <a:cs typeface="MS PGothic" panose="020B0600070205080204" pitchFamily="34" charset="-128"/>
              </a:rPr>
              <a:t>Reasons:</a:t>
            </a:r>
            <a:endParaRPr kumimoji="1" lang="en-US" altLang="zh-CN" sz="1800" b="0" i="0" u="none" strike="noStrike" kern="0" cap="none" spc="0" normalizeH="0" baseline="0" noProof="0" dirty="0">
              <a:ln>
                <a:noFill/>
              </a:ln>
              <a:solidFill>
                <a:schemeClr val="tx1"/>
              </a:solidFill>
              <a:effectLst/>
              <a:uLnTx/>
              <a:uFillTx/>
              <a:latin typeface="+mn-lt"/>
              <a:ea typeface="MS PGothic" panose="020B0600070205080204" pitchFamily="34" charset="-128"/>
              <a:cs typeface="MS PGothic" panose="020B0600070205080204" pitchFamily="34" charset="-128"/>
            </a:endParaRPr>
          </a:p>
          <a:p>
            <a:pPr marL="342900" marR="0" lvl="0" indent="-342900" algn="l" defTabSz="914400" rtl="0" eaLnBrk="0" fontAlgn="base" latinLnBrk="0" hangingPunct="0">
              <a:lnSpc>
                <a:spcPct val="100000"/>
              </a:lnSpc>
              <a:spcBef>
                <a:spcPct val="35000"/>
              </a:spcBef>
              <a:spcAft>
                <a:spcPct val="0"/>
              </a:spcAft>
              <a:buClr>
                <a:srgbClr val="993300"/>
              </a:buClr>
              <a:buSzPct val="90000"/>
              <a:buFont typeface="Wingdings" panose="05000000000000000000" pitchFamily="2" charset="2"/>
              <a:buChar char="q"/>
              <a:defRPr/>
            </a:pPr>
            <a:r>
              <a:rPr kumimoji="1" lang="en-US" altLang="en-US" sz="1800" b="0" i="0" u="none" strike="noStrike" kern="0" cap="none" spc="0" normalizeH="0" baseline="0" noProof="0" dirty="0">
                <a:ln>
                  <a:noFill/>
                </a:ln>
                <a:solidFill>
                  <a:schemeClr val="tx1"/>
                </a:solidFill>
                <a:effectLst/>
                <a:uLnTx/>
                <a:uFillTx/>
                <a:latin typeface="+mn-lt"/>
                <a:ea typeface="MS PGothic" panose="020B0600070205080204" pitchFamily="34" charset="-128"/>
                <a:cs typeface="MS PGothic" panose="020B0600070205080204" pitchFamily="34" charset="-128"/>
              </a:rPr>
              <a:t>A </a:t>
            </a:r>
            <a:r>
              <a:rPr kumimoji="1" lang="en-US" altLang="en-US" sz="1800" b="0" i="0" u="none" strike="noStrike" kern="0" cap="none" spc="0" normalizeH="0" baseline="0" noProof="0" dirty="0">
                <a:ln>
                  <a:noFill/>
                </a:ln>
                <a:solidFill>
                  <a:srgbClr val="0000FF"/>
                </a:solidFill>
                <a:effectLst/>
                <a:uLnTx/>
                <a:uFillTx/>
                <a:latin typeface="+mn-lt"/>
                <a:ea typeface="MS PGothic" panose="020B0600070205080204" pitchFamily="34" charset="-128"/>
                <a:cs typeface="MS PGothic" panose="020B0600070205080204" pitchFamily="34" charset="-128"/>
              </a:rPr>
              <a:t>younger process</a:t>
            </a:r>
            <a:r>
              <a:rPr kumimoji="1" lang="en-US" altLang="en-US" sz="1800" b="0" i="0" u="none" strike="noStrike" kern="0" cap="none" spc="0" normalizeH="0" baseline="0" noProof="0" dirty="0">
                <a:ln>
                  <a:noFill/>
                </a:ln>
                <a:solidFill>
                  <a:schemeClr val="tx1"/>
                </a:solidFill>
                <a:effectLst/>
                <a:uLnTx/>
                <a:uFillTx/>
                <a:latin typeface="+mn-lt"/>
                <a:ea typeface="MS PGothic" panose="020B0600070205080204" pitchFamily="34" charset="-128"/>
                <a:cs typeface="MS PGothic" panose="020B0600070205080204" pitchFamily="34" charset="-128"/>
              </a:rPr>
              <a:t> </a:t>
            </a:r>
            <a:r>
              <a:rPr kumimoji="1" lang="en-US" altLang="en-US" sz="1800" b="0" i="0" u="none" strike="noStrike" kern="0" cap="none" spc="0" normalizeH="0" baseline="0" noProof="0" dirty="0">
                <a:ln>
                  <a:noFill/>
                </a:ln>
                <a:solidFill>
                  <a:srgbClr val="FF0000"/>
                </a:solidFill>
                <a:effectLst/>
                <a:uLnTx/>
                <a:uFillTx/>
                <a:latin typeface="+mn-lt"/>
                <a:ea typeface="MS PGothic" panose="020B0600070205080204" pitchFamily="34" charset="-128"/>
                <a:cs typeface="MS PGothic" panose="020B0600070205080204" pitchFamily="34" charset="-128"/>
              </a:rPr>
              <a:t>starts later </a:t>
            </a:r>
            <a:r>
              <a:rPr kumimoji="1" lang="en-US" altLang="en-US" sz="1800" b="0" i="0" u="none" strike="noStrike" kern="0" cap="none" spc="0" normalizeH="0" baseline="0" noProof="0" dirty="0">
                <a:ln>
                  <a:noFill/>
                </a:ln>
                <a:solidFill>
                  <a:schemeClr val="tx1"/>
                </a:solidFill>
                <a:effectLst/>
                <a:uLnTx/>
                <a:uFillTx/>
                <a:latin typeface="+mn-lt"/>
                <a:ea typeface="MS PGothic" panose="020B0600070205080204" pitchFamily="34" charset="-128"/>
                <a:cs typeface="MS PGothic" panose="020B0600070205080204" pitchFamily="34" charset="-128"/>
              </a:rPr>
              <a:t>than an </a:t>
            </a:r>
            <a:r>
              <a:rPr kumimoji="1" lang="en-US" altLang="en-US" sz="1800" b="0" i="0" u="none" strike="noStrike" kern="0" cap="none" spc="0" normalizeH="0" baseline="0" noProof="0" dirty="0">
                <a:ln>
                  <a:noFill/>
                </a:ln>
                <a:solidFill>
                  <a:srgbClr val="0000FF"/>
                </a:solidFill>
                <a:effectLst/>
                <a:uLnTx/>
                <a:uFillTx/>
                <a:latin typeface="+mn-lt"/>
                <a:ea typeface="MS PGothic" panose="020B0600070205080204" pitchFamily="34" charset="-128"/>
                <a:cs typeface="MS PGothic" panose="020B0600070205080204" pitchFamily="34" charset="-128"/>
              </a:rPr>
              <a:t>older process</a:t>
            </a:r>
            <a:r>
              <a:rPr kumimoji="1" lang="en-US" altLang="en-US" sz="1800" b="0" i="0" u="none" strike="noStrike" kern="0" cap="none" spc="0" normalizeH="0" baseline="0" noProof="0" dirty="0">
                <a:ln>
                  <a:noFill/>
                </a:ln>
                <a:solidFill>
                  <a:schemeClr val="tx1"/>
                </a:solidFill>
                <a:effectLst/>
                <a:uLnTx/>
                <a:uFillTx/>
                <a:latin typeface="+mn-lt"/>
                <a:ea typeface="MS PGothic" panose="020B0600070205080204" pitchFamily="34" charset="-128"/>
                <a:cs typeface="MS PGothic" panose="020B0600070205080204" pitchFamily="34" charset="-128"/>
              </a:rPr>
              <a:t>:</a:t>
            </a:r>
            <a:endParaRPr kumimoji="1" lang="en-US" altLang="en-US" sz="1800" b="0" i="0" u="none" strike="noStrike" kern="0" cap="none" spc="0" normalizeH="0" baseline="0" noProof="0" dirty="0">
              <a:ln>
                <a:noFill/>
              </a:ln>
              <a:solidFill>
                <a:schemeClr val="tx1"/>
              </a:solidFill>
              <a:effectLst/>
              <a:uLnTx/>
              <a:uFillTx/>
              <a:latin typeface="+mn-lt"/>
              <a:ea typeface="MS PGothic" panose="020B0600070205080204" pitchFamily="34" charset="-128"/>
              <a:cs typeface="MS PGothic" panose="020B0600070205080204" pitchFamily="34" charset="-128"/>
            </a:endParaRPr>
          </a:p>
        </p:txBody>
      </p:sp>
      <p:sp>
        <p:nvSpPr>
          <p:cNvPr id="15" name="Rectangle 14"/>
          <p:cNvSpPr/>
          <p:nvPr/>
        </p:nvSpPr>
        <p:spPr bwMode="auto">
          <a:xfrm>
            <a:off x="890588" y="1490663"/>
            <a:ext cx="7796213" cy="1747838"/>
          </a:xfrm>
          <a:prstGeom prst="rect">
            <a:avLst/>
          </a:prstGeom>
          <a:solidFill>
            <a:schemeClr val="accent2">
              <a:lumMod val="20000"/>
              <a:lumOff val="80000"/>
            </a:schemeClr>
          </a:solidFill>
          <a:ln w="9525" cap="flat" cmpd="sng" algn="ctr">
            <a:solidFill>
              <a:schemeClr val="tx1"/>
            </a:solidFill>
            <a:prstDash val="solid"/>
            <a:round/>
            <a:headEnd type="none" w="med" len="med"/>
            <a:tailEnd type="none" w="med" len="med"/>
          </a:ln>
          <a:effectLst/>
        </p:spPr>
        <p:txBody>
          <a:bodyPr wrap="none"/>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Verdana" panose="020B0604030504040204" pitchFamily="34" charset="0"/>
              <a:ea typeface="MS PGothic" panose="020B0600070205080204" pitchFamily="34" charset="-128"/>
              <a:cs typeface="+mn-cs"/>
            </a:endParaRPr>
          </a:p>
        </p:txBody>
      </p:sp>
      <p:sp>
        <p:nvSpPr>
          <p:cNvPr id="16" name="TextBox 15"/>
          <p:cNvSpPr txBox="1"/>
          <p:nvPr/>
        </p:nvSpPr>
        <p:spPr>
          <a:xfrm>
            <a:off x="671513" y="1628775"/>
            <a:ext cx="7878763" cy="1019175"/>
          </a:xfrm>
          <a:prstGeom prst="rect">
            <a:avLst/>
          </a:prstGeom>
          <a:noFill/>
        </p:spPr>
        <p:txBody>
          <a:bodyPr>
            <a:spAutoFit/>
          </a:bodyPr>
          <a:lstStyle/>
          <a:p>
            <a:pPr marL="742950" marR="0" lvl="1" indent="-285750" algn="l" defTabSz="914400" rtl="0" eaLnBrk="0" fontAlgn="base" latinLnBrk="0" hangingPunct="0">
              <a:lnSpc>
                <a:spcPct val="100000"/>
              </a:lnSpc>
              <a:spcBef>
                <a:spcPct val="35000"/>
              </a:spcBef>
              <a:spcAft>
                <a:spcPct val="0"/>
              </a:spcAft>
              <a:buClr>
                <a:srgbClr val="CC6600"/>
              </a:buClr>
              <a:buSzPct val="80000"/>
              <a:buFont typeface="Wingdings" panose="05000000000000000000" pitchFamily="2" charset="2"/>
              <a:buChar char="Ø"/>
              <a:defRPr/>
            </a:pPr>
            <a:r>
              <a:rPr kumimoji="1" lang="en-US" altLang="zh-CN" sz="1800" b="0" i="0" u="none" strike="noStrike" kern="1200" cap="none" spc="0" normalizeH="0" baseline="0" noProof="0" dirty="0">
                <a:ln>
                  <a:noFill/>
                </a:ln>
                <a:solidFill>
                  <a:srgbClr val="000000"/>
                </a:solidFill>
                <a:effectLst/>
                <a:uLnTx/>
                <a:uFillTx/>
                <a:latin typeface="Helvetica"/>
                <a:ea typeface="MS PGothic" panose="020B0600070205080204" pitchFamily="34" charset="-128"/>
                <a:cs typeface="+mn-cs"/>
              </a:rPr>
              <a:t>The </a:t>
            </a:r>
            <a:r>
              <a:rPr kumimoji="1" lang="en-US" altLang="zh-CN" sz="1800" b="0" i="0" u="none" strike="noStrike" kern="1200" cap="none" spc="0" normalizeH="0" baseline="0" noProof="0" dirty="0">
                <a:ln>
                  <a:noFill/>
                </a:ln>
                <a:solidFill>
                  <a:srgbClr val="0000FF"/>
                </a:solidFill>
                <a:effectLst/>
                <a:uLnTx/>
                <a:uFillTx/>
                <a:latin typeface="Helvetica"/>
                <a:ea typeface="MS PGothic" panose="020B0600070205080204" pitchFamily="34" charset="-128"/>
                <a:cs typeface="+mn-cs"/>
              </a:rPr>
              <a:t>number of processes </a:t>
            </a:r>
            <a:r>
              <a:rPr kumimoji="1" lang="en-US" altLang="zh-CN" sz="1800" b="0" i="0" u="none" strike="noStrike" kern="1200" cap="none" spc="0" normalizeH="0" baseline="0" noProof="0" dirty="0">
                <a:ln>
                  <a:noFill/>
                </a:ln>
                <a:solidFill>
                  <a:srgbClr val="000000"/>
                </a:solidFill>
                <a:effectLst/>
                <a:uLnTx/>
                <a:uFillTx/>
                <a:latin typeface="Helvetica"/>
                <a:ea typeface="MS PGothic" panose="020B0600070205080204" pitchFamily="34" charset="-128"/>
                <a:cs typeface="+mn-cs"/>
              </a:rPr>
              <a:t>that will be </a:t>
            </a:r>
            <a:r>
              <a:rPr kumimoji="1" lang="en-US" altLang="zh-CN" sz="1800" b="0" i="0" u="none" strike="noStrike" kern="1200" cap="none" spc="0" normalizeH="0" baseline="0" noProof="0" dirty="0">
                <a:ln>
                  <a:noFill/>
                </a:ln>
                <a:solidFill>
                  <a:srgbClr val="FF0000"/>
                </a:solidFill>
                <a:effectLst/>
                <a:uLnTx/>
                <a:uFillTx/>
                <a:latin typeface="Helvetica"/>
                <a:ea typeface="MS PGothic" panose="020B0600070205080204" pitchFamily="34" charset="-128"/>
                <a:cs typeface="+mn-cs"/>
              </a:rPr>
              <a:t>aborted</a:t>
            </a:r>
            <a:r>
              <a:rPr kumimoji="1" lang="en-US" altLang="zh-CN" sz="1800" b="0" i="0" u="none" strike="noStrike" kern="1200" cap="none" spc="0" normalizeH="0" baseline="0" noProof="0" dirty="0">
                <a:ln>
                  <a:noFill/>
                </a:ln>
                <a:solidFill>
                  <a:srgbClr val="000000"/>
                </a:solidFill>
                <a:effectLst/>
                <a:uLnTx/>
                <a:uFillTx/>
                <a:latin typeface="Helvetica"/>
                <a:ea typeface="MS PGothic" panose="020B0600070205080204" pitchFamily="34" charset="-128"/>
                <a:cs typeface="+mn-cs"/>
              </a:rPr>
              <a:t> in the </a:t>
            </a:r>
            <a:r>
              <a:rPr kumimoji="1" lang="en-US" altLang="zh-CN" sz="1800" b="0" i="0" u="none" strike="noStrike" kern="1200" cap="none" spc="0" normalizeH="0" baseline="0" noProof="0" dirty="0">
                <a:ln>
                  <a:noFill/>
                </a:ln>
                <a:solidFill>
                  <a:srgbClr val="0000FF"/>
                </a:solidFill>
                <a:effectLst/>
                <a:uLnTx/>
                <a:uFillTx/>
                <a:latin typeface="Helvetica"/>
                <a:ea typeface="MS PGothic" panose="020B0600070205080204" pitchFamily="34" charset="-128"/>
                <a:cs typeface="+mn-cs"/>
              </a:rPr>
              <a:t>wound-wait </a:t>
            </a:r>
            <a:r>
              <a:rPr kumimoji="1" lang="en-US" altLang="zh-CN" sz="1800" b="0" i="0" u="none" strike="noStrike" kern="1200" cap="none" spc="0" normalizeH="0" baseline="0" noProof="0" dirty="0">
                <a:ln>
                  <a:noFill/>
                </a:ln>
                <a:solidFill>
                  <a:srgbClr val="000000"/>
                </a:solidFill>
                <a:effectLst/>
                <a:uLnTx/>
                <a:uFillTx/>
                <a:latin typeface="Helvetica"/>
                <a:ea typeface="MS PGothic" panose="020B0600070205080204" pitchFamily="34" charset="-128"/>
                <a:cs typeface="+mn-cs"/>
              </a:rPr>
              <a:t>method will be </a:t>
            </a:r>
            <a:endParaRPr kumimoji="1" lang="en-US" altLang="zh-CN" sz="1800" b="1" i="0" u="none" strike="noStrike" kern="1200" cap="none" spc="0" normalizeH="0" baseline="0" noProof="0" dirty="0">
              <a:ln>
                <a:noFill/>
              </a:ln>
              <a:solidFill>
                <a:srgbClr val="0000FF"/>
              </a:solidFill>
              <a:effectLst/>
              <a:uLnTx/>
              <a:uFillTx/>
              <a:latin typeface="Helvetica"/>
              <a:ea typeface="MS PGothic" panose="020B0600070205080204" pitchFamily="34" charset="-128"/>
              <a:cs typeface="+mn-cs"/>
            </a:endParaRPr>
          </a:p>
          <a:p>
            <a:pPr marL="457200" marR="0" lvl="1" indent="0" algn="l" defTabSz="914400" rtl="0" eaLnBrk="0" fontAlgn="base" latinLnBrk="0" hangingPunct="0">
              <a:lnSpc>
                <a:spcPct val="100000"/>
              </a:lnSpc>
              <a:spcBef>
                <a:spcPct val="35000"/>
              </a:spcBef>
              <a:spcAft>
                <a:spcPct val="0"/>
              </a:spcAft>
              <a:buClr>
                <a:srgbClr val="CC6600"/>
              </a:buClr>
              <a:buSzPct val="80000"/>
              <a:buFontTx/>
              <a:buNone/>
              <a:defRPr/>
            </a:pPr>
            <a:endParaRPr kumimoji="1" lang="en-US" altLang="zh-CN" sz="1800" b="1" i="0" u="none" strike="noStrike" kern="1200" cap="none" spc="0" normalizeH="0" baseline="0" noProof="0" dirty="0">
              <a:ln>
                <a:noFill/>
              </a:ln>
              <a:solidFill>
                <a:srgbClr val="FF0000"/>
              </a:solidFill>
              <a:effectLst/>
              <a:uLnTx/>
              <a:uFillTx/>
              <a:latin typeface="Helvetica"/>
              <a:ea typeface="MS PGothic" panose="020B0600070205080204" pitchFamily="34" charset="-128"/>
              <a:cs typeface="+mn-cs"/>
            </a:endParaRPr>
          </a:p>
        </p:txBody>
      </p:sp>
      <p:sp>
        <p:nvSpPr>
          <p:cNvPr id="17" name="Rectangle 16"/>
          <p:cNvSpPr/>
          <p:nvPr/>
        </p:nvSpPr>
        <p:spPr bwMode="auto">
          <a:xfrm>
            <a:off x="1509713" y="2333625"/>
            <a:ext cx="7040563" cy="812800"/>
          </a:xfrm>
          <a:prstGeom prst="rect">
            <a:avLst/>
          </a:prstGeom>
          <a:solidFill>
            <a:schemeClr val="bg2">
              <a:lumMod val="20000"/>
              <a:lumOff val="80000"/>
            </a:schemeClr>
          </a:solidFill>
          <a:ln w="19050" cap="flat" cmpd="sng" algn="ctr">
            <a:solidFill>
              <a:schemeClr val="tx1"/>
            </a:solidFill>
            <a:prstDash val="solid"/>
            <a:round/>
            <a:headEnd type="none" w="med" len="med"/>
            <a:tailEnd type="none" w="med" len="med"/>
          </a:ln>
          <a:effectLst/>
        </p:spPr>
        <p:txBody>
          <a:bodyPr wrap="none"/>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Verdana" panose="020B0604030504040204" pitchFamily="34" charset="0"/>
              <a:ea typeface="MS PGothic" panose="020B0600070205080204" pitchFamily="34" charset="-128"/>
              <a:cs typeface="+mn-cs"/>
            </a:endParaRPr>
          </a:p>
        </p:txBody>
      </p:sp>
      <p:sp>
        <p:nvSpPr>
          <p:cNvPr id="150535" name="TextBox 17"/>
          <p:cNvSpPr txBox="1"/>
          <p:nvPr/>
        </p:nvSpPr>
        <p:spPr>
          <a:xfrm>
            <a:off x="1509713" y="2425700"/>
            <a:ext cx="7040562" cy="646113"/>
          </a:xfrm>
          <a:prstGeom prst="rect">
            <a:avLst/>
          </a:prstGeom>
          <a:noFill/>
          <a:ln w="9525">
            <a:noFill/>
          </a:ln>
        </p:spPr>
        <p:txBody>
          <a:bodyPr>
            <a:spAutoFit/>
          </a:bodyPr>
          <a:lstStyle>
            <a:lvl1pPr marL="342900" indent="-342900" algn="l" rtl="0" eaLnBrk="0" fontAlgn="base" hangingPunct="0">
              <a:spcBef>
                <a:spcPct val="35000"/>
              </a:spcBef>
              <a:spcAft>
                <a:spcPct val="0"/>
              </a:spcAft>
              <a:buClr>
                <a:srgbClr val="993300"/>
              </a:buClr>
              <a:buSzPct val="90000"/>
              <a:buFont typeface="Monotype Sorts" pitchFamily="-84" charset="2"/>
              <a:buChar char="n"/>
              <a:defRPr kumimoji="1">
                <a:solidFill>
                  <a:schemeClr val="tx1"/>
                </a:solidFill>
                <a:latin typeface="+mn-lt"/>
                <a:ea typeface="MS PGothic" panose="020B0600070205080204" pitchFamily="34" charset="-128"/>
                <a:cs typeface="MS PGothic" panose="020B0600070205080204" pitchFamily="34" charset="-128"/>
              </a:defRPr>
            </a:lvl1pPr>
            <a:lvl2pPr marL="742950" indent="-285750" algn="l" rtl="0" eaLnBrk="0" fontAlgn="base" hangingPunct="0">
              <a:spcBef>
                <a:spcPct val="35000"/>
              </a:spcBef>
              <a:spcAft>
                <a:spcPct val="0"/>
              </a:spcAft>
              <a:buClr>
                <a:srgbClr val="CC6600"/>
              </a:buClr>
              <a:buSzPct val="80000"/>
              <a:buFont typeface="Monotype Sorts" pitchFamily="-84" charset="2"/>
              <a:buChar char="l"/>
              <a:defRPr kumimoji="1">
                <a:solidFill>
                  <a:schemeClr val="tx1"/>
                </a:solidFill>
                <a:latin typeface="+mn-lt"/>
                <a:ea typeface="MS PGothic" panose="020B0600070205080204" pitchFamily="34" charset="-128"/>
              </a:defRPr>
            </a:lvl2pPr>
            <a:lvl3pPr marL="1085850"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a:solidFill>
                  <a:schemeClr val="tx1"/>
                </a:solidFill>
                <a:latin typeface="+mn-lt"/>
                <a:ea typeface="MS PGothic" panose="020B0600070205080204" pitchFamily="34" charset="-128"/>
              </a:defRPr>
            </a:lvl3pPr>
            <a:lvl4pPr marL="1428750" indent="-228600" algn="l" rtl="0" eaLnBrk="0" fontAlgn="base" hangingPunct="0">
              <a:spcBef>
                <a:spcPct val="35000"/>
              </a:spcBef>
              <a:spcAft>
                <a:spcPct val="0"/>
              </a:spcAft>
              <a:buClr>
                <a:schemeClr val="hlink"/>
              </a:buClr>
              <a:buSzPct val="75000"/>
              <a:buChar char="–"/>
              <a:defRPr kumimoji="1">
                <a:solidFill>
                  <a:schemeClr val="tx1"/>
                </a:solidFill>
                <a:latin typeface="+mn-lt"/>
                <a:ea typeface="MS PGothic" panose="020B0600070205080204" pitchFamily="34" charset="-128"/>
              </a:defRPr>
            </a:lvl4pPr>
            <a:lvl5pPr marL="17716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anose="020B0600070205080204" pitchFamily="34" charset="-128"/>
              </a:defRPr>
            </a:lvl5pPr>
          </a:lstStyle>
          <a:p>
            <a:pPr marL="0" lvl="0" indent="0">
              <a:spcBef>
                <a:spcPct val="0"/>
              </a:spcBef>
              <a:buClrTx/>
              <a:buSzTx/>
              <a:buFontTx/>
              <a:buNone/>
            </a:pPr>
            <a:r>
              <a:rPr lang="en-US" altLang="zh-CN" dirty="0">
                <a:solidFill>
                  <a:srgbClr val="FF0000"/>
                </a:solidFill>
              </a:rPr>
              <a:t>lower than </a:t>
            </a:r>
            <a:r>
              <a:rPr lang="en-US" altLang="zh-CN" dirty="0">
                <a:solidFill>
                  <a:srgbClr val="0000FF"/>
                </a:solidFill>
              </a:rPr>
              <a:t>number of processes </a:t>
            </a:r>
            <a:r>
              <a:rPr lang="en-US" altLang="zh-CN" dirty="0">
                <a:solidFill>
                  <a:srgbClr val="000000"/>
                </a:solidFill>
              </a:rPr>
              <a:t>that will be </a:t>
            </a:r>
            <a:r>
              <a:rPr lang="en-US" altLang="zh-CN" dirty="0">
                <a:solidFill>
                  <a:srgbClr val="FF0000"/>
                </a:solidFill>
              </a:rPr>
              <a:t>aborted</a:t>
            </a:r>
            <a:r>
              <a:rPr lang="en-US" altLang="zh-CN" dirty="0">
                <a:solidFill>
                  <a:srgbClr val="000000"/>
                </a:solidFill>
              </a:rPr>
              <a:t> in the </a:t>
            </a:r>
            <a:r>
              <a:rPr lang="en-US" altLang="zh-CN" dirty="0">
                <a:solidFill>
                  <a:srgbClr val="0000FF"/>
                </a:solidFill>
              </a:rPr>
              <a:t>wait-die </a:t>
            </a:r>
            <a:r>
              <a:rPr lang="en-US" altLang="zh-CN" dirty="0">
                <a:solidFill>
                  <a:srgbClr val="000000"/>
                </a:solidFill>
              </a:rPr>
              <a:t>method</a:t>
            </a:r>
            <a:endParaRPr lang="en-US" altLang="zh-CN" dirty="0">
              <a:solidFill>
                <a:srgbClr val="000000"/>
              </a:solidFill>
            </a:endParaRPr>
          </a:p>
        </p:txBody>
      </p:sp>
      <p:pic>
        <p:nvPicPr>
          <p:cNvPr id="150536" name="Picture 2"/>
          <p:cNvPicPr>
            <a:picLocks noChangeAspect="1"/>
          </p:cNvPicPr>
          <p:nvPr/>
        </p:nvPicPr>
        <p:blipFill>
          <a:blip r:embed="rId1"/>
          <a:stretch>
            <a:fillRect/>
          </a:stretch>
        </p:blipFill>
        <p:spPr>
          <a:xfrm>
            <a:off x="1747838" y="4525963"/>
            <a:ext cx="3481387" cy="873125"/>
          </a:xfrm>
          <a:prstGeom prst="rect">
            <a:avLst/>
          </a:prstGeom>
          <a:noFill/>
          <a:ln w="9525">
            <a:noFill/>
          </a:ln>
        </p:spPr>
      </p:pic>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2578" name="Rectangle 2"/>
          <p:cNvSpPr>
            <a:spLocks noGrp="1"/>
          </p:cNvSpPr>
          <p:nvPr>
            <p:ph type="title"/>
          </p:nvPr>
        </p:nvSpPr>
        <p:spPr>
          <a:xfrm>
            <a:off x="1109663" y="214313"/>
            <a:ext cx="7577137" cy="576262"/>
          </a:xfrm>
        </p:spPr>
        <p:txBody>
          <a:bodyPr vert="horz" wrap="square" lIns="91440" tIns="45720" rIns="91440" bIns="45720" anchor="b" anchorCtr="0"/>
          <a:p>
            <a:pPr eaLnBrk="1" hangingPunct="1"/>
            <a:r>
              <a:rPr lang="en-US" altLang="zh-CN" dirty="0"/>
              <a:t>Comparing</a:t>
            </a:r>
            <a:endParaRPr lang="en-US" altLang="en-US" dirty="0"/>
          </a:p>
        </p:txBody>
      </p:sp>
      <p:sp>
        <p:nvSpPr>
          <p:cNvPr id="152579" name="Rectangle 3"/>
          <p:cNvSpPr>
            <a:spLocks noGrp="1"/>
          </p:cNvSpPr>
          <p:nvPr>
            <p:ph idx="1"/>
          </p:nvPr>
        </p:nvSpPr>
        <p:spPr>
          <a:xfrm>
            <a:off x="477838" y="1030288"/>
            <a:ext cx="8267700" cy="1817687"/>
          </a:xfrm>
        </p:spPr>
        <p:txBody>
          <a:bodyPr vert="horz" wrap="square" lIns="91440" tIns="45720" rIns="91440" bIns="45720" anchor="t" anchorCtr="0"/>
          <a:p>
            <a:pPr>
              <a:buFont typeface="Wingdings" panose="05000000000000000000" pitchFamily="2" charset="2"/>
              <a:buChar char="q"/>
            </a:pPr>
            <a:r>
              <a:rPr lang="en-US" altLang="en-US" dirty="0"/>
              <a:t>By the time that the </a:t>
            </a:r>
            <a:r>
              <a:rPr lang="en-US" altLang="en-US" dirty="0">
                <a:solidFill>
                  <a:srgbClr val="0000FF"/>
                </a:solidFill>
              </a:rPr>
              <a:t>younger process T2 </a:t>
            </a:r>
            <a:r>
              <a:rPr lang="en-US" altLang="en-US" dirty="0">
                <a:solidFill>
                  <a:srgbClr val="FF0000"/>
                </a:solidFill>
              </a:rPr>
              <a:t>starts</a:t>
            </a:r>
            <a:r>
              <a:rPr lang="en-US" altLang="en-US" dirty="0"/>
              <a:t>, the </a:t>
            </a:r>
            <a:r>
              <a:rPr lang="en-US" altLang="en-US" dirty="0">
                <a:solidFill>
                  <a:srgbClr val="0000FF"/>
                </a:solidFill>
              </a:rPr>
              <a:t>older process T1</a:t>
            </a:r>
            <a:r>
              <a:rPr lang="en-US" altLang="en-US" dirty="0"/>
              <a:t> will have </a:t>
            </a:r>
            <a:r>
              <a:rPr lang="en-US" altLang="en-US" dirty="0">
                <a:solidFill>
                  <a:srgbClr val="FF0000"/>
                </a:solidFill>
              </a:rPr>
              <a:t>obtained most of their locks</a:t>
            </a:r>
            <a:r>
              <a:rPr lang="en-US" altLang="en-US" dirty="0"/>
              <a:t>:</a:t>
            </a:r>
            <a:endParaRPr lang="en-US" altLang="en-US" dirty="0"/>
          </a:p>
          <a:p>
            <a:pPr>
              <a:buFont typeface="Wingdings" panose="05000000000000000000" pitchFamily="2" charset="2"/>
              <a:buChar char="q"/>
            </a:pPr>
            <a:endParaRPr lang="en-US" altLang="en-US" dirty="0"/>
          </a:p>
          <a:p>
            <a:pPr>
              <a:buFont typeface="Wingdings" panose="05000000000000000000" pitchFamily="2" charset="2"/>
              <a:buChar char="q"/>
            </a:pPr>
            <a:endParaRPr lang="en-US" altLang="en-US" dirty="0"/>
          </a:p>
          <a:p>
            <a:pPr>
              <a:buFont typeface="Wingdings" panose="05000000000000000000" pitchFamily="2" charset="2"/>
              <a:buChar char="q"/>
            </a:pPr>
            <a:endParaRPr lang="en-US" altLang="en-US" dirty="0"/>
          </a:p>
          <a:p>
            <a:pPr>
              <a:buFont typeface="Wingdings" panose="05000000000000000000" pitchFamily="2" charset="2"/>
              <a:buChar char="q"/>
            </a:pPr>
            <a:endParaRPr lang="en-US" altLang="en-US" dirty="0"/>
          </a:p>
          <a:p>
            <a:pPr>
              <a:buFont typeface="Wingdings" panose="05000000000000000000" pitchFamily="2" charset="2"/>
              <a:buChar char="q"/>
            </a:pPr>
            <a:endParaRPr lang="en-US" altLang="en-US" dirty="0"/>
          </a:p>
          <a:p>
            <a:pPr>
              <a:buFont typeface="Wingdings" panose="05000000000000000000" pitchFamily="2" charset="2"/>
              <a:buChar char="q"/>
            </a:pPr>
            <a:r>
              <a:rPr lang="en-US" altLang="en-US" dirty="0"/>
              <a:t>A </a:t>
            </a:r>
            <a:r>
              <a:rPr lang="en-US" altLang="en-US" dirty="0">
                <a:solidFill>
                  <a:srgbClr val="0000FF"/>
                </a:solidFill>
              </a:rPr>
              <a:t>younger</a:t>
            </a:r>
            <a:r>
              <a:rPr lang="en-US" altLang="en-US" dirty="0"/>
              <a:t> (just starting) </a:t>
            </a:r>
            <a:r>
              <a:rPr lang="en-US" altLang="en-US" dirty="0">
                <a:solidFill>
                  <a:srgbClr val="0000FF"/>
                </a:solidFill>
              </a:rPr>
              <a:t>process T2 </a:t>
            </a:r>
            <a:r>
              <a:rPr lang="en-US" altLang="en-US" dirty="0"/>
              <a:t>will make </a:t>
            </a:r>
            <a:r>
              <a:rPr lang="en-US" altLang="en-US" dirty="0">
                <a:solidFill>
                  <a:srgbClr val="FF0000"/>
                </a:solidFill>
              </a:rPr>
              <a:t>many lock requests </a:t>
            </a:r>
            <a:r>
              <a:rPr lang="en-US" altLang="en-US" dirty="0"/>
              <a:t>!!</a:t>
            </a:r>
            <a:endParaRPr lang="en-US" altLang="en-US" dirty="0"/>
          </a:p>
          <a:p>
            <a:pPr>
              <a:buFont typeface="Wingdings" panose="05000000000000000000" pitchFamily="2" charset="2"/>
              <a:buChar char="q"/>
            </a:pPr>
            <a:r>
              <a:rPr lang="en-US" altLang="en-US" dirty="0"/>
              <a:t>In the </a:t>
            </a:r>
            <a:r>
              <a:rPr lang="en-US" altLang="en-US" dirty="0">
                <a:solidFill>
                  <a:srgbClr val="FF0000"/>
                </a:solidFill>
              </a:rPr>
              <a:t>wound-wait </a:t>
            </a:r>
            <a:r>
              <a:rPr lang="en-US" altLang="en-US" dirty="0"/>
              <a:t>method, a </a:t>
            </a:r>
            <a:r>
              <a:rPr lang="en-US" altLang="en-US" dirty="0">
                <a:solidFill>
                  <a:srgbClr val="0000FF"/>
                </a:solidFill>
              </a:rPr>
              <a:t>younger</a:t>
            </a:r>
            <a:r>
              <a:rPr lang="en-US" altLang="en-US" dirty="0"/>
              <a:t> (just starting) </a:t>
            </a:r>
            <a:r>
              <a:rPr lang="en-US" altLang="en-US" dirty="0">
                <a:solidFill>
                  <a:srgbClr val="0000FF"/>
                </a:solidFill>
              </a:rPr>
              <a:t>proce</a:t>
            </a:r>
            <a:r>
              <a:rPr lang="en-US" altLang="zh-CN" dirty="0">
                <a:solidFill>
                  <a:srgbClr val="0000FF"/>
                </a:solidFill>
              </a:rPr>
              <a:t>ss</a:t>
            </a:r>
            <a:r>
              <a:rPr lang="en-US" altLang="en-US" dirty="0">
                <a:solidFill>
                  <a:srgbClr val="0000FF"/>
                </a:solidFill>
              </a:rPr>
              <a:t> T2</a:t>
            </a:r>
            <a:r>
              <a:rPr lang="en-US" altLang="en-US" dirty="0"/>
              <a:t> will </a:t>
            </a:r>
            <a:r>
              <a:rPr lang="en-US" altLang="en-US" dirty="0">
                <a:solidFill>
                  <a:srgbClr val="FF0000"/>
                </a:solidFill>
              </a:rPr>
              <a:t>wait (and not abort)</a:t>
            </a:r>
            <a:r>
              <a:rPr lang="en-US" altLang="en-US" dirty="0"/>
              <a:t> if T2 requests </a:t>
            </a:r>
            <a:r>
              <a:rPr lang="en-US" altLang="en-US" dirty="0">
                <a:solidFill>
                  <a:srgbClr val="FF0000"/>
                </a:solidFill>
              </a:rPr>
              <a:t>a lock held </a:t>
            </a:r>
            <a:r>
              <a:rPr lang="en-US" altLang="en-US" dirty="0"/>
              <a:t>by the older </a:t>
            </a:r>
            <a:r>
              <a:rPr lang="en-US" altLang="zh-CN" dirty="0"/>
              <a:t>process</a:t>
            </a:r>
            <a:r>
              <a:rPr lang="en-US" altLang="en-US" dirty="0"/>
              <a:t> T1:</a:t>
            </a:r>
            <a:endParaRPr lang="en-US" altLang="en-US" dirty="0"/>
          </a:p>
          <a:p>
            <a:pPr>
              <a:buFont typeface="Wingdings" panose="05000000000000000000" pitchFamily="2" charset="2"/>
              <a:buChar char="q"/>
            </a:pPr>
            <a:endParaRPr lang="en-US" altLang="en-US" dirty="0"/>
          </a:p>
        </p:txBody>
      </p:sp>
      <p:pic>
        <p:nvPicPr>
          <p:cNvPr id="152580" name="Picture 3"/>
          <p:cNvPicPr>
            <a:picLocks noChangeAspect="1"/>
          </p:cNvPicPr>
          <p:nvPr/>
        </p:nvPicPr>
        <p:blipFill>
          <a:blip r:embed="rId1"/>
          <a:stretch>
            <a:fillRect/>
          </a:stretch>
        </p:blipFill>
        <p:spPr>
          <a:xfrm>
            <a:off x="923925" y="1689100"/>
            <a:ext cx="3648075" cy="1628775"/>
          </a:xfrm>
          <a:prstGeom prst="rect">
            <a:avLst/>
          </a:prstGeom>
          <a:noFill/>
          <a:ln w="9525">
            <a:noFill/>
          </a:ln>
        </p:spPr>
      </p:pic>
      <p:pic>
        <p:nvPicPr>
          <p:cNvPr id="152581" name="Picture 4"/>
          <p:cNvPicPr>
            <a:picLocks noChangeAspect="1"/>
          </p:cNvPicPr>
          <p:nvPr/>
        </p:nvPicPr>
        <p:blipFill>
          <a:blip r:embed="rId2"/>
          <a:stretch>
            <a:fillRect/>
          </a:stretch>
        </p:blipFill>
        <p:spPr>
          <a:xfrm>
            <a:off x="923925" y="4629150"/>
            <a:ext cx="5438775" cy="1681163"/>
          </a:xfrm>
          <a:prstGeom prst="rect">
            <a:avLst/>
          </a:prstGeom>
          <a:noFill/>
          <a:ln w="9525">
            <a:noFill/>
          </a:ln>
        </p:spPr>
      </p:pic>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4626" name="Rectangle 2"/>
          <p:cNvSpPr>
            <a:spLocks noGrp="1"/>
          </p:cNvSpPr>
          <p:nvPr>
            <p:ph type="title"/>
          </p:nvPr>
        </p:nvSpPr>
        <p:spPr>
          <a:xfrm>
            <a:off x="1109663" y="214313"/>
            <a:ext cx="7577137" cy="576262"/>
          </a:xfrm>
        </p:spPr>
        <p:txBody>
          <a:bodyPr vert="horz" wrap="square" lIns="91440" tIns="45720" rIns="91440" bIns="45720" anchor="b" anchorCtr="0"/>
          <a:p>
            <a:pPr eaLnBrk="1" hangingPunct="1"/>
            <a:r>
              <a:rPr lang="en-US" altLang="zh-CN" dirty="0"/>
              <a:t>Comparing</a:t>
            </a:r>
            <a:endParaRPr lang="en-US" altLang="en-US" dirty="0"/>
          </a:p>
        </p:txBody>
      </p:sp>
      <p:sp>
        <p:nvSpPr>
          <p:cNvPr id="154627" name="Rectangle 3"/>
          <p:cNvSpPr>
            <a:spLocks noGrp="1"/>
          </p:cNvSpPr>
          <p:nvPr>
            <p:ph idx="1"/>
          </p:nvPr>
        </p:nvSpPr>
        <p:spPr>
          <a:xfrm>
            <a:off x="477838" y="1030288"/>
            <a:ext cx="8267700" cy="1817687"/>
          </a:xfrm>
        </p:spPr>
        <p:txBody>
          <a:bodyPr vert="horz" wrap="square" lIns="91440" tIns="45720" rIns="91440" bIns="45720" anchor="t" anchorCtr="0"/>
          <a:p>
            <a:pPr>
              <a:buFont typeface="Wingdings" panose="05000000000000000000" pitchFamily="2" charset="2"/>
              <a:buChar char="q"/>
            </a:pPr>
            <a:r>
              <a:rPr lang="en-US" altLang="en-US" dirty="0"/>
              <a:t>An </a:t>
            </a:r>
            <a:r>
              <a:rPr lang="en-US" altLang="en-US" dirty="0">
                <a:solidFill>
                  <a:srgbClr val="0000FF"/>
                </a:solidFill>
              </a:rPr>
              <a:t>older process (T1) </a:t>
            </a:r>
            <a:r>
              <a:rPr lang="en-US" altLang="en-US" dirty="0"/>
              <a:t>that requests a </a:t>
            </a:r>
            <a:r>
              <a:rPr lang="en-US" altLang="en-US" dirty="0">
                <a:solidFill>
                  <a:srgbClr val="FF0000"/>
                </a:solidFill>
              </a:rPr>
              <a:t>lock</a:t>
            </a:r>
            <a:r>
              <a:rPr lang="en-US" altLang="en-US" dirty="0"/>
              <a:t> can </a:t>
            </a:r>
            <a:r>
              <a:rPr lang="en-US" altLang="en-US" b="1" dirty="0">
                <a:solidFill>
                  <a:srgbClr val="FF0000"/>
                </a:solidFill>
              </a:rPr>
              <a:t>abort</a:t>
            </a:r>
            <a:r>
              <a:rPr lang="en-US" altLang="en-US" dirty="0"/>
              <a:t> a </a:t>
            </a:r>
            <a:r>
              <a:rPr lang="en-US" altLang="en-US" dirty="0">
                <a:solidFill>
                  <a:srgbClr val="0000FF"/>
                </a:solidFill>
              </a:rPr>
              <a:t>younger process (T2)</a:t>
            </a:r>
            <a:endParaRPr lang="en-US" altLang="en-US" dirty="0">
              <a:solidFill>
                <a:srgbClr val="0000FF"/>
              </a:solidFill>
            </a:endParaRPr>
          </a:p>
          <a:p>
            <a:pPr>
              <a:buFont typeface="Wingdings" panose="05000000000000000000" pitchFamily="2" charset="2"/>
              <a:buChar char="q"/>
            </a:pPr>
            <a:endParaRPr lang="en-US" altLang="en-US" dirty="0"/>
          </a:p>
          <a:p>
            <a:pPr>
              <a:buFont typeface="Wingdings" panose="05000000000000000000" pitchFamily="2" charset="2"/>
              <a:buChar char="q"/>
            </a:pPr>
            <a:endParaRPr lang="en-US" altLang="en-US" dirty="0"/>
          </a:p>
          <a:p>
            <a:pPr>
              <a:buFont typeface="Wingdings" panose="05000000000000000000" pitchFamily="2" charset="2"/>
              <a:buChar char="q"/>
            </a:pPr>
            <a:endParaRPr lang="en-US" altLang="en-US" dirty="0"/>
          </a:p>
          <a:p>
            <a:pPr>
              <a:buFont typeface="Wingdings" panose="05000000000000000000" pitchFamily="2" charset="2"/>
              <a:buChar char="q"/>
            </a:pPr>
            <a:endParaRPr lang="en-US" altLang="en-US" dirty="0"/>
          </a:p>
        </p:txBody>
      </p:sp>
      <p:pic>
        <p:nvPicPr>
          <p:cNvPr id="154628" name="Picture 1"/>
          <p:cNvPicPr>
            <a:picLocks noChangeAspect="1"/>
          </p:cNvPicPr>
          <p:nvPr/>
        </p:nvPicPr>
        <p:blipFill>
          <a:blip r:embed="rId1"/>
          <a:stretch>
            <a:fillRect/>
          </a:stretch>
        </p:blipFill>
        <p:spPr>
          <a:xfrm>
            <a:off x="1819275" y="1425575"/>
            <a:ext cx="4676775" cy="2400300"/>
          </a:xfrm>
          <a:prstGeom prst="rect">
            <a:avLst/>
          </a:prstGeom>
          <a:noFill/>
          <a:ln w="9525">
            <a:noFill/>
          </a:ln>
        </p:spPr>
      </p:pic>
      <p:sp>
        <p:nvSpPr>
          <p:cNvPr id="154629" name="Rectangle 2"/>
          <p:cNvSpPr/>
          <p:nvPr/>
        </p:nvSpPr>
        <p:spPr>
          <a:xfrm>
            <a:off x="520700" y="3902075"/>
            <a:ext cx="1298575" cy="368300"/>
          </a:xfrm>
          <a:prstGeom prst="rect">
            <a:avLst/>
          </a:prstGeom>
          <a:noFill/>
          <a:ln w="9525">
            <a:noFill/>
          </a:ln>
        </p:spPr>
        <p:txBody>
          <a:bodyPr wrap="none">
            <a:spAutoFit/>
          </a:bodyPr>
          <a:lstStyle>
            <a:lvl1pPr marL="342900" indent="-342900" algn="l" rtl="0" eaLnBrk="0" fontAlgn="base" hangingPunct="0">
              <a:spcBef>
                <a:spcPct val="35000"/>
              </a:spcBef>
              <a:spcAft>
                <a:spcPct val="0"/>
              </a:spcAft>
              <a:buClr>
                <a:srgbClr val="993300"/>
              </a:buClr>
              <a:buSzPct val="90000"/>
              <a:buFont typeface="Monotype Sorts" pitchFamily="-84" charset="2"/>
              <a:buChar char="n"/>
              <a:defRPr kumimoji="1">
                <a:solidFill>
                  <a:schemeClr val="tx1"/>
                </a:solidFill>
                <a:latin typeface="+mn-lt"/>
                <a:ea typeface="MS PGothic" panose="020B0600070205080204" pitchFamily="34" charset="-128"/>
                <a:cs typeface="MS PGothic" panose="020B0600070205080204" pitchFamily="34" charset="-128"/>
              </a:defRPr>
            </a:lvl1pPr>
            <a:lvl2pPr marL="742950" indent="-285750" algn="l" rtl="0" eaLnBrk="0" fontAlgn="base" hangingPunct="0">
              <a:spcBef>
                <a:spcPct val="35000"/>
              </a:spcBef>
              <a:spcAft>
                <a:spcPct val="0"/>
              </a:spcAft>
              <a:buClr>
                <a:srgbClr val="CC6600"/>
              </a:buClr>
              <a:buSzPct val="80000"/>
              <a:buFont typeface="Monotype Sorts" pitchFamily="-84" charset="2"/>
              <a:buChar char="l"/>
              <a:defRPr kumimoji="1">
                <a:solidFill>
                  <a:schemeClr val="tx1"/>
                </a:solidFill>
                <a:latin typeface="+mn-lt"/>
                <a:ea typeface="MS PGothic" panose="020B0600070205080204" pitchFamily="34" charset="-128"/>
              </a:defRPr>
            </a:lvl2pPr>
            <a:lvl3pPr marL="1085850"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a:solidFill>
                  <a:schemeClr val="tx1"/>
                </a:solidFill>
                <a:latin typeface="+mn-lt"/>
                <a:ea typeface="MS PGothic" panose="020B0600070205080204" pitchFamily="34" charset="-128"/>
              </a:defRPr>
            </a:lvl3pPr>
            <a:lvl4pPr marL="1428750" indent="-228600" algn="l" rtl="0" eaLnBrk="0" fontAlgn="base" hangingPunct="0">
              <a:spcBef>
                <a:spcPct val="35000"/>
              </a:spcBef>
              <a:spcAft>
                <a:spcPct val="0"/>
              </a:spcAft>
              <a:buClr>
                <a:schemeClr val="hlink"/>
              </a:buClr>
              <a:buSzPct val="75000"/>
              <a:buChar char="–"/>
              <a:defRPr kumimoji="1">
                <a:solidFill>
                  <a:schemeClr val="tx1"/>
                </a:solidFill>
                <a:latin typeface="+mn-lt"/>
                <a:ea typeface="MS PGothic" panose="020B0600070205080204" pitchFamily="34" charset="-128"/>
              </a:defRPr>
            </a:lvl4pPr>
            <a:lvl5pPr marL="17716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anose="020B0600070205080204" pitchFamily="34" charset="-128"/>
              </a:defRPr>
            </a:lvl5pPr>
          </a:lstStyle>
          <a:p>
            <a:pPr marL="0" lvl="0" indent="0">
              <a:spcBef>
                <a:spcPct val="0"/>
              </a:spcBef>
              <a:buClrTx/>
              <a:buSzTx/>
              <a:buFontTx/>
              <a:buNone/>
            </a:pPr>
            <a:r>
              <a:rPr lang="en-US" altLang="zh-CN" dirty="0">
                <a:solidFill>
                  <a:srgbClr val="000000"/>
                </a:solidFill>
                <a:latin typeface="Verdana" panose="020B0604030504040204" pitchFamily="34" charset="0"/>
              </a:rPr>
              <a:t>However:</a:t>
            </a:r>
            <a:endParaRPr lang="zh-CN" altLang="en-US" dirty="0">
              <a:solidFill>
                <a:srgbClr val="000000"/>
              </a:solidFill>
              <a:latin typeface="Verdana" panose="020B0604030504040204" pitchFamily="34" charset="0"/>
            </a:endParaRPr>
          </a:p>
        </p:txBody>
      </p:sp>
      <p:sp>
        <p:nvSpPr>
          <p:cNvPr id="8" name="Rectangle 7"/>
          <p:cNvSpPr/>
          <p:nvPr/>
        </p:nvSpPr>
        <p:spPr bwMode="auto">
          <a:xfrm>
            <a:off x="890588" y="4270375"/>
            <a:ext cx="7796213" cy="1238250"/>
          </a:xfrm>
          <a:prstGeom prst="rect">
            <a:avLst/>
          </a:prstGeom>
          <a:solidFill>
            <a:schemeClr val="accent2">
              <a:lumMod val="20000"/>
              <a:lumOff val="80000"/>
            </a:schemeClr>
          </a:solidFill>
          <a:ln w="9525" cap="flat" cmpd="sng" algn="ctr">
            <a:solidFill>
              <a:schemeClr val="tx1"/>
            </a:solidFill>
            <a:prstDash val="solid"/>
            <a:round/>
            <a:headEnd type="none" w="med" len="med"/>
            <a:tailEnd type="none" w="med" len="med"/>
          </a:ln>
          <a:effectLst/>
        </p:spPr>
        <p:txBody>
          <a:bodyPr wrap="none"/>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Verdana" panose="020B0604030504040204" pitchFamily="34" charset="0"/>
              <a:ea typeface="MS PGothic" panose="020B0600070205080204" pitchFamily="34" charset="-128"/>
              <a:cs typeface="+mn-cs"/>
            </a:endParaRPr>
          </a:p>
        </p:txBody>
      </p:sp>
      <p:sp>
        <p:nvSpPr>
          <p:cNvPr id="154631" name="TextBox 8"/>
          <p:cNvSpPr txBox="1"/>
          <p:nvPr/>
        </p:nvSpPr>
        <p:spPr>
          <a:xfrm>
            <a:off x="671513" y="4408488"/>
            <a:ext cx="7878762" cy="1019175"/>
          </a:xfrm>
          <a:prstGeom prst="rect">
            <a:avLst/>
          </a:prstGeom>
          <a:noFill/>
          <a:ln w="9525">
            <a:noFill/>
          </a:ln>
        </p:spPr>
        <p:txBody>
          <a:bodyPr>
            <a:spAutoFit/>
          </a:bodyPr>
          <a:lstStyle>
            <a:lvl1pPr marL="342900" indent="-342900" algn="l" rtl="0" eaLnBrk="0" fontAlgn="base" hangingPunct="0">
              <a:spcBef>
                <a:spcPct val="35000"/>
              </a:spcBef>
              <a:spcAft>
                <a:spcPct val="0"/>
              </a:spcAft>
              <a:buClr>
                <a:srgbClr val="993300"/>
              </a:buClr>
              <a:buSzPct val="90000"/>
              <a:buFont typeface="Monotype Sorts" pitchFamily="-84" charset="2"/>
              <a:buChar char="n"/>
              <a:defRPr kumimoji="1">
                <a:solidFill>
                  <a:schemeClr val="tx1"/>
                </a:solidFill>
                <a:latin typeface="+mn-lt"/>
                <a:ea typeface="MS PGothic" panose="020B0600070205080204" pitchFamily="34" charset="-128"/>
                <a:cs typeface="MS PGothic" panose="020B0600070205080204" pitchFamily="34" charset="-128"/>
              </a:defRPr>
            </a:lvl1pPr>
            <a:lvl2pPr marL="742950" indent="-285750" algn="l" rtl="0" eaLnBrk="0" fontAlgn="base" hangingPunct="0">
              <a:spcBef>
                <a:spcPct val="35000"/>
              </a:spcBef>
              <a:spcAft>
                <a:spcPct val="0"/>
              </a:spcAft>
              <a:buClr>
                <a:srgbClr val="CC6600"/>
              </a:buClr>
              <a:buSzPct val="80000"/>
              <a:buFont typeface="Monotype Sorts" pitchFamily="-84" charset="2"/>
              <a:buChar char="l"/>
              <a:defRPr kumimoji="1">
                <a:solidFill>
                  <a:schemeClr val="tx1"/>
                </a:solidFill>
                <a:latin typeface="+mn-lt"/>
                <a:ea typeface="MS PGothic" panose="020B0600070205080204" pitchFamily="34" charset="-128"/>
              </a:defRPr>
            </a:lvl2pPr>
            <a:lvl3pPr marL="1085850"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a:solidFill>
                  <a:schemeClr val="tx1"/>
                </a:solidFill>
                <a:latin typeface="+mn-lt"/>
                <a:ea typeface="MS PGothic" panose="020B0600070205080204" pitchFamily="34" charset="-128"/>
              </a:defRPr>
            </a:lvl3pPr>
            <a:lvl4pPr marL="1428750" indent="-228600" algn="l" rtl="0" eaLnBrk="0" fontAlgn="base" hangingPunct="0">
              <a:spcBef>
                <a:spcPct val="35000"/>
              </a:spcBef>
              <a:spcAft>
                <a:spcPct val="0"/>
              </a:spcAft>
              <a:buClr>
                <a:schemeClr val="hlink"/>
              </a:buClr>
              <a:buSzPct val="75000"/>
              <a:buChar char="–"/>
              <a:defRPr kumimoji="1">
                <a:solidFill>
                  <a:schemeClr val="tx1"/>
                </a:solidFill>
                <a:latin typeface="+mn-lt"/>
                <a:ea typeface="MS PGothic" panose="020B0600070205080204" pitchFamily="34" charset="-128"/>
              </a:defRPr>
            </a:lvl4pPr>
            <a:lvl5pPr marL="17716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anose="020B0600070205080204" pitchFamily="34" charset="-128"/>
              </a:defRPr>
            </a:lvl5pPr>
          </a:lstStyle>
          <a:p>
            <a:pPr marL="742950" lvl="1" indent="-285750">
              <a:buFont typeface="Wingdings" panose="05000000000000000000" pitchFamily="2" charset="2"/>
              <a:buChar char="Ø"/>
            </a:pPr>
            <a:r>
              <a:rPr lang="en-US" altLang="zh-CN" dirty="0">
                <a:solidFill>
                  <a:srgbClr val="000000"/>
                </a:solidFill>
              </a:rPr>
              <a:t>The event that </a:t>
            </a:r>
            <a:r>
              <a:rPr lang="en-US" altLang="zh-CN" dirty="0">
                <a:solidFill>
                  <a:srgbClr val="0000FF"/>
                </a:solidFill>
              </a:rPr>
              <a:t>older processes (T1) </a:t>
            </a:r>
            <a:r>
              <a:rPr lang="en-US" altLang="zh-CN" dirty="0">
                <a:solidFill>
                  <a:srgbClr val="000000"/>
                </a:solidFill>
              </a:rPr>
              <a:t>will request a </a:t>
            </a:r>
            <a:r>
              <a:rPr lang="en-US" altLang="zh-CN" dirty="0">
                <a:solidFill>
                  <a:srgbClr val="FF0000"/>
                </a:solidFill>
              </a:rPr>
              <a:t>lock</a:t>
            </a:r>
            <a:r>
              <a:rPr lang="en-US" altLang="zh-CN" dirty="0">
                <a:solidFill>
                  <a:srgbClr val="000000"/>
                </a:solidFill>
              </a:rPr>
              <a:t> is </a:t>
            </a:r>
            <a:r>
              <a:rPr lang="en-US" altLang="zh-CN" b="1" dirty="0">
                <a:solidFill>
                  <a:srgbClr val="FF0000"/>
                </a:solidFill>
              </a:rPr>
              <a:t>rare</a:t>
            </a:r>
            <a:endParaRPr lang="en-US" altLang="zh-CN" b="1" dirty="0">
              <a:solidFill>
                <a:srgbClr val="FF0000"/>
              </a:solidFill>
            </a:endParaRPr>
          </a:p>
          <a:p>
            <a:pPr marL="742950" lvl="1" indent="-285750">
              <a:buFont typeface="Wingdings" panose="05000000000000000000" pitchFamily="2" charset="2"/>
              <a:buChar char="Ø"/>
            </a:pPr>
            <a:r>
              <a:rPr lang="en-US" altLang="zh-CN" dirty="0">
                <a:solidFill>
                  <a:srgbClr val="000000"/>
                </a:solidFill>
              </a:rPr>
              <a:t>(because </a:t>
            </a:r>
            <a:r>
              <a:rPr lang="en-US" altLang="zh-CN" dirty="0">
                <a:solidFill>
                  <a:srgbClr val="0000FF"/>
                </a:solidFill>
              </a:rPr>
              <a:t>older processes (T1) </a:t>
            </a:r>
            <a:r>
              <a:rPr lang="en-US" altLang="zh-CN" dirty="0">
                <a:solidFill>
                  <a:srgbClr val="000000"/>
                </a:solidFill>
              </a:rPr>
              <a:t>have obtained </a:t>
            </a:r>
            <a:r>
              <a:rPr lang="en-US" altLang="zh-CN" dirty="0">
                <a:solidFill>
                  <a:srgbClr val="0000FF"/>
                </a:solidFill>
              </a:rPr>
              <a:t>most of their locks </a:t>
            </a:r>
            <a:r>
              <a:rPr lang="en-US" altLang="zh-CN" dirty="0">
                <a:solidFill>
                  <a:srgbClr val="000000"/>
                </a:solidFill>
              </a:rPr>
              <a:t>already)</a:t>
            </a:r>
            <a:endParaRPr lang="en-US" altLang="zh-CN" dirty="0">
              <a:solidFill>
                <a:srgbClr val="000000"/>
              </a:solidFill>
            </a:endParaRPr>
          </a:p>
        </p:txBody>
      </p:sp>
      <p:sp>
        <p:nvSpPr>
          <p:cNvPr id="154632" name="Rectangle 11"/>
          <p:cNvSpPr/>
          <p:nvPr/>
        </p:nvSpPr>
        <p:spPr>
          <a:xfrm>
            <a:off x="520700" y="5565775"/>
            <a:ext cx="1408113" cy="368300"/>
          </a:xfrm>
          <a:prstGeom prst="rect">
            <a:avLst/>
          </a:prstGeom>
          <a:noFill/>
          <a:ln w="9525">
            <a:noFill/>
          </a:ln>
        </p:spPr>
        <p:txBody>
          <a:bodyPr wrap="none">
            <a:spAutoFit/>
          </a:bodyPr>
          <a:lstStyle>
            <a:lvl1pPr marL="342900" indent="-342900" algn="l" rtl="0" eaLnBrk="0" fontAlgn="base" hangingPunct="0">
              <a:spcBef>
                <a:spcPct val="35000"/>
              </a:spcBef>
              <a:spcAft>
                <a:spcPct val="0"/>
              </a:spcAft>
              <a:buClr>
                <a:srgbClr val="993300"/>
              </a:buClr>
              <a:buSzPct val="90000"/>
              <a:buFont typeface="Monotype Sorts" pitchFamily="-84" charset="2"/>
              <a:buChar char="n"/>
              <a:defRPr kumimoji="1">
                <a:solidFill>
                  <a:schemeClr val="tx1"/>
                </a:solidFill>
                <a:latin typeface="+mn-lt"/>
                <a:ea typeface="MS PGothic" panose="020B0600070205080204" pitchFamily="34" charset="-128"/>
                <a:cs typeface="MS PGothic" panose="020B0600070205080204" pitchFamily="34" charset="-128"/>
              </a:defRPr>
            </a:lvl1pPr>
            <a:lvl2pPr marL="742950" indent="-285750" algn="l" rtl="0" eaLnBrk="0" fontAlgn="base" hangingPunct="0">
              <a:spcBef>
                <a:spcPct val="35000"/>
              </a:spcBef>
              <a:spcAft>
                <a:spcPct val="0"/>
              </a:spcAft>
              <a:buClr>
                <a:srgbClr val="CC6600"/>
              </a:buClr>
              <a:buSzPct val="80000"/>
              <a:buFont typeface="Monotype Sorts" pitchFamily="-84" charset="2"/>
              <a:buChar char="l"/>
              <a:defRPr kumimoji="1">
                <a:solidFill>
                  <a:schemeClr val="tx1"/>
                </a:solidFill>
                <a:latin typeface="+mn-lt"/>
                <a:ea typeface="MS PGothic" panose="020B0600070205080204" pitchFamily="34" charset="-128"/>
              </a:defRPr>
            </a:lvl2pPr>
            <a:lvl3pPr marL="1085850"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a:solidFill>
                  <a:schemeClr val="tx1"/>
                </a:solidFill>
                <a:latin typeface="+mn-lt"/>
                <a:ea typeface="MS PGothic" panose="020B0600070205080204" pitchFamily="34" charset="-128"/>
              </a:defRPr>
            </a:lvl3pPr>
            <a:lvl4pPr marL="1428750" indent="-228600" algn="l" rtl="0" eaLnBrk="0" fontAlgn="base" hangingPunct="0">
              <a:spcBef>
                <a:spcPct val="35000"/>
              </a:spcBef>
              <a:spcAft>
                <a:spcPct val="0"/>
              </a:spcAft>
              <a:buClr>
                <a:schemeClr val="hlink"/>
              </a:buClr>
              <a:buSzPct val="75000"/>
              <a:buChar char="–"/>
              <a:defRPr kumimoji="1">
                <a:solidFill>
                  <a:schemeClr val="tx1"/>
                </a:solidFill>
                <a:latin typeface="+mn-lt"/>
                <a:ea typeface="MS PGothic" panose="020B0600070205080204" pitchFamily="34" charset="-128"/>
              </a:defRPr>
            </a:lvl4pPr>
            <a:lvl5pPr marL="17716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anose="020B0600070205080204" pitchFamily="34" charset="-128"/>
              </a:defRPr>
            </a:lvl5pPr>
          </a:lstStyle>
          <a:p>
            <a:pPr marL="0" lvl="0" indent="0">
              <a:spcBef>
                <a:spcPct val="0"/>
              </a:spcBef>
              <a:buClrTx/>
              <a:buSzTx/>
              <a:buFontTx/>
              <a:buNone/>
            </a:pPr>
            <a:r>
              <a:rPr lang="en-US" altLang="zh-CN" dirty="0">
                <a:solidFill>
                  <a:srgbClr val="000000"/>
                </a:solidFill>
                <a:latin typeface="Verdana" panose="020B0604030504040204" pitchFamily="34" charset="0"/>
              </a:rPr>
              <a:t>Therefore:</a:t>
            </a:r>
            <a:endParaRPr lang="zh-CN" altLang="en-US" dirty="0">
              <a:solidFill>
                <a:srgbClr val="000000"/>
              </a:solidFill>
              <a:latin typeface="Verdana" panose="020B0604030504040204" pitchFamily="34" charset="0"/>
            </a:endParaRPr>
          </a:p>
        </p:txBody>
      </p:sp>
      <p:sp>
        <p:nvSpPr>
          <p:cNvPr id="13" name="Rectangle 12"/>
          <p:cNvSpPr/>
          <p:nvPr/>
        </p:nvSpPr>
        <p:spPr bwMode="auto">
          <a:xfrm>
            <a:off x="890588" y="5934075"/>
            <a:ext cx="7796213" cy="508000"/>
          </a:xfrm>
          <a:prstGeom prst="rect">
            <a:avLst/>
          </a:prstGeom>
          <a:solidFill>
            <a:schemeClr val="accent2">
              <a:lumMod val="20000"/>
              <a:lumOff val="80000"/>
            </a:schemeClr>
          </a:solidFill>
          <a:ln w="9525" cap="flat" cmpd="sng" algn="ctr">
            <a:solidFill>
              <a:schemeClr val="tx1"/>
            </a:solidFill>
            <a:prstDash val="solid"/>
            <a:round/>
            <a:headEnd type="none" w="med" len="med"/>
            <a:tailEnd type="none" w="med" len="med"/>
          </a:ln>
          <a:effectLst/>
        </p:spPr>
        <p:txBody>
          <a:bodyPr wrap="none"/>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Verdana" panose="020B0604030504040204" pitchFamily="34" charset="0"/>
              <a:ea typeface="MS PGothic" panose="020B0600070205080204" pitchFamily="34" charset="-128"/>
              <a:cs typeface="+mn-cs"/>
            </a:endParaRPr>
          </a:p>
        </p:txBody>
      </p:sp>
      <p:sp>
        <p:nvSpPr>
          <p:cNvPr id="154634" name="TextBox 13"/>
          <p:cNvSpPr txBox="1"/>
          <p:nvPr/>
        </p:nvSpPr>
        <p:spPr>
          <a:xfrm>
            <a:off x="671513" y="6008688"/>
            <a:ext cx="7878762" cy="368300"/>
          </a:xfrm>
          <a:prstGeom prst="rect">
            <a:avLst/>
          </a:prstGeom>
          <a:noFill/>
          <a:ln w="9525">
            <a:noFill/>
          </a:ln>
        </p:spPr>
        <p:txBody>
          <a:bodyPr>
            <a:spAutoFit/>
          </a:bodyPr>
          <a:lstStyle>
            <a:lvl1pPr marL="342900" indent="-342900" algn="l" rtl="0" eaLnBrk="0" fontAlgn="base" hangingPunct="0">
              <a:spcBef>
                <a:spcPct val="35000"/>
              </a:spcBef>
              <a:spcAft>
                <a:spcPct val="0"/>
              </a:spcAft>
              <a:buClr>
                <a:srgbClr val="993300"/>
              </a:buClr>
              <a:buSzPct val="90000"/>
              <a:buFont typeface="Monotype Sorts" pitchFamily="-84" charset="2"/>
              <a:buChar char="n"/>
              <a:defRPr kumimoji="1">
                <a:solidFill>
                  <a:schemeClr val="tx1"/>
                </a:solidFill>
                <a:latin typeface="+mn-lt"/>
                <a:ea typeface="MS PGothic" panose="020B0600070205080204" pitchFamily="34" charset="-128"/>
                <a:cs typeface="MS PGothic" panose="020B0600070205080204" pitchFamily="34" charset="-128"/>
              </a:defRPr>
            </a:lvl1pPr>
            <a:lvl2pPr marL="742950" indent="-285750" algn="l" rtl="0" eaLnBrk="0" fontAlgn="base" hangingPunct="0">
              <a:spcBef>
                <a:spcPct val="35000"/>
              </a:spcBef>
              <a:spcAft>
                <a:spcPct val="0"/>
              </a:spcAft>
              <a:buClr>
                <a:srgbClr val="CC6600"/>
              </a:buClr>
              <a:buSzPct val="80000"/>
              <a:buFont typeface="Monotype Sorts" pitchFamily="-84" charset="2"/>
              <a:buChar char="l"/>
              <a:defRPr kumimoji="1">
                <a:solidFill>
                  <a:schemeClr val="tx1"/>
                </a:solidFill>
                <a:latin typeface="+mn-lt"/>
                <a:ea typeface="MS PGothic" panose="020B0600070205080204" pitchFamily="34" charset="-128"/>
              </a:defRPr>
            </a:lvl2pPr>
            <a:lvl3pPr marL="1085850"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a:solidFill>
                  <a:schemeClr val="tx1"/>
                </a:solidFill>
                <a:latin typeface="+mn-lt"/>
                <a:ea typeface="MS PGothic" panose="020B0600070205080204" pitchFamily="34" charset="-128"/>
              </a:defRPr>
            </a:lvl3pPr>
            <a:lvl4pPr marL="1428750" indent="-228600" algn="l" rtl="0" eaLnBrk="0" fontAlgn="base" hangingPunct="0">
              <a:spcBef>
                <a:spcPct val="35000"/>
              </a:spcBef>
              <a:spcAft>
                <a:spcPct val="0"/>
              </a:spcAft>
              <a:buClr>
                <a:schemeClr val="hlink"/>
              </a:buClr>
              <a:buSzPct val="75000"/>
              <a:buChar char="–"/>
              <a:defRPr kumimoji="1">
                <a:solidFill>
                  <a:schemeClr val="tx1"/>
                </a:solidFill>
                <a:latin typeface="+mn-lt"/>
                <a:ea typeface="MS PGothic" panose="020B0600070205080204" pitchFamily="34" charset="-128"/>
              </a:defRPr>
            </a:lvl4pPr>
            <a:lvl5pPr marL="17716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anose="020B0600070205080204" pitchFamily="34" charset="-128"/>
              </a:defRPr>
            </a:lvl5pPr>
          </a:lstStyle>
          <a:p>
            <a:pPr marL="742950" lvl="1" indent="-285750">
              <a:buFont typeface="Wingdings" panose="05000000000000000000" pitchFamily="2" charset="2"/>
              <a:buChar char="Ø"/>
            </a:pPr>
            <a:r>
              <a:rPr lang="en-US" altLang="zh-CN" dirty="0">
                <a:solidFill>
                  <a:srgbClr val="000000"/>
                </a:solidFill>
              </a:rPr>
              <a:t>The </a:t>
            </a:r>
            <a:r>
              <a:rPr lang="en-US" altLang="zh-CN" dirty="0">
                <a:solidFill>
                  <a:srgbClr val="0000FF"/>
                </a:solidFill>
              </a:rPr>
              <a:t>number of aborts </a:t>
            </a:r>
            <a:r>
              <a:rPr lang="en-US" altLang="zh-CN" dirty="0">
                <a:solidFill>
                  <a:srgbClr val="000000"/>
                </a:solidFill>
              </a:rPr>
              <a:t>in </a:t>
            </a:r>
            <a:r>
              <a:rPr lang="en-US" altLang="zh-CN" dirty="0">
                <a:solidFill>
                  <a:srgbClr val="0000FF"/>
                </a:solidFill>
              </a:rPr>
              <a:t>wound-wait</a:t>
            </a:r>
            <a:r>
              <a:rPr lang="en-US" altLang="zh-CN" dirty="0">
                <a:solidFill>
                  <a:srgbClr val="000000"/>
                </a:solidFill>
              </a:rPr>
              <a:t> is relatively </a:t>
            </a:r>
            <a:r>
              <a:rPr lang="en-US" altLang="zh-CN" dirty="0">
                <a:solidFill>
                  <a:srgbClr val="FF0000"/>
                </a:solidFill>
              </a:rPr>
              <a:t>low</a:t>
            </a:r>
            <a:endParaRPr lang="en-US" altLang="zh-CN" dirty="0">
              <a:solidFill>
                <a:srgbClr val="FF0000"/>
              </a:solidFill>
            </a:endParaRP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6674" name="Rectangle 2"/>
          <p:cNvSpPr>
            <a:spLocks noGrp="1"/>
          </p:cNvSpPr>
          <p:nvPr>
            <p:ph type="title"/>
          </p:nvPr>
        </p:nvSpPr>
        <p:spPr>
          <a:xfrm>
            <a:off x="1109663" y="214313"/>
            <a:ext cx="7577137" cy="576262"/>
          </a:xfrm>
        </p:spPr>
        <p:txBody>
          <a:bodyPr vert="horz" wrap="square" lIns="91440" tIns="45720" rIns="91440" bIns="45720" anchor="b" anchorCtr="0"/>
          <a:p>
            <a:pPr eaLnBrk="1" hangingPunct="1"/>
            <a:r>
              <a:rPr lang="en-US" altLang="zh-CN" dirty="0"/>
              <a:t>Comparing</a:t>
            </a:r>
            <a:endParaRPr lang="en-US" altLang="en-US" dirty="0"/>
          </a:p>
        </p:txBody>
      </p:sp>
      <p:sp>
        <p:nvSpPr>
          <p:cNvPr id="156675" name="Rectangle 3"/>
          <p:cNvSpPr>
            <a:spLocks noGrp="1"/>
          </p:cNvSpPr>
          <p:nvPr>
            <p:ph idx="1"/>
          </p:nvPr>
        </p:nvSpPr>
        <p:spPr>
          <a:xfrm>
            <a:off x="477838" y="1030288"/>
            <a:ext cx="8267700" cy="428625"/>
          </a:xfrm>
        </p:spPr>
        <p:txBody>
          <a:bodyPr vert="horz" wrap="square" lIns="91440" tIns="45720" rIns="91440" bIns="45720" anchor="t" anchorCtr="0"/>
          <a:p>
            <a:pPr>
              <a:buFont typeface="Wingdings" panose="05000000000000000000" pitchFamily="2" charset="2"/>
              <a:buChar char="q"/>
            </a:pPr>
            <a:r>
              <a:rPr lang="en-US" altLang="en-US" dirty="0">
                <a:solidFill>
                  <a:srgbClr val="0000FF"/>
                </a:solidFill>
              </a:rPr>
              <a:t>Wait-die</a:t>
            </a:r>
            <a:r>
              <a:rPr lang="en-US" altLang="en-US" dirty="0"/>
              <a:t> method will have more </a:t>
            </a:r>
            <a:r>
              <a:rPr lang="en-US" altLang="en-US" dirty="0">
                <a:solidFill>
                  <a:srgbClr val="FF0000"/>
                </a:solidFill>
              </a:rPr>
              <a:t>aborts</a:t>
            </a:r>
            <a:r>
              <a:rPr lang="en-US" altLang="en-US" dirty="0"/>
              <a:t>:</a:t>
            </a:r>
            <a:endParaRPr lang="en-US" altLang="en-US" dirty="0"/>
          </a:p>
          <a:p>
            <a:pPr>
              <a:buFont typeface="Wingdings" panose="05000000000000000000" pitchFamily="2" charset="2"/>
              <a:buChar char="q"/>
            </a:pPr>
            <a:r>
              <a:rPr lang="en-US" altLang="en-US" dirty="0"/>
              <a:t>A </a:t>
            </a:r>
            <a:r>
              <a:rPr lang="en-US" altLang="en-US" dirty="0">
                <a:solidFill>
                  <a:srgbClr val="0000FF"/>
                </a:solidFill>
              </a:rPr>
              <a:t>younger process</a:t>
            </a:r>
            <a:r>
              <a:rPr lang="en-US" altLang="en-US" dirty="0"/>
              <a:t> </a:t>
            </a:r>
            <a:r>
              <a:rPr lang="en-US" altLang="en-US" dirty="0">
                <a:solidFill>
                  <a:srgbClr val="FF0000"/>
                </a:solidFill>
              </a:rPr>
              <a:t>starts later </a:t>
            </a:r>
            <a:r>
              <a:rPr lang="en-US" altLang="en-US" dirty="0"/>
              <a:t>than an </a:t>
            </a:r>
            <a:r>
              <a:rPr lang="en-US" altLang="en-US" dirty="0">
                <a:solidFill>
                  <a:srgbClr val="0000FF"/>
                </a:solidFill>
              </a:rPr>
              <a:t>older process</a:t>
            </a:r>
            <a:r>
              <a:rPr lang="en-US" altLang="en-US" dirty="0"/>
              <a:t>:</a:t>
            </a:r>
            <a:endParaRPr lang="en-US" altLang="en-US" dirty="0"/>
          </a:p>
        </p:txBody>
      </p:sp>
      <p:sp>
        <p:nvSpPr>
          <p:cNvPr id="9" name="Rectangle 3"/>
          <p:cNvSpPr txBox="1">
            <a:spLocks noChangeArrowheads="1"/>
          </p:cNvSpPr>
          <p:nvPr/>
        </p:nvSpPr>
        <p:spPr bwMode="auto">
          <a:xfrm>
            <a:off x="477838" y="2840038"/>
            <a:ext cx="8267700" cy="588963"/>
          </a:xfrm>
          <a:prstGeom prst="rect">
            <a:avLst/>
          </a:prstGeom>
          <a:noFill/>
          <a:ln>
            <a:noFill/>
          </a:ln>
        </p:spPr>
        <p:txBody>
          <a:bodyPr/>
          <a:lstStyle>
            <a:lvl1pPr marL="342900" indent="-342900" algn="l" rtl="0" eaLnBrk="0" fontAlgn="base" hangingPunct="0">
              <a:spcBef>
                <a:spcPct val="35000"/>
              </a:spcBef>
              <a:spcAft>
                <a:spcPct val="0"/>
              </a:spcAft>
              <a:buClr>
                <a:srgbClr val="993300"/>
              </a:buClr>
              <a:buSzPct val="90000"/>
              <a:buFont typeface="Monotype Sorts" pitchFamily="-84" charset="2"/>
              <a:buChar char="n"/>
              <a:defRPr kumimoji="1">
                <a:solidFill>
                  <a:schemeClr val="tx1"/>
                </a:solidFill>
                <a:latin typeface="+mn-lt"/>
                <a:ea typeface="MS PGothic" panose="020B0600070205080204" pitchFamily="34" charset="-128"/>
                <a:cs typeface="MS PGothic" panose="020B0600070205080204" pitchFamily="34" charset="-128"/>
              </a:defRPr>
            </a:lvl1pPr>
            <a:lvl2pPr marL="742950" indent="-285750" algn="l" rtl="0" eaLnBrk="0" fontAlgn="base" hangingPunct="0">
              <a:spcBef>
                <a:spcPct val="35000"/>
              </a:spcBef>
              <a:spcAft>
                <a:spcPct val="0"/>
              </a:spcAft>
              <a:buClr>
                <a:srgbClr val="CC6600"/>
              </a:buClr>
              <a:buSzPct val="80000"/>
              <a:buFont typeface="Monotype Sorts" pitchFamily="-84" charset="2"/>
              <a:buChar char="l"/>
              <a:defRPr kumimoji="1">
                <a:solidFill>
                  <a:schemeClr val="tx1"/>
                </a:solidFill>
                <a:latin typeface="+mn-lt"/>
                <a:ea typeface="MS PGothic" panose="020B0600070205080204" pitchFamily="34" charset="-128"/>
              </a:defRPr>
            </a:lvl2pPr>
            <a:lvl3pPr marL="1085850"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a:solidFill>
                  <a:schemeClr val="tx1"/>
                </a:solidFill>
                <a:latin typeface="+mn-lt"/>
                <a:ea typeface="MS PGothic" panose="020B0600070205080204" pitchFamily="34" charset="-128"/>
              </a:defRPr>
            </a:lvl3pPr>
            <a:lvl4pPr marL="1428750" indent="-228600" algn="l" rtl="0" eaLnBrk="0" fontAlgn="base" hangingPunct="0">
              <a:spcBef>
                <a:spcPct val="35000"/>
              </a:spcBef>
              <a:spcAft>
                <a:spcPct val="0"/>
              </a:spcAft>
              <a:buClr>
                <a:schemeClr val="hlink"/>
              </a:buClr>
              <a:buSzPct val="75000"/>
              <a:buChar char="–"/>
              <a:defRPr kumimoji="1">
                <a:solidFill>
                  <a:schemeClr val="tx1"/>
                </a:solidFill>
                <a:latin typeface="+mn-lt"/>
                <a:ea typeface="MS PGothic" panose="020B0600070205080204" pitchFamily="34" charset="-128"/>
              </a:defRPr>
            </a:lvl4pPr>
            <a:lvl5pPr marL="17716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anose="020B0600070205080204" pitchFamily="34" charset="-128"/>
              </a:defRPr>
            </a:lvl5pPr>
            <a:lvl6pPr marL="22288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anose="020B0600070205080204" pitchFamily="34" charset="-128"/>
              </a:defRPr>
            </a:lvl6pPr>
            <a:lvl7pPr marL="26860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anose="020B0600070205080204" pitchFamily="34" charset="-128"/>
              </a:defRPr>
            </a:lvl7pPr>
            <a:lvl8pPr marL="31432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anose="020B0600070205080204" pitchFamily="34" charset="-128"/>
              </a:defRPr>
            </a:lvl8pPr>
            <a:lvl9pPr marL="36004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anose="020B0600070205080204" pitchFamily="34" charset="-128"/>
              </a:defRPr>
            </a:lvl9pPr>
          </a:lstStyle>
          <a:p>
            <a:pPr marL="342900" marR="0" lvl="0" indent="-342900" algn="l" defTabSz="914400" rtl="0" eaLnBrk="0" fontAlgn="base" latinLnBrk="0" hangingPunct="0">
              <a:lnSpc>
                <a:spcPct val="100000"/>
              </a:lnSpc>
              <a:spcBef>
                <a:spcPct val="35000"/>
              </a:spcBef>
              <a:spcAft>
                <a:spcPct val="0"/>
              </a:spcAft>
              <a:buClr>
                <a:srgbClr val="993300"/>
              </a:buClr>
              <a:buSzPct val="90000"/>
              <a:buFont typeface="Wingdings" panose="05000000000000000000" pitchFamily="2" charset="2"/>
              <a:buChar char="q"/>
              <a:defRPr/>
            </a:pPr>
            <a:r>
              <a:rPr kumimoji="1" lang="en-US" altLang="en-US" sz="1800" b="0" i="0" u="none" strike="noStrike" kern="0" cap="none" spc="0" normalizeH="0" baseline="0" noProof="0" dirty="0">
                <a:ln>
                  <a:noFill/>
                </a:ln>
                <a:solidFill>
                  <a:srgbClr val="000000"/>
                </a:solidFill>
                <a:effectLst/>
                <a:uLnTx/>
                <a:uFillTx/>
                <a:latin typeface="+mn-lt"/>
                <a:ea typeface="MS PGothic" panose="020B0600070205080204" pitchFamily="34" charset="-128"/>
                <a:cs typeface="MS PGothic" panose="020B0600070205080204" pitchFamily="34" charset="-128"/>
              </a:rPr>
              <a:t>By the time that </a:t>
            </a:r>
            <a:r>
              <a:rPr kumimoji="1" lang="en-US" altLang="en-US" sz="1800" b="0" i="0" u="none" strike="noStrike" kern="0" cap="none" spc="0" normalizeH="0" baseline="0" noProof="0" dirty="0">
                <a:ln>
                  <a:noFill/>
                </a:ln>
                <a:solidFill>
                  <a:srgbClr val="0000FF"/>
                </a:solidFill>
                <a:effectLst/>
                <a:uLnTx/>
                <a:uFillTx/>
                <a:latin typeface="+mn-lt"/>
                <a:ea typeface="MS PGothic" panose="020B0600070205080204" pitchFamily="34" charset="-128"/>
                <a:cs typeface="MS PGothic" panose="020B0600070205080204" pitchFamily="34" charset="-128"/>
              </a:rPr>
              <a:t>T2 </a:t>
            </a:r>
            <a:r>
              <a:rPr kumimoji="1" lang="en-US" altLang="en-US" sz="1800" b="0" i="0" u="none" strike="noStrike" kern="0" cap="none" spc="0" normalizeH="0" baseline="0" noProof="0" dirty="0">
                <a:ln>
                  <a:noFill/>
                </a:ln>
                <a:solidFill>
                  <a:srgbClr val="FF0000"/>
                </a:solidFill>
                <a:effectLst/>
                <a:uLnTx/>
                <a:uFillTx/>
                <a:latin typeface="+mn-lt"/>
                <a:ea typeface="MS PGothic" panose="020B0600070205080204" pitchFamily="34" charset="-128"/>
                <a:cs typeface="MS PGothic" panose="020B0600070205080204" pitchFamily="34" charset="-128"/>
              </a:rPr>
              <a:t>starts</a:t>
            </a:r>
            <a:r>
              <a:rPr kumimoji="1" lang="en-US" altLang="en-US" sz="1800" b="0" i="0" u="none" strike="noStrike" kern="0" cap="none" spc="0" normalizeH="0" baseline="0" noProof="0" dirty="0">
                <a:ln>
                  <a:noFill/>
                </a:ln>
                <a:solidFill>
                  <a:srgbClr val="000000"/>
                </a:solidFill>
                <a:effectLst/>
                <a:uLnTx/>
                <a:uFillTx/>
                <a:latin typeface="+mn-lt"/>
                <a:ea typeface="MS PGothic" panose="020B0600070205080204" pitchFamily="34" charset="-128"/>
                <a:cs typeface="MS PGothic" panose="020B0600070205080204" pitchFamily="34" charset="-128"/>
              </a:rPr>
              <a:t>, the </a:t>
            </a:r>
            <a:r>
              <a:rPr kumimoji="1" lang="en-US" altLang="en-US" sz="1800" b="0" i="0" u="none" strike="noStrike" kern="0" cap="none" spc="0" normalizeH="0" baseline="0" noProof="0" dirty="0">
                <a:ln>
                  <a:noFill/>
                </a:ln>
                <a:solidFill>
                  <a:srgbClr val="0000FF"/>
                </a:solidFill>
                <a:effectLst/>
                <a:uLnTx/>
                <a:uFillTx/>
                <a:latin typeface="+mn-lt"/>
                <a:ea typeface="MS PGothic" panose="020B0600070205080204" pitchFamily="34" charset="-128"/>
                <a:cs typeface="MS PGothic" panose="020B0600070205080204" pitchFamily="34" charset="-128"/>
              </a:rPr>
              <a:t>older process T1</a:t>
            </a:r>
            <a:r>
              <a:rPr kumimoji="1" lang="en-US" altLang="en-US" sz="1800" b="0" i="0" u="none" strike="noStrike" kern="0" cap="none" spc="0" normalizeH="0" baseline="0" noProof="0" dirty="0">
                <a:ln>
                  <a:noFill/>
                </a:ln>
                <a:solidFill>
                  <a:srgbClr val="000000"/>
                </a:solidFill>
                <a:effectLst/>
                <a:uLnTx/>
                <a:uFillTx/>
                <a:latin typeface="+mn-lt"/>
                <a:ea typeface="MS PGothic" panose="020B0600070205080204" pitchFamily="34" charset="-128"/>
                <a:cs typeface="MS PGothic" panose="020B0600070205080204" pitchFamily="34" charset="-128"/>
              </a:rPr>
              <a:t> will have </a:t>
            </a:r>
            <a:r>
              <a:rPr kumimoji="1" lang="en-US" altLang="en-US" sz="1800" b="0" i="0" u="none" strike="noStrike" kern="0" cap="none" spc="0" normalizeH="0" baseline="0" noProof="0" dirty="0">
                <a:ln>
                  <a:noFill/>
                </a:ln>
                <a:solidFill>
                  <a:srgbClr val="FF0000"/>
                </a:solidFill>
                <a:effectLst/>
                <a:uLnTx/>
                <a:uFillTx/>
                <a:latin typeface="+mn-lt"/>
                <a:ea typeface="MS PGothic" panose="020B0600070205080204" pitchFamily="34" charset="-128"/>
                <a:cs typeface="MS PGothic" panose="020B0600070205080204" pitchFamily="34" charset="-128"/>
              </a:rPr>
              <a:t>obtained most of their locks</a:t>
            </a:r>
            <a:r>
              <a:rPr kumimoji="1" lang="en-US" altLang="en-US" sz="1800" b="0" i="0" u="none" strike="noStrike" kern="0" cap="none" spc="0" normalizeH="0" baseline="0" noProof="0" dirty="0">
                <a:ln>
                  <a:noFill/>
                </a:ln>
                <a:solidFill>
                  <a:srgbClr val="000000"/>
                </a:solidFill>
                <a:effectLst/>
                <a:uLnTx/>
                <a:uFillTx/>
                <a:latin typeface="+mn-lt"/>
                <a:ea typeface="MS PGothic" panose="020B0600070205080204" pitchFamily="34" charset="-128"/>
                <a:cs typeface="MS PGothic" panose="020B0600070205080204" pitchFamily="34" charset="-128"/>
              </a:rPr>
              <a:t>:</a:t>
            </a:r>
            <a:endParaRPr kumimoji="1" lang="en-US" altLang="en-US" sz="1800" b="0" i="0" u="none" strike="noStrike" kern="0" cap="none" spc="0" normalizeH="0" baseline="0" noProof="0" dirty="0">
              <a:ln>
                <a:noFill/>
              </a:ln>
              <a:solidFill>
                <a:srgbClr val="000000"/>
              </a:solidFill>
              <a:effectLst/>
              <a:uLnTx/>
              <a:uFillTx/>
              <a:latin typeface="+mn-lt"/>
              <a:ea typeface="MS PGothic" panose="020B0600070205080204" pitchFamily="34" charset="-128"/>
              <a:cs typeface="MS PGothic" panose="020B0600070205080204" pitchFamily="34" charset="-128"/>
            </a:endParaRPr>
          </a:p>
          <a:p>
            <a:pPr marL="342900" marR="0" lvl="0" indent="-342900" algn="l" defTabSz="914400" rtl="0" eaLnBrk="0" fontAlgn="base" latinLnBrk="0" hangingPunct="0">
              <a:lnSpc>
                <a:spcPct val="100000"/>
              </a:lnSpc>
              <a:spcBef>
                <a:spcPct val="35000"/>
              </a:spcBef>
              <a:spcAft>
                <a:spcPct val="0"/>
              </a:spcAft>
              <a:buClr>
                <a:srgbClr val="993300"/>
              </a:buClr>
              <a:buSzPct val="90000"/>
              <a:buFont typeface="Wingdings" panose="05000000000000000000" pitchFamily="2" charset="2"/>
              <a:buChar char="q"/>
              <a:defRPr/>
            </a:pPr>
            <a:endParaRPr kumimoji="1" lang="en-US" altLang="en-US" sz="1800" b="0" i="0" u="none" strike="noStrike" kern="0" cap="none" spc="0" normalizeH="0" baseline="0" noProof="0" dirty="0">
              <a:ln>
                <a:noFill/>
              </a:ln>
              <a:solidFill>
                <a:srgbClr val="000000"/>
              </a:solidFill>
              <a:effectLst/>
              <a:uLnTx/>
              <a:uFillTx/>
              <a:latin typeface="+mn-lt"/>
              <a:ea typeface="MS PGothic" panose="020B0600070205080204" pitchFamily="34" charset="-128"/>
              <a:cs typeface="MS PGothic" panose="020B0600070205080204" pitchFamily="34" charset="-128"/>
            </a:endParaRPr>
          </a:p>
          <a:p>
            <a:pPr marL="342900" marR="0" lvl="0" indent="-342900" algn="l" defTabSz="914400" rtl="0" eaLnBrk="0" fontAlgn="base" latinLnBrk="0" hangingPunct="0">
              <a:lnSpc>
                <a:spcPct val="100000"/>
              </a:lnSpc>
              <a:spcBef>
                <a:spcPct val="35000"/>
              </a:spcBef>
              <a:spcAft>
                <a:spcPct val="0"/>
              </a:spcAft>
              <a:buClr>
                <a:srgbClr val="993300"/>
              </a:buClr>
              <a:buSzPct val="90000"/>
              <a:buFont typeface="Wingdings" panose="05000000000000000000" pitchFamily="2" charset="2"/>
              <a:buChar char="q"/>
              <a:defRPr/>
            </a:pPr>
            <a:endParaRPr kumimoji="1" lang="en-US" altLang="en-US" sz="1800" b="0" i="0" u="none" strike="noStrike" kern="0" cap="none" spc="0" normalizeH="0" baseline="0" noProof="0" dirty="0">
              <a:ln>
                <a:noFill/>
              </a:ln>
              <a:solidFill>
                <a:srgbClr val="000000"/>
              </a:solidFill>
              <a:effectLst/>
              <a:uLnTx/>
              <a:uFillTx/>
              <a:latin typeface="+mn-lt"/>
              <a:ea typeface="MS PGothic" panose="020B0600070205080204" pitchFamily="34" charset="-128"/>
              <a:cs typeface="MS PGothic" panose="020B0600070205080204" pitchFamily="34" charset="-128"/>
            </a:endParaRPr>
          </a:p>
          <a:p>
            <a:pPr marL="342900" marR="0" lvl="0" indent="-342900" algn="l" defTabSz="914400" rtl="0" eaLnBrk="0" fontAlgn="base" latinLnBrk="0" hangingPunct="0">
              <a:lnSpc>
                <a:spcPct val="100000"/>
              </a:lnSpc>
              <a:spcBef>
                <a:spcPct val="35000"/>
              </a:spcBef>
              <a:spcAft>
                <a:spcPct val="0"/>
              </a:spcAft>
              <a:buClr>
                <a:srgbClr val="993300"/>
              </a:buClr>
              <a:buSzPct val="90000"/>
              <a:buFont typeface="Wingdings" panose="05000000000000000000" pitchFamily="2" charset="2"/>
              <a:buChar char="q"/>
              <a:defRPr/>
            </a:pPr>
            <a:endParaRPr kumimoji="1" lang="en-US" altLang="en-US" sz="1800" b="0" i="0" u="none" strike="noStrike" kern="0" cap="none" spc="0" normalizeH="0" baseline="0" noProof="0" dirty="0">
              <a:ln>
                <a:noFill/>
              </a:ln>
              <a:solidFill>
                <a:srgbClr val="000000"/>
              </a:solidFill>
              <a:effectLst/>
              <a:uLnTx/>
              <a:uFillTx/>
              <a:latin typeface="+mn-lt"/>
              <a:ea typeface="MS PGothic" panose="020B0600070205080204" pitchFamily="34" charset="-128"/>
              <a:cs typeface="MS PGothic" panose="020B0600070205080204" pitchFamily="34" charset="-128"/>
            </a:endParaRPr>
          </a:p>
        </p:txBody>
      </p:sp>
      <p:pic>
        <p:nvPicPr>
          <p:cNvPr id="156677" name="Picture 1"/>
          <p:cNvPicPr>
            <a:picLocks noChangeAspect="1"/>
          </p:cNvPicPr>
          <p:nvPr/>
        </p:nvPicPr>
        <p:blipFill>
          <a:blip r:embed="rId1"/>
          <a:stretch>
            <a:fillRect/>
          </a:stretch>
        </p:blipFill>
        <p:spPr>
          <a:xfrm>
            <a:off x="942975" y="1928813"/>
            <a:ext cx="3028950" cy="757237"/>
          </a:xfrm>
          <a:prstGeom prst="rect">
            <a:avLst/>
          </a:prstGeom>
          <a:noFill/>
          <a:ln w="9525">
            <a:noFill/>
          </a:ln>
        </p:spPr>
      </p:pic>
      <p:pic>
        <p:nvPicPr>
          <p:cNvPr id="156678" name="Picture 3"/>
          <p:cNvPicPr>
            <a:picLocks noChangeAspect="1"/>
          </p:cNvPicPr>
          <p:nvPr/>
        </p:nvPicPr>
        <p:blipFill>
          <a:blip r:embed="rId2"/>
          <a:stretch>
            <a:fillRect/>
          </a:stretch>
        </p:blipFill>
        <p:spPr>
          <a:xfrm>
            <a:off x="942975" y="3582988"/>
            <a:ext cx="4552950" cy="1960562"/>
          </a:xfrm>
          <a:prstGeom prst="rect">
            <a:avLst/>
          </a:prstGeom>
          <a:noFill/>
          <a:ln w="9525">
            <a:noFill/>
          </a:ln>
        </p:spPr>
      </p:pic>
      <p:sp>
        <p:nvSpPr>
          <p:cNvPr id="6" name="Rectangle 5"/>
          <p:cNvSpPr/>
          <p:nvPr/>
        </p:nvSpPr>
        <p:spPr>
          <a:xfrm>
            <a:off x="609600" y="5827713"/>
            <a:ext cx="7800975" cy="369888"/>
          </a:xfrm>
          <a:prstGeom prst="rect">
            <a:avLst/>
          </a:prstGeom>
        </p:spPr>
        <p:txBody>
          <a:bodyPr>
            <a:spAutoFit/>
          </a:bodyPr>
          <a:lstStyle/>
          <a:p>
            <a:pPr marL="342900" marR="0" lvl="0" indent="-342900" algn="l" defTabSz="914400" rtl="0" eaLnBrk="0" fontAlgn="base" latinLnBrk="0" hangingPunct="0">
              <a:lnSpc>
                <a:spcPct val="100000"/>
              </a:lnSpc>
              <a:spcBef>
                <a:spcPct val="35000"/>
              </a:spcBef>
              <a:spcAft>
                <a:spcPct val="0"/>
              </a:spcAft>
              <a:buClr>
                <a:srgbClr val="993300"/>
              </a:buClr>
              <a:buSzPct val="90000"/>
              <a:buFont typeface="Wingdings" panose="05000000000000000000" pitchFamily="2" charset="2"/>
              <a:buChar char="q"/>
              <a:defRPr/>
            </a:pPr>
            <a:r>
              <a:rPr kumimoji="1" lang="en-US" altLang="en-US" sz="1800" b="0" i="0" u="none" strike="noStrike" kern="0" cap="none" spc="0" normalizeH="0" baseline="0" noProof="0" dirty="0">
                <a:ln>
                  <a:noFill/>
                </a:ln>
                <a:solidFill>
                  <a:srgbClr val="000000"/>
                </a:solidFill>
                <a:effectLst/>
                <a:uLnTx/>
                <a:uFillTx/>
                <a:latin typeface="Helvetica"/>
                <a:ea typeface="MS PGothic" panose="020B0600070205080204" pitchFamily="34" charset="-128"/>
                <a:cs typeface="+mn-cs"/>
              </a:rPr>
              <a:t>A </a:t>
            </a:r>
            <a:r>
              <a:rPr kumimoji="1" lang="en-US" altLang="en-US" sz="1800" b="0" i="0" u="none" strike="noStrike" kern="0" cap="none" spc="0" normalizeH="0" baseline="0" noProof="0" dirty="0">
                <a:ln>
                  <a:noFill/>
                </a:ln>
                <a:solidFill>
                  <a:srgbClr val="0000FF"/>
                </a:solidFill>
                <a:effectLst/>
                <a:uLnTx/>
                <a:uFillTx/>
                <a:latin typeface="Helvetica"/>
                <a:ea typeface="MS PGothic" panose="020B0600070205080204" pitchFamily="34" charset="-128"/>
                <a:cs typeface="+mn-cs"/>
              </a:rPr>
              <a:t>younger</a:t>
            </a:r>
            <a:r>
              <a:rPr kumimoji="1" lang="en-US" altLang="en-US" sz="1800" b="0" i="0" u="none" strike="noStrike" kern="0" cap="none" spc="0" normalizeH="0" baseline="0" noProof="0" dirty="0">
                <a:ln>
                  <a:noFill/>
                </a:ln>
                <a:solidFill>
                  <a:srgbClr val="000000"/>
                </a:solidFill>
                <a:effectLst/>
                <a:uLnTx/>
                <a:uFillTx/>
                <a:latin typeface="Helvetica"/>
                <a:ea typeface="MS PGothic" panose="020B0600070205080204" pitchFamily="34" charset="-128"/>
                <a:cs typeface="+mn-cs"/>
              </a:rPr>
              <a:t> (just starting) </a:t>
            </a:r>
            <a:r>
              <a:rPr kumimoji="1" lang="en-US" altLang="en-US" sz="1800" b="0" i="0" u="none" strike="noStrike" kern="0" cap="none" spc="0" normalizeH="0" baseline="0" noProof="0" dirty="0">
                <a:ln>
                  <a:noFill/>
                </a:ln>
                <a:solidFill>
                  <a:srgbClr val="0000FF"/>
                </a:solidFill>
                <a:effectLst/>
                <a:uLnTx/>
                <a:uFillTx/>
                <a:latin typeface="Helvetica"/>
                <a:ea typeface="MS PGothic" panose="020B0600070205080204" pitchFamily="34" charset="-128"/>
                <a:cs typeface="+mn-cs"/>
              </a:rPr>
              <a:t>process T2 </a:t>
            </a:r>
            <a:r>
              <a:rPr kumimoji="1" lang="en-US" altLang="en-US" sz="1800" b="0" i="0" u="none" strike="noStrike" kern="0" cap="none" spc="0" normalizeH="0" baseline="0" noProof="0" dirty="0">
                <a:ln>
                  <a:noFill/>
                </a:ln>
                <a:solidFill>
                  <a:srgbClr val="000000"/>
                </a:solidFill>
                <a:effectLst/>
                <a:uLnTx/>
                <a:uFillTx/>
                <a:latin typeface="Helvetica"/>
                <a:ea typeface="MS PGothic" panose="020B0600070205080204" pitchFamily="34" charset="-128"/>
                <a:cs typeface="+mn-cs"/>
              </a:rPr>
              <a:t>will make </a:t>
            </a:r>
            <a:r>
              <a:rPr kumimoji="1" lang="en-US" altLang="en-US" sz="1800" b="0" i="0" u="none" strike="noStrike" kern="0" cap="none" spc="0" normalizeH="0" baseline="0" noProof="0" dirty="0">
                <a:ln>
                  <a:noFill/>
                </a:ln>
                <a:solidFill>
                  <a:srgbClr val="FF0000"/>
                </a:solidFill>
                <a:effectLst/>
                <a:uLnTx/>
                <a:uFillTx/>
                <a:latin typeface="Helvetica"/>
                <a:ea typeface="MS PGothic" panose="020B0600070205080204" pitchFamily="34" charset="-128"/>
                <a:cs typeface="+mn-cs"/>
              </a:rPr>
              <a:t>many lock requests </a:t>
            </a:r>
            <a:r>
              <a:rPr kumimoji="1" lang="en-US" altLang="en-US" sz="1800" b="0" i="0" u="none" strike="noStrike" kern="0" cap="none" spc="0" normalizeH="0" baseline="0" noProof="0" dirty="0">
                <a:ln>
                  <a:noFill/>
                </a:ln>
                <a:solidFill>
                  <a:srgbClr val="000000"/>
                </a:solidFill>
                <a:effectLst/>
                <a:uLnTx/>
                <a:uFillTx/>
                <a:latin typeface="Helvetica"/>
                <a:ea typeface="MS PGothic" panose="020B0600070205080204" pitchFamily="34" charset="-128"/>
                <a:cs typeface="+mn-cs"/>
              </a:rPr>
              <a:t>!!</a:t>
            </a:r>
            <a:endParaRPr kumimoji="1" lang="en-US" altLang="en-US" sz="1800" b="0" i="0" u="none" strike="noStrike" kern="0" cap="none" spc="0" normalizeH="0" baseline="0" noProof="0" dirty="0">
              <a:ln>
                <a:noFill/>
              </a:ln>
              <a:solidFill>
                <a:srgbClr val="000000"/>
              </a:solidFill>
              <a:effectLst/>
              <a:uLnTx/>
              <a:uFillTx/>
              <a:latin typeface="Helvetica"/>
              <a:ea typeface="MS PGothic" panose="020B0600070205080204" pitchFamily="34" charset="-128"/>
              <a:cs typeface="+mn-cs"/>
            </a:endParaRP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8722" name="Rectangle 2"/>
          <p:cNvSpPr>
            <a:spLocks noGrp="1"/>
          </p:cNvSpPr>
          <p:nvPr>
            <p:ph type="title"/>
          </p:nvPr>
        </p:nvSpPr>
        <p:spPr>
          <a:xfrm>
            <a:off x="1109663" y="214313"/>
            <a:ext cx="7577137" cy="576262"/>
          </a:xfrm>
        </p:spPr>
        <p:txBody>
          <a:bodyPr vert="horz" wrap="square" lIns="91440" tIns="45720" rIns="91440" bIns="45720" anchor="b" anchorCtr="0"/>
          <a:p>
            <a:pPr eaLnBrk="1" hangingPunct="1"/>
            <a:r>
              <a:rPr lang="en-US" altLang="zh-CN" dirty="0"/>
              <a:t>Comparing</a:t>
            </a:r>
            <a:endParaRPr lang="en-US" altLang="en-US" dirty="0"/>
          </a:p>
        </p:txBody>
      </p:sp>
      <p:sp>
        <p:nvSpPr>
          <p:cNvPr id="158723" name="Rectangle 3"/>
          <p:cNvSpPr>
            <a:spLocks noGrp="1"/>
          </p:cNvSpPr>
          <p:nvPr>
            <p:ph idx="1"/>
          </p:nvPr>
        </p:nvSpPr>
        <p:spPr>
          <a:xfrm>
            <a:off x="477838" y="1030288"/>
            <a:ext cx="8267700" cy="1817687"/>
          </a:xfrm>
        </p:spPr>
        <p:txBody>
          <a:bodyPr vert="horz" wrap="square" lIns="91440" tIns="45720" rIns="91440" bIns="45720" anchor="t" anchorCtr="0"/>
          <a:p>
            <a:pPr>
              <a:buFont typeface="Wingdings" panose="05000000000000000000" pitchFamily="2" charset="2"/>
              <a:buChar char="q"/>
            </a:pPr>
            <a:r>
              <a:rPr lang="en-US" altLang="en-US" dirty="0"/>
              <a:t>In the </a:t>
            </a:r>
            <a:r>
              <a:rPr lang="en-US" altLang="en-US" dirty="0">
                <a:solidFill>
                  <a:srgbClr val="FF0000"/>
                </a:solidFill>
              </a:rPr>
              <a:t>wait</a:t>
            </a:r>
            <a:r>
              <a:rPr lang="en-US" altLang="zh-CN" dirty="0">
                <a:solidFill>
                  <a:srgbClr val="FF0000"/>
                </a:solidFill>
              </a:rPr>
              <a:t>-die</a:t>
            </a:r>
            <a:r>
              <a:rPr lang="en-US" altLang="en-US" dirty="0">
                <a:solidFill>
                  <a:srgbClr val="FF0000"/>
                </a:solidFill>
              </a:rPr>
              <a:t> </a:t>
            </a:r>
            <a:r>
              <a:rPr lang="en-US" altLang="en-US" dirty="0"/>
              <a:t>method, a </a:t>
            </a:r>
            <a:r>
              <a:rPr lang="en-US" altLang="en-US" dirty="0">
                <a:solidFill>
                  <a:srgbClr val="0000FF"/>
                </a:solidFill>
              </a:rPr>
              <a:t>younger</a:t>
            </a:r>
            <a:r>
              <a:rPr lang="en-US" altLang="en-US" dirty="0"/>
              <a:t> (just starting) </a:t>
            </a:r>
            <a:r>
              <a:rPr lang="en-US" altLang="en-US" dirty="0">
                <a:solidFill>
                  <a:srgbClr val="0000FF"/>
                </a:solidFill>
              </a:rPr>
              <a:t>proce</a:t>
            </a:r>
            <a:r>
              <a:rPr lang="en-US" altLang="zh-CN" dirty="0">
                <a:solidFill>
                  <a:srgbClr val="0000FF"/>
                </a:solidFill>
              </a:rPr>
              <a:t>ss</a:t>
            </a:r>
            <a:r>
              <a:rPr lang="en-US" altLang="en-US" dirty="0">
                <a:solidFill>
                  <a:srgbClr val="0000FF"/>
                </a:solidFill>
              </a:rPr>
              <a:t> T2</a:t>
            </a:r>
            <a:r>
              <a:rPr lang="en-US" altLang="en-US" dirty="0"/>
              <a:t> will </a:t>
            </a:r>
            <a:r>
              <a:rPr lang="en-US" altLang="en-US" dirty="0">
                <a:solidFill>
                  <a:srgbClr val="FF0000"/>
                </a:solidFill>
              </a:rPr>
              <a:t>die (= abort)</a:t>
            </a:r>
            <a:r>
              <a:rPr lang="en-US" altLang="en-US" dirty="0"/>
              <a:t> if T2 requests </a:t>
            </a:r>
            <a:r>
              <a:rPr lang="en-US" altLang="en-US" dirty="0">
                <a:solidFill>
                  <a:srgbClr val="FF0000"/>
                </a:solidFill>
              </a:rPr>
              <a:t>a lock held </a:t>
            </a:r>
            <a:r>
              <a:rPr lang="en-US" altLang="en-US" dirty="0"/>
              <a:t>by the </a:t>
            </a:r>
            <a:r>
              <a:rPr lang="en-US" altLang="en-US" dirty="0">
                <a:solidFill>
                  <a:srgbClr val="0000FF"/>
                </a:solidFill>
              </a:rPr>
              <a:t>older </a:t>
            </a:r>
            <a:r>
              <a:rPr lang="en-US" altLang="zh-CN" dirty="0">
                <a:solidFill>
                  <a:srgbClr val="0000FF"/>
                </a:solidFill>
              </a:rPr>
              <a:t>process</a:t>
            </a:r>
            <a:r>
              <a:rPr lang="en-US" altLang="en-US" dirty="0">
                <a:solidFill>
                  <a:srgbClr val="0000FF"/>
                </a:solidFill>
              </a:rPr>
              <a:t> T1</a:t>
            </a:r>
            <a:r>
              <a:rPr lang="en-US" altLang="en-US" dirty="0"/>
              <a:t>:</a:t>
            </a:r>
            <a:endParaRPr lang="en-US" altLang="en-US" dirty="0"/>
          </a:p>
          <a:p>
            <a:pPr>
              <a:buFont typeface="Wingdings" panose="05000000000000000000" pitchFamily="2" charset="2"/>
              <a:buChar char="q"/>
            </a:pPr>
            <a:endParaRPr lang="en-US" altLang="en-US" dirty="0"/>
          </a:p>
        </p:txBody>
      </p:sp>
      <p:pic>
        <p:nvPicPr>
          <p:cNvPr id="158724" name="Picture 1"/>
          <p:cNvPicPr>
            <a:picLocks noChangeAspect="1"/>
          </p:cNvPicPr>
          <p:nvPr/>
        </p:nvPicPr>
        <p:blipFill>
          <a:blip r:embed="rId1"/>
          <a:stretch>
            <a:fillRect/>
          </a:stretch>
        </p:blipFill>
        <p:spPr>
          <a:xfrm>
            <a:off x="1504950" y="1803400"/>
            <a:ext cx="4914900" cy="1492250"/>
          </a:xfrm>
          <a:prstGeom prst="rect">
            <a:avLst/>
          </a:prstGeom>
          <a:noFill/>
          <a:ln w="9525">
            <a:noFill/>
          </a:ln>
        </p:spPr>
      </p:pic>
      <p:sp>
        <p:nvSpPr>
          <p:cNvPr id="158725" name="Rectangle 2"/>
          <p:cNvSpPr/>
          <p:nvPr/>
        </p:nvSpPr>
        <p:spPr>
          <a:xfrm>
            <a:off x="706438" y="3540125"/>
            <a:ext cx="8039100" cy="369888"/>
          </a:xfrm>
          <a:prstGeom prst="rect">
            <a:avLst/>
          </a:prstGeom>
          <a:noFill/>
          <a:ln w="9525">
            <a:noFill/>
          </a:ln>
        </p:spPr>
        <p:txBody>
          <a:bodyPr>
            <a:spAutoFit/>
          </a:bodyPr>
          <a:lstStyle>
            <a:lvl1pPr marL="342900" indent="-342900" algn="l" rtl="0" eaLnBrk="0" fontAlgn="base" hangingPunct="0">
              <a:spcBef>
                <a:spcPct val="35000"/>
              </a:spcBef>
              <a:spcAft>
                <a:spcPct val="0"/>
              </a:spcAft>
              <a:buClr>
                <a:srgbClr val="993300"/>
              </a:buClr>
              <a:buSzPct val="90000"/>
              <a:buFont typeface="Monotype Sorts" pitchFamily="-84" charset="2"/>
              <a:buChar char="n"/>
              <a:defRPr kumimoji="1">
                <a:solidFill>
                  <a:schemeClr val="tx1"/>
                </a:solidFill>
                <a:latin typeface="+mn-lt"/>
                <a:ea typeface="MS PGothic" panose="020B0600070205080204" pitchFamily="34" charset="-128"/>
                <a:cs typeface="MS PGothic" panose="020B0600070205080204" pitchFamily="34" charset="-128"/>
              </a:defRPr>
            </a:lvl1pPr>
            <a:lvl2pPr marL="742950" indent="-285750" algn="l" rtl="0" eaLnBrk="0" fontAlgn="base" hangingPunct="0">
              <a:spcBef>
                <a:spcPct val="35000"/>
              </a:spcBef>
              <a:spcAft>
                <a:spcPct val="0"/>
              </a:spcAft>
              <a:buClr>
                <a:srgbClr val="CC6600"/>
              </a:buClr>
              <a:buSzPct val="80000"/>
              <a:buFont typeface="Monotype Sorts" pitchFamily="-84" charset="2"/>
              <a:buChar char="l"/>
              <a:defRPr kumimoji="1">
                <a:solidFill>
                  <a:schemeClr val="tx1"/>
                </a:solidFill>
                <a:latin typeface="+mn-lt"/>
                <a:ea typeface="MS PGothic" panose="020B0600070205080204" pitchFamily="34" charset="-128"/>
              </a:defRPr>
            </a:lvl2pPr>
            <a:lvl3pPr marL="1085850"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a:solidFill>
                  <a:schemeClr val="tx1"/>
                </a:solidFill>
                <a:latin typeface="+mn-lt"/>
                <a:ea typeface="MS PGothic" panose="020B0600070205080204" pitchFamily="34" charset="-128"/>
              </a:defRPr>
            </a:lvl3pPr>
            <a:lvl4pPr marL="1428750" indent="-228600" algn="l" rtl="0" eaLnBrk="0" fontAlgn="base" hangingPunct="0">
              <a:spcBef>
                <a:spcPct val="35000"/>
              </a:spcBef>
              <a:spcAft>
                <a:spcPct val="0"/>
              </a:spcAft>
              <a:buClr>
                <a:schemeClr val="hlink"/>
              </a:buClr>
              <a:buSzPct val="75000"/>
              <a:buChar char="–"/>
              <a:defRPr kumimoji="1">
                <a:solidFill>
                  <a:schemeClr val="tx1"/>
                </a:solidFill>
                <a:latin typeface="+mn-lt"/>
                <a:ea typeface="MS PGothic" panose="020B0600070205080204" pitchFamily="34" charset="-128"/>
              </a:defRPr>
            </a:lvl4pPr>
            <a:lvl5pPr marL="17716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anose="020B0600070205080204" pitchFamily="34" charset="-128"/>
              </a:defRPr>
            </a:lvl5pPr>
          </a:lstStyle>
          <a:p>
            <a:pPr marL="342900" lvl="0" indent="-342900">
              <a:buFont typeface="Wingdings" panose="05000000000000000000" pitchFamily="2" charset="2"/>
              <a:buChar char="q"/>
            </a:pPr>
            <a:r>
              <a:rPr lang="en-US" altLang="zh-CN" dirty="0">
                <a:solidFill>
                  <a:srgbClr val="000000"/>
                </a:solidFill>
              </a:rPr>
              <a:t>Since </a:t>
            </a:r>
            <a:r>
              <a:rPr lang="en-US" altLang="zh-CN" dirty="0">
                <a:solidFill>
                  <a:srgbClr val="0000FF"/>
                </a:solidFill>
              </a:rPr>
              <a:t>younger processes </a:t>
            </a:r>
            <a:r>
              <a:rPr lang="en-US" altLang="zh-CN" dirty="0">
                <a:solidFill>
                  <a:srgbClr val="000000"/>
                </a:solidFill>
              </a:rPr>
              <a:t>makes </a:t>
            </a:r>
            <a:r>
              <a:rPr lang="en-US" altLang="zh-CN" dirty="0">
                <a:solidFill>
                  <a:srgbClr val="FF0000"/>
                </a:solidFill>
              </a:rPr>
              <a:t>many lock requests</a:t>
            </a:r>
            <a:r>
              <a:rPr lang="en-US" altLang="zh-CN" dirty="0">
                <a:solidFill>
                  <a:srgbClr val="000000"/>
                </a:solidFill>
              </a:rPr>
              <a:t>:</a:t>
            </a:r>
            <a:endParaRPr lang="zh-CN" altLang="en-US" dirty="0">
              <a:solidFill>
                <a:srgbClr val="000000"/>
              </a:solidFill>
            </a:endParaRPr>
          </a:p>
        </p:txBody>
      </p:sp>
      <p:sp>
        <p:nvSpPr>
          <p:cNvPr id="8" name="Rectangle 7"/>
          <p:cNvSpPr/>
          <p:nvPr/>
        </p:nvSpPr>
        <p:spPr bwMode="auto">
          <a:xfrm>
            <a:off x="949325" y="4046538"/>
            <a:ext cx="7796213" cy="741363"/>
          </a:xfrm>
          <a:prstGeom prst="rect">
            <a:avLst/>
          </a:prstGeom>
          <a:solidFill>
            <a:schemeClr val="accent2">
              <a:lumMod val="20000"/>
              <a:lumOff val="80000"/>
            </a:schemeClr>
          </a:solidFill>
          <a:ln w="9525" cap="flat" cmpd="sng" algn="ctr">
            <a:solidFill>
              <a:schemeClr val="tx1"/>
            </a:solidFill>
            <a:prstDash val="solid"/>
            <a:round/>
            <a:headEnd type="none" w="med" len="med"/>
            <a:tailEnd type="none" w="med" len="med"/>
          </a:ln>
          <a:effectLst/>
        </p:spPr>
        <p:txBody>
          <a:bodyPr wrap="none"/>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Verdana" panose="020B0604030504040204" pitchFamily="34" charset="0"/>
              <a:ea typeface="MS PGothic" panose="020B0600070205080204" pitchFamily="34" charset="-128"/>
              <a:cs typeface="+mn-cs"/>
            </a:endParaRPr>
          </a:p>
        </p:txBody>
      </p:sp>
      <p:sp>
        <p:nvSpPr>
          <p:cNvPr id="158727" name="TextBox 8"/>
          <p:cNvSpPr txBox="1"/>
          <p:nvPr/>
        </p:nvSpPr>
        <p:spPr>
          <a:xfrm>
            <a:off x="706438" y="4141788"/>
            <a:ext cx="7877175" cy="646112"/>
          </a:xfrm>
          <a:prstGeom prst="rect">
            <a:avLst/>
          </a:prstGeom>
          <a:noFill/>
          <a:ln w="9525">
            <a:noFill/>
          </a:ln>
        </p:spPr>
        <p:txBody>
          <a:bodyPr>
            <a:spAutoFit/>
          </a:bodyPr>
          <a:lstStyle>
            <a:lvl1pPr marL="342900" indent="-342900" algn="l" rtl="0" eaLnBrk="0" fontAlgn="base" hangingPunct="0">
              <a:spcBef>
                <a:spcPct val="35000"/>
              </a:spcBef>
              <a:spcAft>
                <a:spcPct val="0"/>
              </a:spcAft>
              <a:buClr>
                <a:srgbClr val="993300"/>
              </a:buClr>
              <a:buSzPct val="90000"/>
              <a:buFont typeface="Monotype Sorts" pitchFamily="-84" charset="2"/>
              <a:buChar char="n"/>
              <a:defRPr kumimoji="1">
                <a:solidFill>
                  <a:schemeClr val="tx1"/>
                </a:solidFill>
                <a:latin typeface="+mn-lt"/>
                <a:ea typeface="MS PGothic" panose="020B0600070205080204" pitchFamily="34" charset="-128"/>
                <a:cs typeface="MS PGothic" panose="020B0600070205080204" pitchFamily="34" charset="-128"/>
              </a:defRPr>
            </a:lvl1pPr>
            <a:lvl2pPr marL="742950" indent="-285750" algn="l" rtl="0" eaLnBrk="0" fontAlgn="base" hangingPunct="0">
              <a:spcBef>
                <a:spcPct val="35000"/>
              </a:spcBef>
              <a:spcAft>
                <a:spcPct val="0"/>
              </a:spcAft>
              <a:buClr>
                <a:srgbClr val="CC6600"/>
              </a:buClr>
              <a:buSzPct val="80000"/>
              <a:buFont typeface="Monotype Sorts" pitchFamily="-84" charset="2"/>
              <a:buChar char="l"/>
              <a:defRPr kumimoji="1">
                <a:solidFill>
                  <a:schemeClr val="tx1"/>
                </a:solidFill>
                <a:latin typeface="+mn-lt"/>
                <a:ea typeface="MS PGothic" panose="020B0600070205080204" pitchFamily="34" charset="-128"/>
              </a:defRPr>
            </a:lvl2pPr>
            <a:lvl3pPr marL="1085850"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a:solidFill>
                  <a:schemeClr val="tx1"/>
                </a:solidFill>
                <a:latin typeface="+mn-lt"/>
                <a:ea typeface="MS PGothic" panose="020B0600070205080204" pitchFamily="34" charset="-128"/>
              </a:defRPr>
            </a:lvl3pPr>
            <a:lvl4pPr marL="1428750" indent="-228600" algn="l" rtl="0" eaLnBrk="0" fontAlgn="base" hangingPunct="0">
              <a:spcBef>
                <a:spcPct val="35000"/>
              </a:spcBef>
              <a:spcAft>
                <a:spcPct val="0"/>
              </a:spcAft>
              <a:buClr>
                <a:schemeClr val="hlink"/>
              </a:buClr>
              <a:buSzPct val="75000"/>
              <a:buChar char="–"/>
              <a:defRPr kumimoji="1">
                <a:solidFill>
                  <a:schemeClr val="tx1"/>
                </a:solidFill>
                <a:latin typeface="+mn-lt"/>
                <a:ea typeface="MS PGothic" panose="020B0600070205080204" pitchFamily="34" charset="-128"/>
              </a:defRPr>
            </a:lvl4pPr>
            <a:lvl5pPr marL="17716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anose="020B0600070205080204" pitchFamily="34" charset="-128"/>
              </a:defRPr>
            </a:lvl5pPr>
          </a:lstStyle>
          <a:p>
            <a:pPr marL="742950" lvl="1" indent="-285750">
              <a:buFont typeface="Wingdings" panose="05000000000000000000" pitchFamily="2" charset="2"/>
              <a:buChar char="Ø"/>
            </a:pPr>
            <a:r>
              <a:rPr lang="en-US" altLang="zh-CN" dirty="0">
                <a:solidFill>
                  <a:srgbClr val="000000"/>
                </a:solidFill>
              </a:rPr>
              <a:t>There will be </a:t>
            </a:r>
            <a:r>
              <a:rPr lang="en-US" altLang="zh-CN" b="1" dirty="0">
                <a:solidFill>
                  <a:srgbClr val="FF0000"/>
                </a:solidFill>
              </a:rPr>
              <a:t>more aborts </a:t>
            </a:r>
            <a:r>
              <a:rPr lang="en-US" altLang="zh-CN" dirty="0">
                <a:solidFill>
                  <a:srgbClr val="000000"/>
                </a:solidFill>
              </a:rPr>
              <a:t>(of </a:t>
            </a:r>
            <a:r>
              <a:rPr lang="en-US" altLang="zh-CN" dirty="0">
                <a:solidFill>
                  <a:srgbClr val="0000FF"/>
                </a:solidFill>
              </a:rPr>
              <a:t>young processes</a:t>
            </a:r>
            <a:r>
              <a:rPr lang="en-US" altLang="zh-CN" dirty="0">
                <a:solidFill>
                  <a:srgbClr val="000000"/>
                </a:solidFill>
              </a:rPr>
              <a:t>) in the </a:t>
            </a:r>
            <a:r>
              <a:rPr lang="en-US" altLang="zh-CN" dirty="0">
                <a:solidFill>
                  <a:srgbClr val="0000FF"/>
                </a:solidFill>
              </a:rPr>
              <a:t>wait-die method </a:t>
            </a:r>
            <a:endParaRPr lang="en-US" altLang="zh-CN" dirty="0">
              <a:solidFill>
                <a:srgbClr val="0000FF"/>
              </a:solidFill>
            </a:endParaRPr>
          </a:p>
        </p:txBody>
      </p:sp>
      <p:sp>
        <p:nvSpPr>
          <p:cNvPr id="158728" name="Rectangle 5"/>
          <p:cNvSpPr/>
          <p:nvPr/>
        </p:nvSpPr>
        <p:spPr>
          <a:xfrm>
            <a:off x="708025" y="5019675"/>
            <a:ext cx="1595438" cy="369888"/>
          </a:xfrm>
          <a:prstGeom prst="rect">
            <a:avLst/>
          </a:prstGeom>
          <a:noFill/>
          <a:ln w="9525">
            <a:noFill/>
          </a:ln>
        </p:spPr>
        <p:txBody>
          <a:bodyPr wrap="none">
            <a:spAutoFit/>
          </a:bodyPr>
          <a:lstStyle>
            <a:lvl1pPr marL="342900" indent="-342900" algn="l" rtl="0" eaLnBrk="0" fontAlgn="base" hangingPunct="0">
              <a:spcBef>
                <a:spcPct val="35000"/>
              </a:spcBef>
              <a:spcAft>
                <a:spcPct val="0"/>
              </a:spcAft>
              <a:buClr>
                <a:srgbClr val="993300"/>
              </a:buClr>
              <a:buSzPct val="90000"/>
              <a:buFont typeface="Monotype Sorts" pitchFamily="-84" charset="2"/>
              <a:buChar char="n"/>
              <a:defRPr kumimoji="1">
                <a:solidFill>
                  <a:schemeClr val="tx1"/>
                </a:solidFill>
                <a:latin typeface="+mn-lt"/>
                <a:ea typeface="MS PGothic" panose="020B0600070205080204" pitchFamily="34" charset="-128"/>
                <a:cs typeface="MS PGothic" panose="020B0600070205080204" pitchFamily="34" charset="-128"/>
              </a:defRPr>
            </a:lvl1pPr>
            <a:lvl2pPr marL="742950" indent="-285750" algn="l" rtl="0" eaLnBrk="0" fontAlgn="base" hangingPunct="0">
              <a:spcBef>
                <a:spcPct val="35000"/>
              </a:spcBef>
              <a:spcAft>
                <a:spcPct val="0"/>
              </a:spcAft>
              <a:buClr>
                <a:srgbClr val="CC6600"/>
              </a:buClr>
              <a:buSzPct val="80000"/>
              <a:buFont typeface="Monotype Sorts" pitchFamily="-84" charset="2"/>
              <a:buChar char="l"/>
              <a:defRPr kumimoji="1">
                <a:solidFill>
                  <a:schemeClr val="tx1"/>
                </a:solidFill>
                <a:latin typeface="+mn-lt"/>
                <a:ea typeface="MS PGothic" panose="020B0600070205080204" pitchFamily="34" charset="-128"/>
              </a:defRPr>
            </a:lvl2pPr>
            <a:lvl3pPr marL="1085850"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a:solidFill>
                  <a:schemeClr val="tx1"/>
                </a:solidFill>
                <a:latin typeface="+mn-lt"/>
                <a:ea typeface="MS PGothic" panose="020B0600070205080204" pitchFamily="34" charset="-128"/>
              </a:defRPr>
            </a:lvl3pPr>
            <a:lvl4pPr marL="1428750" indent="-228600" algn="l" rtl="0" eaLnBrk="0" fontAlgn="base" hangingPunct="0">
              <a:spcBef>
                <a:spcPct val="35000"/>
              </a:spcBef>
              <a:spcAft>
                <a:spcPct val="0"/>
              </a:spcAft>
              <a:buClr>
                <a:schemeClr val="hlink"/>
              </a:buClr>
              <a:buSzPct val="75000"/>
              <a:buChar char="–"/>
              <a:defRPr kumimoji="1">
                <a:solidFill>
                  <a:schemeClr val="tx1"/>
                </a:solidFill>
                <a:latin typeface="+mn-lt"/>
                <a:ea typeface="MS PGothic" panose="020B0600070205080204" pitchFamily="34" charset="-128"/>
              </a:defRPr>
            </a:lvl4pPr>
            <a:lvl5pPr marL="17716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anose="020B0600070205080204" pitchFamily="34" charset="-128"/>
              </a:defRPr>
            </a:lvl5pPr>
          </a:lstStyle>
          <a:p>
            <a:pPr marL="342900" lvl="0" indent="-342900">
              <a:buFont typeface="Wingdings" panose="05000000000000000000" pitchFamily="2" charset="2"/>
              <a:buChar char="q"/>
            </a:pPr>
            <a:r>
              <a:rPr lang="en-US" altLang="zh-CN" dirty="0">
                <a:solidFill>
                  <a:srgbClr val="000000"/>
                </a:solidFill>
              </a:rPr>
              <a:t>Comment:</a:t>
            </a:r>
            <a:endParaRPr lang="zh-CN" altLang="en-US" dirty="0">
              <a:solidFill>
                <a:srgbClr val="000000"/>
              </a:solidFill>
            </a:endParaRPr>
          </a:p>
        </p:txBody>
      </p:sp>
      <p:sp>
        <p:nvSpPr>
          <p:cNvPr id="11" name="Rectangle 10"/>
          <p:cNvSpPr/>
          <p:nvPr/>
        </p:nvSpPr>
        <p:spPr bwMode="auto">
          <a:xfrm>
            <a:off x="949325" y="5526088"/>
            <a:ext cx="7796213" cy="742950"/>
          </a:xfrm>
          <a:prstGeom prst="rect">
            <a:avLst/>
          </a:prstGeom>
          <a:solidFill>
            <a:schemeClr val="accent2">
              <a:lumMod val="20000"/>
              <a:lumOff val="80000"/>
            </a:schemeClr>
          </a:solidFill>
          <a:ln w="9525" cap="flat" cmpd="sng" algn="ctr">
            <a:solidFill>
              <a:schemeClr val="tx1"/>
            </a:solidFill>
            <a:prstDash val="solid"/>
            <a:round/>
            <a:headEnd type="none" w="med" len="med"/>
            <a:tailEnd type="none" w="med" len="med"/>
          </a:ln>
          <a:effectLst/>
        </p:spPr>
        <p:txBody>
          <a:bodyPr wrap="none"/>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Verdana" panose="020B0604030504040204" pitchFamily="34" charset="0"/>
              <a:ea typeface="MS PGothic" panose="020B0600070205080204" pitchFamily="34" charset="-128"/>
              <a:cs typeface="+mn-cs"/>
            </a:endParaRPr>
          </a:p>
        </p:txBody>
      </p:sp>
      <p:sp>
        <p:nvSpPr>
          <p:cNvPr id="158730" name="TextBox 11"/>
          <p:cNvSpPr txBox="1"/>
          <p:nvPr/>
        </p:nvSpPr>
        <p:spPr>
          <a:xfrm>
            <a:off x="706438" y="5621338"/>
            <a:ext cx="7980362" cy="647700"/>
          </a:xfrm>
          <a:prstGeom prst="rect">
            <a:avLst/>
          </a:prstGeom>
          <a:noFill/>
          <a:ln w="9525">
            <a:noFill/>
          </a:ln>
        </p:spPr>
        <p:txBody>
          <a:bodyPr>
            <a:spAutoFit/>
          </a:bodyPr>
          <a:lstStyle>
            <a:lvl1pPr marL="342900" indent="-342900" algn="l" rtl="0" eaLnBrk="0" fontAlgn="base" hangingPunct="0">
              <a:spcBef>
                <a:spcPct val="35000"/>
              </a:spcBef>
              <a:spcAft>
                <a:spcPct val="0"/>
              </a:spcAft>
              <a:buClr>
                <a:srgbClr val="993300"/>
              </a:buClr>
              <a:buSzPct val="90000"/>
              <a:buFont typeface="Monotype Sorts" pitchFamily="-84" charset="2"/>
              <a:buChar char="n"/>
              <a:defRPr kumimoji="1">
                <a:solidFill>
                  <a:schemeClr val="tx1"/>
                </a:solidFill>
                <a:latin typeface="+mn-lt"/>
                <a:ea typeface="MS PGothic" panose="020B0600070205080204" pitchFamily="34" charset="-128"/>
                <a:cs typeface="MS PGothic" panose="020B0600070205080204" pitchFamily="34" charset="-128"/>
              </a:defRPr>
            </a:lvl1pPr>
            <a:lvl2pPr marL="742950" indent="-285750" algn="l" rtl="0" eaLnBrk="0" fontAlgn="base" hangingPunct="0">
              <a:spcBef>
                <a:spcPct val="35000"/>
              </a:spcBef>
              <a:spcAft>
                <a:spcPct val="0"/>
              </a:spcAft>
              <a:buClr>
                <a:srgbClr val="CC6600"/>
              </a:buClr>
              <a:buSzPct val="80000"/>
              <a:buFont typeface="Monotype Sorts" pitchFamily="-84" charset="2"/>
              <a:buChar char="l"/>
              <a:defRPr kumimoji="1">
                <a:solidFill>
                  <a:schemeClr val="tx1"/>
                </a:solidFill>
                <a:latin typeface="+mn-lt"/>
                <a:ea typeface="MS PGothic" panose="020B0600070205080204" pitchFamily="34" charset="-128"/>
              </a:defRPr>
            </a:lvl2pPr>
            <a:lvl3pPr marL="1085850"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a:solidFill>
                  <a:schemeClr val="tx1"/>
                </a:solidFill>
                <a:latin typeface="+mn-lt"/>
                <a:ea typeface="MS PGothic" panose="020B0600070205080204" pitchFamily="34" charset="-128"/>
              </a:defRPr>
            </a:lvl3pPr>
            <a:lvl4pPr marL="1428750" indent="-228600" algn="l" rtl="0" eaLnBrk="0" fontAlgn="base" hangingPunct="0">
              <a:spcBef>
                <a:spcPct val="35000"/>
              </a:spcBef>
              <a:spcAft>
                <a:spcPct val="0"/>
              </a:spcAft>
              <a:buClr>
                <a:schemeClr val="hlink"/>
              </a:buClr>
              <a:buSzPct val="75000"/>
              <a:buChar char="–"/>
              <a:defRPr kumimoji="1">
                <a:solidFill>
                  <a:schemeClr val="tx1"/>
                </a:solidFill>
                <a:latin typeface="+mn-lt"/>
                <a:ea typeface="MS PGothic" panose="020B0600070205080204" pitchFamily="34" charset="-128"/>
              </a:defRPr>
            </a:lvl4pPr>
            <a:lvl5pPr marL="17716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anose="020B0600070205080204" pitchFamily="34" charset="-128"/>
              </a:defRPr>
            </a:lvl5pPr>
          </a:lstStyle>
          <a:p>
            <a:pPr marL="742950" lvl="1" indent="-285750">
              <a:buFont typeface="Wingdings" panose="05000000000000000000" pitchFamily="2" charset="2"/>
              <a:buChar char="Ø"/>
            </a:pPr>
            <a:r>
              <a:rPr lang="en-US" altLang="zh-CN" dirty="0">
                <a:solidFill>
                  <a:srgbClr val="000000"/>
                </a:solidFill>
              </a:rPr>
              <a:t>It looks like that the wound-wait method will have better performance...</a:t>
            </a:r>
            <a:endParaRPr lang="en-US" altLang="zh-CN" dirty="0">
              <a:solidFill>
                <a:srgbClr val="0000FF"/>
              </a:solidFill>
            </a:endParaRP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0770" name="Rectangle 2"/>
          <p:cNvSpPr>
            <a:spLocks noGrp="1"/>
          </p:cNvSpPr>
          <p:nvPr>
            <p:ph type="title"/>
          </p:nvPr>
        </p:nvSpPr>
        <p:spPr>
          <a:xfrm>
            <a:off x="1109663" y="214313"/>
            <a:ext cx="7577137" cy="576262"/>
          </a:xfrm>
        </p:spPr>
        <p:txBody>
          <a:bodyPr vert="horz" wrap="square" lIns="91440" tIns="45720" rIns="91440" bIns="45720" anchor="b" anchorCtr="0"/>
          <a:p>
            <a:pPr eaLnBrk="1" hangingPunct="1"/>
            <a:r>
              <a:rPr lang="en-US" altLang="zh-CN" dirty="0"/>
              <a:t>Comparing</a:t>
            </a:r>
            <a:endParaRPr lang="en-US" altLang="en-US" dirty="0"/>
          </a:p>
        </p:txBody>
      </p:sp>
      <p:sp>
        <p:nvSpPr>
          <p:cNvPr id="160771" name="Rectangle 3"/>
          <p:cNvSpPr>
            <a:spLocks noGrp="1"/>
          </p:cNvSpPr>
          <p:nvPr>
            <p:ph idx="1"/>
          </p:nvPr>
        </p:nvSpPr>
        <p:spPr>
          <a:xfrm>
            <a:off x="477838" y="1030288"/>
            <a:ext cx="8267700" cy="1817687"/>
          </a:xfrm>
        </p:spPr>
        <p:txBody>
          <a:bodyPr vert="horz" wrap="square" lIns="91440" tIns="45720" rIns="91440" bIns="45720" anchor="t" anchorCtr="0"/>
          <a:p>
            <a:pPr>
              <a:buFont typeface="Wingdings" panose="05000000000000000000" pitchFamily="2" charset="2"/>
              <a:buChar char="q"/>
            </a:pPr>
            <a:r>
              <a:rPr lang="en-US" altLang="en-US" dirty="0"/>
              <a:t>Comparing the </a:t>
            </a:r>
            <a:r>
              <a:rPr lang="en-US" altLang="en-US" dirty="0">
                <a:solidFill>
                  <a:srgbClr val="0000FF"/>
                </a:solidFill>
              </a:rPr>
              <a:t>amount</a:t>
            </a:r>
            <a:r>
              <a:rPr lang="en-US" altLang="en-US" dirty="0"/>
              <a:t> of </a:t>
            </a:r>
            <a:r>
              <a:rPr lang="en-US" altLang="en-US" dirty="0">
                <a:solidFill>
                  <a:srgbClr val="FF0000"/>
                </a:solidFill>
              </a:rPr>
              <a:t>waste work </a:t>
            </a:r>
            <a:r>
              <a:rPr lang="en-US" altLang="en-US" dirty="0"/>
              <a:t>in </a:t>
            </a:r>
            <a:r>
              <a:rPr lang="en-US" altLang="en-US" b="1" dirty="0"/>
              <a:t>aborted process </a:t>
            </a:r>
            <a:r>
              <a:rPr lang="en-US" altLang="en-US" dirty="0"/>
              <a:t>in wait-die and wound-wait</a:t>
            </a:r>
            <a:endParaRPr lang="en-US" altLang="en-US" dirty="0"/>
          </a:p>
          <a:p>
            <a:pPr>
              <a:buFont typeface="Wingdings" panose="05000000000000000000" pitchFamily="2" charset="2"/>
              <a:buChar char="q"/>
            </a:pPr>
            <a:endParaRPr lang="en-US" altLang="en-US" dirty="0"/>
          </a:p>
          <a:p>
            <a:pPr>
              <a:buFont typeface="Wingdings" panose="05000000000000000000" pitchFamily="2" charset="2"/>
              <a:buChar char="q"/>
            </a:pPr>
            <a:r>
              <a:rPr lang="en-US" altLang="en-US" dirty="0"/>
              <a:t>The </a:t>
            </a:r>
            <a:r>
              <a:rPr lang="en-US" altLang="en-US" dirty="0">
                <a:solidFill>
                  <a:srgbClr val="0000FF"/>
                </a:solidFill>
              </a:rPr>
              <a:t>wound-wait</a:t>
            </a:r>
            <a:r>
              <a:rPr lang="en-US" altLang="en-US" dirty="0"/>
              <a:t> method may have </a:t>
            </a:r>
            <a:r>
              <a:rPr lang="en-US" altLang="en-US" dirty="0">
                <a:solidFill>
                  <a:srgbClr val="0000FF"/>
                </a:solidFill>
              </a:rPr>
              <a:t>fewer aborts</a:t>
            </a:r>
            <a:r>
              <a:rPr lang="en-US" altLang="en-US" dirty="0"/>
              <a:t>, </a:t>
            </a:r>
            <a:r>
              <a:rPr lang="en-US" altLang="en-US" dirty="0">
                <a:solidFill>
                  <a:srgbClr val="FF0000"/>
                </a:solidFill>
              </a:rPr>
              <a:t>however</a:t>
            </a:r>
            <a:r>
              <a:rPr lang="en-US" altLang="en-US" dirty="0"/>
              <a:t>; it's </a:t>
            </a:r>
            <a:r>
              <a:rPr lang="en-US" altLang="en-US" dirty="0">
                <a:solidFill>
                  <a:srgbClr val="0000FF"/>
                </a:solidFill>
              </a:rPr>
              <a:t>likely</a:t>
            </a:r>
            <a:r>
              <a:rPr lang="en-US" altLang="en-US" dirty="0"/>
              <a:t> that:</a:t>
            </a:r>
            <a:endParaRPr lang="en-US" altLang="en-US" dirty="0"/>
          </a:p>
          <a:p>
            <a:pPr>
              <a:buFont typeface="Wingdings" panose="05000000000000000000" pitchFamily="2" charset="2"/>
              <a:buChar char="q"/>
            </a:pPr>
            <a:endParaRPr lang="en-US" altLang="en-US" dirty="0"/>
          </a:p>
          <a:p>
            <a:pPr>
              <a:buFont typeface="Wingdings" panose="05000000000000000000" pitchFamily="2" charset="2"/>
              <a:buChar char="q"/>
            </a:pPr>
            <a:endParaRPr lang="en-US" altLang="en-US" dirty="0"/>
          </a:p>
          <a:p>
            <a:pPr>
              <a:buFont typeface="Wingdings" panose="05000000000000000000" pitchFamily="2" charset="2"/>
              <a:buChar char="q"/>
            </a:pPr>
            <a:endParaRPr lang="en-US" altLang="en-US" dirty="0"/>
          </a:p>
          <a:p>
            <a:pPr>
              <a:buFont typeface="Wingdings" panose="05000000000000000000" pitchFamily="2" charset="2"/>
              <a:buChar char="q"/>
            </a:pPr>
            <a:endParaRPr lang="en-US" altLang="en-US" dirty="0"/>
          </a:p>
        </p:txBody>
      </p:sp>
      <p:sp>
        <p:nvSpPr>
          <p:cNvPr id="13" name="Rectangle 12"/>
          <p:cNvSpPr/>
          <p:nvPr/>
        </p:nvSpPr>
        <p:spPr bwMode="auto">
          <a:xfrm>
            <a:off x="720725" y="2811463"/>
            <a:ext cx="7796213" cy="1019175"/>
          </a:xfrm>
          <a:prstGeom prst="rect">
            <a:avLst/>
          </a:prstGeom>
          <a:solidFill>
            <a:schemeClr val="accent2">
              <a:lumMod val="20000"/>
              <a:lumOff val="80000"/>
            </a:schemeClr>
          </a:solidFill>
          <a:ln w="9525" cap="flat" cmpd="sng" algn="ctr">
            <a:solidFill>
              <a:schemeClr val="tx1"/>
            </a:solidFill>
            <a:prstDash val="solid"/>
            <a:round/>
            <a:headEnd type="none" w="med" len="med"/>
            <a:tailEnd type="none" w="med" len="med"/>
          </a:ln>
          <a:effectLst/>
        </p:spPr>
        <p:txBody>
          <a:bodyPr wrap="none"/>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Verdana" panose="020B0604030504040204" pitchFamily="34" charset="0"/>
              <a:ea typeface="MS PGothic" panose="020B0600070205080204" pitchFamily="34" charset="-128"/>
              <a:cs typeface="+mn-cs"/>
            </a:endParaRPr>
          </a:p>
        </p:txBody>
      </p:sp>
      <p:sp>
        <p:nvSpPr>
          <p:cNvPr id="14" name="TextBox 13"/>
          <p:cNvSpPr txBox="1"/>
          <p:nvPr/>
        </p:nvSpPr>
        <p:spPr>
          <a:xfrm>
            <a:off x="477166" y="2906638"/>
            <a:ext cx="7877908" cy="923330"/>
          </a:xfrm>
          <a:prstGeom prst="rect">
            <a:avLst/>
          </a:prstGeom>
          <a:noFill/>
        </p:spPr>
        <p:txBody>
          <a:bodyPr>
            <a:spAutoFit/>
          </a:bodyPr>
          <a:lstStyle/>
          <a:p>
            <a:pPr marL="742950" marR="0" lvl="1" indent="-285750" algn="l" defTabSz="914400" rtl="0" eaLnBrk="0" fontAlgn="base" latinLnBrk="0" hangingPunct="0">
              <a:lnSpc>
                <a:spcPct val="100000"/>
              </a:lnSpc>
              <a:spcBef>
                <a:spcPct val="35000"/>
              </a:spcBef>
              <a:spcAft>
                <a:spcPct val="0"/>
              </a:spcAft>
              <a:buClr>
                <a:srgbClr val="CC6600"/>
              </a:buClr>
              <a:buSzPct val="80000"/>
              <a:buFont typeface="Wingdings" panose="05000000000000000000" pitchFamily="2" charset="2"/>
              <a:buChar char="Ø"/>
              <a:defRPr/>
            </a:pPr>
            <a:r>
              <a:rPr kumimoji="1" lang="en-US" altLang="zh-CN" sz="1800" b="0" i="0" u="none" strike="noStrike" kern="1200" cap="none" spc="0" normalizeH="0" baseline="0" noProof="0" dirty="0">
                <a:ln>
                  <a:noFill/>
                </a:ln>
                <a:solidFill>
                  <a:srgbClr val="000000"/>
                </a:solidFill>
                <a:effectLst/>
                <a:uLnTx/>
                <a:uFillTx/>
                <a:latin typeface="Helvetica"/>
                <a:ea typeface="MS PGothic" panose="020B0600070205080204" pitchFamily="34" charset="-128"/>
                <a:cs typeface="+mn-cs"/>
              </a:rPr>
              <a:t>An </a:t>
            </a:r>
            <a:r>
              <a:rPr kumimoji="1" lang="en-US" altLang="zh-CN" sz="1800" b="0" i="0" u="none" strike="noStrike" kern="1200" cap="none" spc="0" normalizeH="0" baseline="0" noProof="0" dirty="0">
                <a:ln>
                  <a:noFill/>
                </a:ln>
                <a:solidFill>
                  <a:srgbClr val="0000FF"/>
                </a:solidFill>
                <a:effectLst/>
                <a:uLnTx/>
                <a:uFillTx/>
                <a:latin typeface="Helvetica"/>
                <a:ea typeface="MS PGothic" panose="020B0600070205080204" pitchFamily="34" charset="-128"/>
                <a:cs typeface="+mn-cs"/>
              </a:rPr>
              <a:t>aborted (younger) process </a:t>
            </a:r>
            <a:r>
              <a:rPr kumimoji="1" lang="en-US" altLang="zh-CN" sz="1800" b="0" i="0" u="none" strike="noStrike" kern="1200" cap="none" spc="0" normalizeH="0" baseline="0" noProof="0" dirty="0">
                <a:ln>
                  <a:noFill/>
                </a:ln>
                <a:solidFill>
                  <a:srgbClr val="000000"/>
                </a:solidFill>
                <a:effectLst/>
                <a:uLnTx/>
                <a:uFillTx/>
                <a:latin typeface="Helvetica"/>
                <a:ea typeface="MS PGothic" panose="020B0600070205080204" pitchFamily="34" charset="-128"/>
                <a:cs typeface="+mn-cs"/>
              </a:rPr>
              <a:t>in the </a:t>
            </a:r>
            <a:r>
              <a:rPr kumimoji="1" lang="en-US" altLang="zh-CN" sz="1800" b="0" i="0" u="none" strike="noStrike" kern="1200" cap="none" spc="0" normalizeH="0" baseline="0" noProof="0" dirty="0">
                <a:ln>
                  <a:noFill/>
                </a:ln>
                <a:solidFill>
                  <a:srgbClr val="000000"/>
                </a:solidFill>
                <a:effectLst/>
                <a:highlight>
                  <a:srgbClr val="FFFF00"/>
                </a:highlight>
                <a:uLnTx/>
                <a:uFillTx/>
                <a:latin typeface="Helvetica"/>
                <a:ea typeface="MS PGothic" panose="020B0600070205080204" pitchFamily="34" charset="-128"/>
                <a:cs typeface="+mn-cs"/>
              </a:rPr>
              <a:t>wound-wait</a:t>
            </a:r>
            <a:r>
              <a:rPr kumimoji="1" lang="en-US" altLang="zh-CN" sz="1800" b="0" i="0" u="none" strike="noStrike" kern="1200" cap="none" spc="0" normalizeH="0" baseline="0" noProof="0" dirty="0">
                <a:ln>
                  <a:noFill/>
                </a:ln>
                <a:solidFill>
                  <a:srgbClr val="0000FF"/>
                </a:solidFill>
                <a:effectLst/>
                <a:uLnTx/>
                <a:uFillTx/>
                <a:latin typeface="Helvetica"/>
                <a:ea typeface="MS PGothic" panose="020B0600070205080204" pitchFamily="34" charset="-128"/>
                <a:cs typeface="+mn-cs"/>
              </a:rPr>
              <a:t> </a:t>
            </a:r>
            <a:r>
              <a:rPr kumimoji="1" lang="en-US" altLang="zh-CN" sz="1800" b="0" i="0" u="none" strike="noStrike" kern="1200" cap="none" spc="0" normalizeH="0" baseline="0" noProof="0" dirty="0">
                <a:ln>
                  <a:noFill/>
                </a:ln>
                <a:solidFill>
                  <a:srgbClr val="000000"/>
                </a:solidFill>
                <a:effectLst/>
                <a:uLnTx/>
                <a:uFillTx/>
                <a:latin typeface="Helvetica"/>
                <a:ea typeface="MS PGothic" panose="020B0600070205080204" pitchFamily="34" charset="-128"/>
                <a:cs typeface="+mn-cs"/>
              </a:rPr>
              <a:t>method has </a:t>
            </a:r>
            <a:r>
              <a:rPr kumimoji="1" lang="en-US" altLang="zh-CN" sz="1800" b="0" i="0" u="none" strike="noStrike" kern="1200" cap="none" spc="0" normalizeH="0" baseline="0" noProof="0" dirty="0">
                <a:ln>
                  <a:noFill/>
                </a:ln>
                <a:solidFill>
                  <a:srgbClr val="FF0000"/>
                </a:solidFill>
                <a:effectLst/>
                <a:uLnTx/>
                <a:uFillTx/>
                <a:latin typeface="Helvetica"/>
                <a:ea typeface="MS PGothic" panose="020B0600070205080204" pitchFamily="34" charset="-128"/>
                <a:cs typeface="+mn-cs"/>
              </a:rPr>
              <a:t>performed more work </a:t>
            </a:r>
            <a:r>
              <a:rPr kumimoji="1" lang="en-US" altLang="zh-CN" sz="1800" b="0" i="0" u="none" strike="noStrike" kern="1200" cap="none" spc="0" normalizeH="0" baseline="0" noProof="0" dirty="0">
                <a:ln>
                  <a:noFill/>
                </a:ln>
                <a:solidFill>
                  <a:srgbClr val="000000"/>
                </a:solidFill>
                <a:effectLst/>
                <a:uLnTx/>
                <a:uFillTx/>
                <a:latin typeface="Helvetica"/>
                <a:ea typeface="MS PGothic" panose="020B0600070205080204" pitchFamily="34" charset="-128"/>
                <a:cs typeface="+mn-cs"/>
              </a:rPr>
              <a:t>than an </a:t>
            </a:r>
            <a:r>
              <a:rPr kumimoji="1" lang="en-US" altLang="zh-CN" sz="1800" b="0" i="0" u="none" strike="noStrike" kern="1200" cap="none" spc="0" normalizeH="0" baseline="0" noProof="0" dirty="0">
                <a:ln>
                  <a:noFill/>
                </a:ln>
                <a:solidFill>
                  <a:srgbClr val="0000FF"/>
                </a:solidFill>
                <a:effectLst/>
                <a:uLnTx/>
                <a:uFillTx/>
                <a:latin typeface="Helvetica"/>
                <a:ea typeface="MS PGothic" panose="020B0600070205080204" pitchFamily="34" charset="-128"/>
                <a:cs typeface="+mn-cs"/>
              </a:rPr>
              <a:t>aborted (younger) process </a:t>
            </a:r>
            <a:r>
              <a:rPr kumimoji="1" lang="en-US" altLang="zh-CN" sz="1800" b="0" i="0" u="none" strike="noStrike" kern="1200" cap="none" spc="0" normalizeH="0" baseline="0" noProof="0" dirty="0">
                <a:ln>
                  <a:noFill/>
                </a:ln>
                <a:solidFill>
                  <a:srgbClr val="000000"/>
                </a:solidFill>
                <a:effectLst/>
                <a:uLnTx/>
                <a:uFillTx/>
                <a:latin typeface="Helvetica"/>
                <a:ea typeface="MS PGothic" panose="020B0600070205080204" pitchFamily="34" charset="-128"/>
                <a:cs typeface="+mn-cs"/>
              </a:rPr>
              <a:t>in the </a:t>
            </a:r>
            <a:r>
              <a:rPr kumimoji="1" lang="en-US" altLang="zh-CN" sz="1800" b="0" i="0" u="none" strike="noStrike" kern="1200" cap="none" spc="0" normalizeH="0" baseline="0" noProof="0" dirty="0">
                <a:ln>
                  <a:noFill/>
                </a:ln>
                <a:solidFill>
                  <a:srgbClr val="000000"/>
                </a:solidFill>
                <a:effectLst/>
                <a:highlight>
                  <a:srgbClr val="FFFF00"/>
                </a:highlight>
                <a:uLnTx/>
                <a:uFillTx/>
                <a:latin typeface="Helvetica"/>
                <a:ea typeface="MS PGothic" panose="020B0600070205080204" pitchFamily="34" charset="-128"/>
                <a:cs typeface="+mn-cs"/>
              </a:rPr>
              <a:t>wait-die</a:t>
            </a:r>
            <a:r>
              <a:rPr kumimoji="1" lang="en-US" altLang="zh-CN" sz="1800" b="0" i="0" u="none" strike="noStrike" kern="1200" cap="none" spc="0" normalizeH="0" baseline="0" noProof="0" dirty="0">
                <a:ln>
                  <a:noFill/>
                </a:ln>
                <a:solidFill>
                  <a:srgbClr val="000000"/>
                </a:solidFill>
                <a:effectLst/>
                <a:uLnTx/>
                <a:uFillTx/>
                <a:latin typeface="Helvetica"/>
                <a:ea typeface="MS PGothic" panose="020B0600070205080204" pitchFamily="34" charset="-128"/>
                <a:cs typeface="+mn-cs"/>
              </a:rPr>
              <a:t> method !!! </a:t>
            </a:r>
            <a:endParaRPr kumimoji="1" lang="en-US" altLang="zh-CN" sz="1800" b="0" i="0" u="none" strike="noStrike" kern="1200" cap="none" spc="0" normalizeH="0" baseline="0" noProof="0" dirty="0">
              <a:ln>
                <a:noFill/>
              </a:ln>
              <a:solidFill>
                <a:srgbClr val="0000FF"/>
              </a:solidFill>
              <a:effectLst/>
              <a:uLnTx/>
              <a:uFillTx/>
              <a:latin typeface="Helvetica"/>
              <a:ea typeface="MS PGothic" panose="020B0600070205080204" pitchFamily="34" charset="-128"/>
              <a:cs typeface="+mn-cs"/>
            </a:endParaRP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2818" name="Rectangle 2"/>
          <p:cNvSpPr>
            <a:spLocks noGrp="1"/>
          </p:cNvSpPr>
          <p:nvPr>
            <p:ph type="title"/>
          </p:nvPr>
        </p:nvSpPr>
        <p:spPr>
          <a:xfrm>
            <a:off x="1109663" y="214313"/>
            <a:ext cx="7577137" cy="576262"/>
          </a:xfrm>
        </p:spPr>
        <p:txBody>
          <a:bodyPr vert="horz" wrap="square" lIns="91440" tIns="45720" rIns="91440" bIns="45720" anchor="b" anchorCtr="0"/>
          <a:p>
            <a:pPr eaLnBrk="1" hangingPunct="1"/>
            <a:r>
              <a:rPr lang="en-US" altLang="zh-CN" dirty="0"/>
              <a:t>Comparing</a:t>
            </a:r>
            <a:endParaRPr lang="en-US" altLang="en-US" dirty="0"/>
          </a:p>
        </p:txBody>
      </p:sp>
      <p:sp>
        <p:nvSpPr>
          <p:cNvPr id="162819" name="Rectangle 3"/>
          <p:cNvSpPr>
            <a:spLocks noGrp="1"/>
          </p:cNvSpPr>
          <p:nvPr>
            <p:ph idx="1"/>
          </p:nvPr>
        </p:nvSpPr>
        <p:spPr>
          <a:xfrm>
            <a:off x="547688" y="1076325"/>
            <a:ext cx="8267700" cy="4500563"/>
          </a:xfrm>
        </p:spPr>
        <p:txBody>
          <a:bodyPr vert="horz" wrap="square" lIns="91440" tIns="45720" rIns="91440" bIns="45720" anchor="t" anchorCtr="0"/>
          <a:p>
            <a:pPr>
              <a:buFont typeface="Wingdings" panose="05000000000000000000" pitchFamily="2" charset="2"/>
              <a:buChar char="q"/>
            </a:pPr>
            <a:r>
              <a:rPr lang="en-US" altLang="en-US" dirty="0"/>
              <a:t>Consider a process in the </a:t>
            </a:r>
            <a:r>
              <a:rPr lang="en-US" altLang="zh-CN" dirty="0"/>
              <a:t>wound</a:t>
            </a:r>
            <a:r>
              <a:rPr lang="en-US" altLang="en-US" dirty="0"/>
              <a:t>-wait method that gets aborted:</a:t>
            </a:r>
            <a:endParaRPr lang="en-US" altLang="en-US" dirty="0"/>
          </a:p>
          <a:p>
            <a:pPr>
              <a:buFont typeface="Wingdings" panose="05000000000000000000" pitchFamily="2" charset="2"/>
              <a:buChar char="q"/>
            </a:pPr>
            <a:endParaRPr lang="en-US" altLang="en-US" dirty="0"/>
          </a:p>
          <a:p>
            <a:pPr>
              <a:buFont typeface="Wingdings" panose="05000000000000000000" pitchFamily="2" charset="2"/>
              <a:buChar char="q"/>
            </a:pPr>
            <a:endParaRPr lang="en-US" altLang="en-US" dirty="0"/>
          </a:p>
          <a:p>
            <a:pPr>
              <a:buFont typeface="Wingdings" panose="05000000000000000000" pitchFamily="2" charset="2"/>
              <a:buChar char="q"/>
            </a:pPr>
            <a:endParaRPr lang="en-US" altLang="en-US" dirty="0"/>
          </a:p>
          <a:p>
            <a:pPr>
              <a:buFont typeface="Wingdings" panose="05000000000000000000" pitchFamily="2" charset="2"/>
              <a:buChar char="q"/>
            </a:pPr>
            <a:endParaRPr lang="en-US" altLang="en-US" dirty="0"/>
          </a:p>
          <a:p>
            <a:pPr>
              <a:buFont typeface="Wingdings" panose="05000000000000000000" pitchFamily="2" charset="2"/>
              <a:buChar char="q"/>
            </a:pPr>
            <a:endParaRPr lang="en-US" altLang="en-US" dirty="0"/>
          </a:p>
          <a:p>
            <a:pPr>
              <a:buFont typeface="Wingdings" panose="05000000000000000000" pitchFamily="2" charset="2"/>
              <a:buChar char="q"/>
            </a:pPr>
            <a:endParaRPr lang="en-US" altLang="en-US" dirty="0"/>
          </a:p>
          <a:p>
            <a:pPr>
              <a:buFont typeface="Wingdings" panose="05000000000000000000" pitchFamily="2" charset="2"/>
              <a:buChar char="q"/>
            </a:pPr>
            <a:endParaRPr lang="en-US" altLang="en-US" dirty="0"/>
          </a:p>
          <a:p>
            <a:pPr>
              <a:buFont typeface="Wingdings" panose="05000000000000000000" pitchFamily="2" charset="2"/>
              <a:buChar char="q"/>
            </a:pPr>
            <a:r>
              <a:rPr lang="en-US" altLang="en-US" dirty="0"/>
              <a:t>I.e.: the </a:t>
            </a:r>
            <a:r>
              <a:rPr lang="en-US" altLang="en-US" dirty="0">
                <a:solidFill>
                  <a:srgbClr val="FF0000"/>
                </a:solidFill>
              </a:rPr>
              <a:t>aborted process </a:t>
            </a:r>
            <a:r>
              <a:rPr lang="en-US" altLang="en-US" dirty="0"/>
              <a:t>has performed some </a:t>
            </a:r>
            <a:r>
              <a:rPr lang="en-US" altLang="en-US" dirty="0">
                <a:solidFill>
                  <a:srgbClr val="0000FF"/>
                </a:solidFill>
              </a:rPr>
              <a:t>read/write operations</a:t>
            </a:r>
            <a:r>
              <a:rPr lang="en-US" altLang="en-US" dirty="0"/>
              <a:t> (= useful work):</a:t>
            </a:r>
            <a:endParaRPr lang="en-US" altLang="en-US" dirty="0"/>
          </a:p>
        </p:txBody>
      </p:sp>
      <p:pic>
        <p:nvPicPr>
          <p:cNvPr id="162820" name="Picture 1"/>
          <p:cNvPicPr>
            <a:picLocks noChangeAspect="1"/>
          </p:cNvPicPr>
          <p:nvPr/>
        </p:nvPicPr>
        <p:blipFill>
          <a:blip r:embed="rId1"/>
          <a:stretch>
            <a:fillRect/>
          </a:stretch>
        </p:blipFill>
        <p:spPr>
          <a:xfrm>
            <a:off x="949325" y="4667250"/>
            <a:ext cx="4213225" cy="1844675"/>
          </a:xfrm>
          <a:prstGeom prst="rect">
            <a:avLst/>
          </a:prstGeom>
          <a:noFill/>
          <a:ln w="9525">
            <a:noFill/>
          </a:ln>
        </p:spPr>
      </p:pic>
      <p:sp>
        <p:nvSpPr>
          <p:cNvPr id="162821" name="Rectangle 2"/>
          <p:cNvSpPr/>
          <p:nvPr/>
        </p:nvSpPr>
        <p:spPr>
          <a:xfrm>
            <a:off x="5419725" y="4667250"/>
            <a:ext cx="3543300" cy="646113"/>
          </a:xfrm>
          <a:prstGeom prst="rect">
            <a:avLst/>
          </a:prstGeom>
          <a:noFill/>
          <a:ln w="9525">
            <a:noFill/>
          </a:ln>
        </p:spPr>
        <p:txBody>
          <a:bodyPr>
            <a:spAutoFit/>
          </a:bodyPr>
          <a:lstStyle>
            <a:lvl1pPr marL="342900" indent="-342900" algn="l" rtl="0" eaLnBrk="0" fontAlgn="base" hangingPunct="0">
              <a:spcBef>
                <a:spcPct val="35000"/>
              </a:spcBef>
              <a:spcAft>
                <a:spcPct val="0"/>
              </a:spcAft>
              <a:buClr>
                <a:srgbClr val="993300"/>
              </a:buClr>
              <a:buSzPct val="90000"/>
              <a:buFont typeface="Monotype Sorts" pitchFamily="-84" charset="2"/>
              <a:buChar char="n"/>
              <a:defRPr kumimoji="1">
                <a:solidFill>
                  <a:schemeClr val="tx1"/>
                </a:solidFill>
                <a:latin typeface="+mn-lt"/>
                <a:ea typeface="MS PGothic" panose="020B0600070205080204" pitchFamily="34" charset="-128"/>
                <a:cs typeface="MS PGothic" panose="020B0600070205080204" pitchFamily="34" charset="-128"/>
              </a:defRPr>
            </a:lvl1pPr>
            <a:lvl2pPr marL="742950" indent="-285750" algn="l" rtl="0" eaLnBrk="0" fontAlgn="base" hangingPunct="0">
              <a:spcBef>
                <a:spcPct val="35000"/>
              </a:spcBef>
              <a:spcAft>
                <a:spcPct val="0"/>
              </a:spcAft>
              <a:buClr>
                <a:srgbClr val="CC6600"/>
              </a:buClr>
              <a:buSzPct val="80000"/>
              <a:buFont typeface="Monotype Sorts" pitchFamily="-84" charset="2"/>
              <a:buChar char="l"/>
              <a:defRPr kumimoji="1">
                <a:solidFill>
                  <a:schemeClr val="tx1"/>
                </a:solidFill>
                <a:latin typeface="+mn-lt"/>
                <a:ea typeface="MS PGothic" panose="020B0600070205080204" pitchFamily="34" charset="-128"/>
              </a:defRPr>
            </a:lvl2pPr>
            <a:lvl3pPr marL="1085850"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a:solidFill>
                  <a:schemeClr val="tx1"/>
                </a:solidFill>
                <a:latin typeface="+mn-lt"/>
                <a:ea typeface="MS PGothic" panose="020B0600070205080204" pitchFamily="34" charset="-128"/>
              </a:defRPr>
            </a:lvl3pPr>
            <a:lvl4pPr marL="1428750" indent="-228600" algn="l" rtl="0" eaLnBrk="0" fontAlgn="base" hangingPunct="0">
              <a:spcBef>
                <a:spcPct val="35000"/>
              </a:spcBef>
              <a:spcAft>
                <a:spcPct val="0"/>
              </a:spcAft>
              <a:buClr>
                <a:schemeClr val="hlink"/>
              </a:buClr>
              <a:buSzPct val="75000"/>
              <a:buChar char="–"/>
              <a:defRPr kumimoji="1">
                <a:solidFill>
                  <a:schemeClr val="tx1"/>
                </a:solidFill>
                <a:latin typeface="+mn-lt"/>
                <a:ea typeface="MS PGothic" panose="020B0600070205080204" pitchFamily="34" charset="-128"/>
              </a:defRPr>
            </a:lvl4pPr>
            <a:lvl5pPr marL="17716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anose="020B0600070205080204" pitchFamily="34" charset="-128"/>
              </a:defRPr>
            </a:lvl5pPr>
          </a:lstStyle>
          <a:p>
            <a:pPr marL="0" lvl="0" indent="0">
              <a:spcBef>
                <a:spcPct val="0"/>
              </a:spcBef>
              <a:buClrTx/>
              <a:buSzTx/>
              <a:buFontTx/>
              <a:buNone/>
            </a:pPr>
            <a:r>
              <a:rPr lang="en-US" altLang="zh-CN" dirty="0">
                <a:solidFill>
                  <a:srgbClr val="000000"/>
                </a:solidFill>
              </a:rPr>
              <a:t>The </a:t>
            </a:r>
            <a:r>
              <a:rPr lang="en-US" altLang="zh-CN" dirty="0">
                <a:solidFill>
                  <a:srgbClr val="0000FF"/>
                </a:solidFill>
              </a:rPr>
              <a:t>useful work </a:t>
            </a:r>
            <a:r>
              <a:rPr lang="en-US" altLang="zh-CN" dirty="0">
                <a:solidFill>
                  <a:srgbClr val="000000"/>
                </a:solidFill>
              </a:rPr>
              <a:t>is </a:t>
            </a:r>
            <a:r>
              <a:rPr lang="en-US" altLang="zh-CN" dirty="0">
                <a:solidFill>
                  <a:srgbClr val="FF0000"/>
                </a:solidFill>
              </a:rPr>
              <a:t>erased</a:t>
            </a:r>
            <a:r>
              <a:rPr lang="en-US" altLang="zh-CN" dirty="0">
                <a:solidFill>
                  <a:srgbClr val="000000"/>
                </a:solidFill>
              </a:rPr>
              <a:t> (rolled back) !!!</a:t>
            </a:r>
            <a:endParaRPr lang="zh-CN" altLang="en-US" dirty="0">
              <a:solidFill>
                <a:srgbClr val="000000"/>
              </a:solidFill>
            </a:endParaRPr>
          </a:p>
        </p:txBody>
      </p:sp>
      <p:pic>
        <p:nvPicPr>
          <p:cNvPr id="162822" name="Picture 9"/>
          <p:cNvPicPr>
            <a:picLocks noChangeAspect="1"/>
          </p:cNvPicPr>
          <p:nvPr/>
        </p:nvPicPr>
        <p:blipFill>
          <a:blip r:embed="rId2"/>
          <a:stretch>
            <a:fillRect/>
          </a:stretch>
        </p:blipFill>
        <p:spPr>
          <a:xfrm>
            <a:off x="949325" y="1544638"/>
            <a:ext cx="4470400" cy="2286000"/>
          </a:xfrm>
          <a:prstGeom prst="rect">
            <a:avLst/>
          </a:prstGeom>
          <a:noFill/>
          <a:ln w="9525">
            <a:noFill/>
          </a:ln>
        </p:spPr>
      </p:pic>
      <p:sp>
        <p:nvSpPr>
          <p:cNvPr id="11" name="Rectangle 10"/>
          <p:cNvSpPr/>
          <p:nvPr/>
        </p:nvSpPr>
        <p:spPr>
          <a:xfrm>
            <a:off x="5701072" y="1764306"/>
            <a:ext cx="3114675" cy="923330"/>
          </a:xfrm>
          <a:prstGeom prst="rect">
            <a:avLst/>
          </a:prstGeom>
        </p:spPr>
        <p:txBody>
          <a:bodyPr>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800" b="0" i="0" u="none" strike="noStrike" kern="1200" cap="none" spc="0" normalizeH="0" baseline="0" noProof="0" dirty="0">
                <a:ln>
                  <a:noFill/>
                </a:ln>
                <a:solidFill>
                  <a:srgbClr val="000000"/>
                </a:solidFill>
                <a:effectLst/>
                <a:uLnTx/>
                <a:uFillTx/>
                <a:latin typeface="Verdana" panose="020B0604030504040204" pitchFamily="34" charset="0"/>
                <a:ea typeface="MS PGothic" panose="020B0600070205080204" pitchFamily="34" charset="-128"/>
                <a:cs typeface="+mn-cs"/>
              </a:rPr>
              <a:t>Notice that the </a:t>
            </a:r>
            <a:r>
              <a:rPr kumimoji="0" lang="en-US" altLang="zh-CN" sz="1800" b="0" i="0" u="none" strike="noStrike" kern="1200" cap="none" spc="0" normalizeH="0" baseline="0" noProof="0" dirty="0">
                <a:ln>
                  <a:noFill/>
                </a:ln>
                <a:solidFill>
                  <a:srgbClr val="FF0000"/>
                </a:solidFill>
                <a:effectLst/>
                <a:uLnTx/>
                <a:uFillTx/>
                <a:latin typeface="Verdana" panose="020B0604030504040204" pitchFamily="34" charset="0"/>
                <a:ea typeface="MS PGothic" panose="020B0600070205080204" pitchFamily="34" charset="-128"/>
                <a:cs typeface="+mn-cs"/>
              </a:rPr>
              <a:t>aborted process</a:t>
            </a:r>
            <a:r>
              <a:rPr kumimoji="0" lang="en-US" altLang="zh-CN" sz="1800" b="0" i="0" u="none" strike="noStrike" kern="1200" cap="none" spc="0" normalizeH="0" baseline="0" noProof="0" dirty="0">
                <a:ln>
                  <a:noFill/>
                </a:ln>
                <a:solidFill>
                  <a:srgbClr val="000000"/>
                </a:solidFill>
                <a:effectLst/>
                <a:uLnTx/>
                <a:uFillTx/>
                <a:latin typeface="Verdana" panose="020B0604030504040204" pitchFamily="34" charset="0"/>
                <a:ea typeface="MS PGothic" panose="020B0600070205080204" pitchFamily="34" charset="-128"/>
                <a:cs typeface="+mn-cs"/>
              </a:rPr>
              <a:t> </a:t>
            </a:r>
            <a:r>
              <a:rPr kumimoji="0" lang="en-US" altLang="zh-CN" sz="1800" b="1" i="0" u="none" strike="noStrike" kern="1200" cap="none" spc="0" normalizeH="0" baseline="0" noProof="0" dirty="0">
                <a:ln>
                  <a:noFill/>
                </a:ln>
                <a:solidFill>
                  <a:srgbClr val="000000"/>
                </a:solidFill>
                <a:effectLst/>
                <a:highlight>
                  <a:srgbClr val="FFFF00"/>
                </a:highlight>
                <a:uLnTx/>
                <a:uFillTx/>
                <a:latin typeface="Verdana" panose="020B0604030504040204" pitchFamily="34" charset="0"/>
                <a:ea typeface="MS PGothic" panose="020B0600070205080204" pitchFamily="34" charset="-128"/>
                <a:cs typeface="+mn-cs"/>
              </a:rPr>
              <a:t>must</a:t>
            </a:r>
            <a:r>
              <a:rPr kumimoji="0" lang="en-US" altLang="zh-CN" sz="1800" b="0" i="0" u="none" strike="noStrike" kern="1200" cap="none" spc="0" normalizeH="0" baseline="0" noProof="0" dirty="0">
                <a:ln>
                  <a:noFill/>
                </a:ln>
                <a:solidFill>
                  <a:srgbClr val="000000"/>
                </a:solidFill>
                <a:effectLst/>
                <a:uLnTx/>
                <a:uFillTx/>
                <a:latin typeface="Verdana" panose="020B0604030504040204" pitchFamily="34" charset="0"/>
                <a:ea typeface="MS PGothic" panose="020B0600070205080204" pitchFamily="34" charset="-128"/>
                <a:cs typeface="+mn-cs"/>
              </a:rPr>
              <a:t> </a:t>
            </a:r>
            <a:r>
              <a:rPr kumimoji="0" lang="en-US" altLang="zh-CN" sz="1800" b="0" i="0" u="none" strike="noStrike" kern="1200" cap="none" spc="0" normalizeH="0" baseline="0" noProof="0" dirty="0">
                <a:ln>
                  <a:noFill/>
                </a:ln>
                <a:solidFill>
                  <a:srgbClr val="0000FF"/>
                </a:solidFill>
                <a:effectLst/>
                <a:uLnTx/>
                <a:uFillTx/>
                <a:latin typeface="Verdana" panose="020B0604030504040204" pitchFamily="34" charset="0"/>
                <a:ea typeface="MS PGothic" panose="020B0600070205080204" pitchFamily="34" charset="-128"/>
                <a:cs typeface="+mn-cs"/>
              </a:rPr>
              <a:t>hold some locks</a:t>
            </a:r>
            <a:r>
              <a:rPr kumimoji="0" lang="en-US" altLang="zh-CN" sz="1800" b="0" i="0" u="none" strike="noStrike" kern="1200" cap="none" spc="0" normalizeH="0" baseline="0" noProof="0" dirty="0">
                <a:ln>
                  <a:noFill/>
                </a:ln>
                <a:solidFill>
                  <a:srgbClr val="000000"/>
                </a:solidFill>
                <a:effectLst/>
                <a:uLnTx/>
                <a:uFillTx/>
                <a:latin typeface="Verdana" panose="020B0604030504040204" pitchFamily="34" charset="0"/>
                <a:ea typeface="MS PGothic" panose="020B0600070205080204" pitchFamily="34" charset="-128"/>
                <a:cs typeface="+mn-cs"/>
              </a:rPr>
              <a:t> !!!</a:t>
            </a:r>
            <a:endParaRPr kumimoji="0" lang="zh-CN" altLang="en-US" sz="1800" b="0" i="0" u="none" strike="noStrike" kern="1200" cap="none" spc="0" normalizeH="0" baseline="0" noProof="0" dirty="0">
              <a:ln>
                <a:noFill/>
              </a:ln>
              <a:solidFill>
                <a:srgbClr val="000000"/>
              </a:solidFill>
              <a:effectLst/>
              <a:uLnTx/>
              <a:uFillTx/>
              <a:latin typeface="Verdana" panose="020B0604030504040204" pitchFamily="34" charset="0"/>
              <a:ea typeface="MS PGothic" panose="020B0600070205080204" pitchFamily="34" charset="-128"/>
              <a:cs typeface="+mn-cs"/>
            </a:endParaRP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4866" name="Rectangle 2"/>
          <p:cNvSpPr>
            <a:spLocks noGrp="1"/>
          </p:cNvSpPr>
          <p:nvPr>
            <p:ph type="title"/>
          </p:nvPr>
        </p:nvSpPr>
        <p:spPr>
          <a:xfrm>
            <a:off x="1109663" y="214313"/>
            <a:ext cx="7577137" cy="576262"/>
          </a:xfrm>
        </p:spPr>
        <p:txBody>
          <a:bodyPr vert="horz" wrap="square" lIns="91440" tIns="45720" rIns="91440" bIns="45720" anchor="b" anchorCtr="0"/>
          <a:p>
            <a:pPr eaLnBrk="1" hangingPunct="1"/>
            <a:r>
              <a:rPr lang="en-US" altLang="zh-CN" dirty="0"/>
              <a:t>Comparing</a:t>
            </a:r>
            <a:endParaRPr lang="en-US" altLang="en-US" dirty="0"/>
          </a:p>
        </p:txBody>
      </p:sp>
      <p:sp>
        <p:nvSpPr>
          <p:cNvPr id="164867" name="Rectangle 3"/>
          <p:cNvSpPr>
            <a:spLocks noGrp="1"/>
          </p:cNvSpPr>
          <p:nvPr>
            <p:ph idx="1"/>
          </p:nvPr>
        </p:nvSpPr>
        <p:spPr>
          <a:xfrm>
            <a:off x="547688" y="1076325"/>
            <a:ext cx="8267700" cy="4500563"/>
          </a:xfrm>
        </p:spPr>
        <p:txBody>
          <a:bodyPr vert="horz" wrap="square" lIns="91440" tIns="45720" rIns="91440" bIns="45720" anchor="t" anchorCtr="0"/>
          <a:p>
            <a:pPr>
              <a:buFont typeface="Wingdings" panose="05000000000000000000" pitchFamily="2" charset="2"/>
              <a:buChar char="q"/>
            </a:pPr>
            <a:r>
              <a:rPr lang="en-US" altLang="en-US" dirty="0"/>
              <a:t>Consider a process in the wait-die method that gets aborted:</a:t>
            </a:r>
            <a:endParaRPr lang="en-US" altLang="en-US" dirty="0"/>
          </a:p>
          <a:p>
            <a:pPr>
              <a:buFont typeface="Wingdings" panose="05000000000000000000" pitchFamily="2" charset="2"/>
              <a:buChar char="q"/>
            </a:pPr>
            <a:endParaRPr lang="en-US" altLang="en-US" dirty="0"/>
          </a:p>
          <a:p>
            <a:pPr>
              <a:buFont typeface="Wingdings" panose="05000000000000000000" pitchFamily="2" charset="2"/>
              <a:buChar char="q"/>
            </a:pPr>
            <a:endParaRPr lang="en-US" altLang="en-US" dirty="0"/>
          </a:p>
          <a:p>
            <a:pPr>
              <a:buFont typeface="Wingdings" panose="05000000000000000000" pitchFamily="2" charset="2"/>
              <a:buChar char="q"/>
            </a:pPr>
            <a:endParaRPr lang="en-US" altLang="en-US" dirty="0"/>
          </a:p>
          <a:p>
            <a:pPr>
              <a:buFont typeface="Wingdings" panose="05000000000000000000" pitchFamily="2" charset="2"/>
              <a:buChar char="q"/>
            </a:pPr>
            <a:endParaRPr lang="en-US" altLang="en-US" dirty="0"/>
          </a:p>
          <a:p>
            <a:pPr>
              <a:buFont typeface="Wingdings" panose="05000000000000000000" pitchFamily="2" charset="2"/>
              <a:buChar char="q"/>
            </a:pPr>
            <a:endParaRPr lang="en-US" altLang="en-US" dirty="0"/>
          </a:p>
          <a:p>
            <a:pPr>
              <a:buFont typeface="Wingdings" panose="05000000000000000000" pitchFamily="2" charset="2"/>
              <a:buChar char="q"/>
            </a:pPr>
            <a:endParaRPr lang="en-US" altLang="en-US" dirty="0"/>
          </a:p>
          <a:p>
            <a:pPr>
              <a:buFont typeface="Wingdings" panose="05000000000000000000" pitchFamily="2" charset="2"/>
              <a:buChar char="q"/>
            </a:pPr>
            <a:r>
              <a:rPr lang="en-US" altLang="en-US" dirty="0"/>
              <a:t>I.e.: the </a:t>
            </a:r>
            <a:r>
              <a:rPr lang="en-US" altLang="en-US" dirty="0">
                <a:solidFill>
                  <a:srgbClr val="FF0000"/>
                </a:solidFill>
              </a:rPr>
              <a:t>aborted process </a:t>
            </a:r>
            <a:r>
              <a:rPr lang="en-US" altLang="en-US" dirty="0"/>
              <a:t>has </a:t>
            </a:r>
            <a:r>
              <a:rPr lang="en-US" altLang="en-US" b="1" dirty="0">
                <a:solidFill>
                  <a:srgbClr val="FF0000"/>
                </a:solidFill>
              </a:rPr>
              <a:t>not</a:t>
            </a:r>
            <a:r>
              <a:rPr lang="en-US" altLang="en-US" dirty="0"/>
              <a:t> performed any </a:t>
            </a:r>
            <a:r>
              <a:rPr lang="en-US" altLang="en-US" dirty="0">
                <a:solidFill>
                  <a:srgbClr val="0000FF"/>
                </a:solidFill>
              </a:rPr>
              <a:t>read/write operations</a:t>
            </a:r>
            <a:r>
              <a:rPr lang="en-US" altLang="en-US" dirty="0"/>
              <a:t> (= no useful work):</a:t>
            </a:r>
            <a:endParaRPr lang="en-US" altLang="en-US" dirty="0"/>
          </a:p>
        </p:txBody>
      </p:sp>
      <p:sp>
        <p:nvSpPr>
          <p:cNvPr id="11" name="Rectangle 10"/>
          <p:cNvSpPr/>
          <p:nvPr/>
        </p:nvSpPr>
        <p:spPr>
          <a:xfrm>
            <a:off x="6120172" y="1751900"/>
            <a:ext cx="3114675" cy="923330"/>
          </a:xfrm>
          <a:prstGeom prst="rect">
            <a:avLst/>
          </a:prstGeom>
        </p:spPr>
        <p:txBody>
          <a:bodyPr>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800" b="0" i="0" u="none" strike="noStrike" kern="1200" cap="none" spc="0" normalizeH="0" baseline="0" noProof="0" dirty="0">
                <a:ln>
                  <a:noFill/>
                </a:ln>
                <a:solidFill>
                  <a:srgbClr val="000000"/>
                </a:solidFill>
                <a:effectLst/>
                <a:uLnTx/>
                <a:uFillTx/>
                <a:latin typeface="Verdana" panose="020B0604030504040204" pitchFamily="34" charset="0"/>
                <a:ea typeface="MS PGothic" panose="020B0600070205080204" pitchFamily="34" charset="-128"/>
                <a:cs typeface="+mn-cs"/>
              </a:rPr>
              <a:t>Notice that the </a:t>
            </a:r>
            <a:r>
              <a:rPr kumimoji="0" lang="en-US" altLang="zh-CN" sz="1800" b="0" i="0" u="none" strike="noStrike" kern="1200" cap="none" spc="0" normalizeH="0" baseline="0" noProof="0" dirty="0">
                <a:ln>
                  <a:noFill/>
                </a:ln>
                <a:solidFill>
                  <a:srgbClr val="FF0000"/>
                </a:solidFill>
                <a:effectLst/>
                <a:uLnTx/>
                <a:uFillTx/>
                <a:latin typeface="Verdana" panose="020B0604030504040204" pitchFamily="34" charset="0"/>
                <a:ea typeface="MS PGothic" panose="020B0600070205080204" pitchFamily="34" charset="-128"/>
                <a:cs typeface="+mn-cs"/>
              </a:rPr>
              <a:t>aborted process</a:t>
            </a:r>
            <a:r>
              <a:rPr kumimoji="0" lang="en-US" altLang="zh-CN" sz="1800" b="0" i="0" u="none" strike="noStrike" kern="1200" cap="none" spc="0" normalizeH="0" baseline="0" noProof="0" dirty="0">
                <a:ln>
                  <a:noFill/>
                </a:ln>
                <a:solidFill>
                  <a:srgbClr val="000000"/>
                </a:solidFill>
                <a:effectLst/>
                <a:uLnTx/>
                <a:uFillTx/>
                <a:latin typeface="Verdana" panose="020B0604030504040204" pitchFamily="34" charset="0"/>
                <a:ea typeface="MS PGothic" panose="020B0600070205080204" pitchFamily="34" charset="-128"/>
                <a:cs typeface="+mn-cs"/>
              </a:rPr>
              <a:t> may </a:t>
            </a:r>
            <a:r>
              <a:rPr kumimoji="0" lang="en-US" altLang="zh-CN" sz="1800" b="1" i="0" u="none" strike="noStrike" kern="1200" cap="none" spc="0" normalizeH="0" baseline="0" noProof="0" dirty="0">
                <a:ln>
                  <a:noFill/>
                </a:ln>
                <a:solidFill>
                  <a:srgbClr val="000000"/>
                </a:solidFill>
                <a:effectLst/>
                <a:highlight>
                  <a:srgbClr val="FFFF00"/>
                </a:highlight>
                <a:uLnTx/>
                <a:uFillTx/>
                <a:latin typeface="Verdana" panose="020B0604030504040204" pitchFamily="34" charset="0"/>
                <a:ea typeface="MS PGothic" panose="020B0600070205080204" pitchFamily="34" charset="-128"/>
                <a:cs typeface="+mn-cs"/>
              </a:rPr>
              <a:t>not</a:t>
            </a:r>
            <a:r>
              <a:rPr kumimoji="0" lang="en-US" altLang="zh-CN" sz="1800" b="0" i="0" u="none" strike="noStrike" kern="1200" cap="none" spc="0" normalizeH="0" baseline="0" noProof="0" dirty="0">
                <a:ln>
                  <a:noFill/>
                </a:ln>
                <a:solidFill>
                  <a:srgbClr val="000000"/>
                </a:solidFill>
                <a:effectLst/>
                <a:uLnTx/>
                <a:uFillTx/>
                <a:latin typeface="Verdana" panose="020B0604030504040204" pitchFamily="34" charset="0"/>
                <a:ea typeface="MS PGothic" panose="020B0600070205080204" pitchFamily="34" charset="-128"/>
                <a:cs typeface="+mn-cs"/>
              </a:rPr>
              <a:t> </a:t>
            </a:r>
            <a:r>
              <a:rPr kumimoji="0" lang="en-US" altLang="zh-CN" sz="1800" b="0" i="0" u="none" strike="noStrike" kern="1200" cap="none" spc="0" normalizeH="0" baseline="0" noProof="0" dirty="0">
                <a:ln>
                  <a:noFill/>
                </a:ln>
                <a:solidFill>
                  <a:srgbClr val="0000FF"/>
                </a:solidFill>
                <a:effectLst/>
                <a:uLnTx/>
                <a:uFillTx/>
                <a:latin typeface="Verdana" panose="020B0604030504040204" pitchFamily="34" charset="0"/>
                <a:ea typeface="MS PGothic" panose="020B0600070205080204" pitchFamily="34" charset="-128"/>
                <a:cs typeface="+mn-cs"/>
              </a:rPr>
              <a:t>hold any lock at all</a:t>
            </a:r>
            <a:r>
              <a:rPr kumimoji="0" lang="en-US" altLang="zh-CN" sz="1800" b="0" i="0" u="none" strike="noStrike" kern="1200" cap="none" spc="0" normalizeH="0" baseline="0" noProof="0" dirty="0">
                <a:ln>
                  <a:noFill/>
                </a:ln>
                <a:solidFill>
                  <a:srgbClr val="000000"/>
                </a:solidFill>
                <a:effectLst/>
                <a:uLnTx/>
                <a:uFillTx/>
                <a:latin typeface="Verdana" panose="020B0604030504040204" pitchFamily="34" charset="0"/>
                <a:ea typeface="MS PGothic" panose="020B0600070205080204" pitchFamily="34" charset="-128"/>
                <a:cs typeface="+mn-cs"/>
              </a:rPr>
              <a:t> !!!</a:t>
            </a:r>
            <a:endParaRPr kumimoji="0" lang="zh-CN" altLang="en-US" sz="1800" b="0" i="0" u="none" strike="noStrike" kern="1200" cap="none" spc="0" normalizeH="0" baseline="0" noProof="0" dirty="0">
              <a:ln>
                <a:noFill/>
              </a:ln>
              <a:solidFill>
                <a:srgbClr val="000000"/>
              </a:solidFill>
              <a:effectLst/>
              <a:uLnTx/>
              <a:uFillTx/>
              <a:latin typeface="Verdana" panose="020B0604030504040204" pitchFamily="34" charset="0"/>
              <a:ea typeface="MS PGothic" panose="020B0600070205080204" pitchFamily="34" charset="-128"/>
              <a:cs typeface="+mn-cs"/>
            </a:endParaRPr>
          </a:p>
        </p:txBody>
      </p:sp>
      <p:pic>
        <p:nvPicPr>
          <p:cNvPr id="164869" name="Picture 5"/>
          <p:cNvPicPr>
            <a:picLocks noChangeAspect="1"/>
          </p:cNvPicPr>
          <p:nvPr/>
        </p:nvPicPr>
        <p:blipFill>
          <a:blip r:embed="rId1"/>
          <a:stretch>
            <a:fillRect/>
          </a:stretch>
        </p:blipFill>
        <p:spPr>
          <a:xfrm>
            <a:off x="954088" y="1620838"/>
            <a:ext cx="5018087" cy="1436687"/>
          </a:xfrm>
          <a:prstGeom prst="rect">
            <a:avLst/>
          </a:prstGeom>
          <a:noFill/>
          <a:ln w="9525">
            <a:noFill/>
          </a:ln>
        </p:spPr>
      </p:pic>
      <p:pic>
        <p:nvPicPr>
          <p:cNvPr id="164870" name="Picture 6"/>
          <p:cNvPicPr>
            <a:picLocks noChangeAspect="1"/>
          </p:cNvPicPr>
          <p:nvPr/>
        </p:nvPicPr>
        <p:blipFill>
          <a:blip r:embed="rId2"/>
          <a:stretch>
            <a:fillRect/>
          </a:stretch>
        </p:blipFill>
        <p:spPr>
          <a:xfrm>
            <a:off x="1628775" y="4341813"/>
            <a:ext cx="4638675" cy="2108200"/>
          </a:xfrm>
          <a:prstGeom prst="rect">
            <a:avLst/>
          </a:prstGeom>
          <a:noFill/>
          <a:ln w="9525">
            <a:noFill/>
          </a:ln>
        </p:spPr>
      </p:pic>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6914" name="Rectangle 2"/>
          <p:cNvSpPr>
            <a:spLocks noGrp="1"/>
          </p:cNvSpPr>
          <p:nvPr>
            <p:ph type="title"/>
          </p:nvPr>
        </p:nvSpPr>
        <p:spPr>
          <a:xfrm>
            <a:off x="1109663" y="214313"/>
            <a:ext cx="7577137" cy="576262"/>
          </a:xfrm>
        </p:spPr>
        <p:txBody>
          <a:bodyPr vert="horz" wrap="square" lIns="91440" tIns="45720" rIns="91440" bIns="45720" anchor="b" anchorCtr="0"/>
          <a:p>
            <a:pPr eaLnBrk="1" hangingPunct="1"/>
            <a:r>
              <a:rPr lang="en-US" altLang="zh-CN" dirty="0"/>
              <a:t>Comparing</a:t>
            </a:r>
            <a:endParaRPr lang="en-US" altLang="en-US" dirty="0"/>
          </a:p>
        </p:txBody>
      </p:sp>
      <p:sp>
        <p:nvSpPr>
          <p:cNvPr id="166915" name="Rectangle 3"/>
          <p:cNvSpPr>
            <a:spLocks noGrp="1"/>
          </p:cNvSpPr>
          <p:nvPr>
            <p:ph idx="1"/>
          </p:nvPr>
        </p:nvSpPr>
        <p:spPr>
          <a:xfrm>
            <a:off x="547688" y="1076325"/>
            <a:ext cx="8267700" cy="4500563"/>
          </a:xfrm>
        </p:spPr>
        <p:txBody>
          <a:bodyPr vert="horz" wrap="square" lIns="91440" tIns="45720" rIns="91440" bIns="45720" anchor="t" anchorCtr="0"/>
          <a:p>
            <a:pPr>
              <a:buFont typeface="Wingdings" panose="05000000000000000000" pitchFamily="2" charset="2"/>
              <a:buChar char="q"/>
            </a:pPr>
            <a:r>
              <a:rPr lang="en-US" altLang="en-US" dirty="0"/>
              <a:t>Consider the previous examples:</a:t>
            </a:r>
            <a:endParaRPr lang="en-US" altLang="en-US" dirty="0"/>
          </a:p>
          <a:p>
            <a:pPr>
              <a:buFont typeface="Wingdings" panose="05000000000000000000" pitchFamily="2" charset="2"/>
              <a:buChar char="q"/>
            </a:pPr>
            <a:r>
              <a:rPr lang="en-US" altLang="en-US" b="1" dirty="0">
                <a:solidFill>
                  <a:srgbClr val="FF0000"/>
                </a:solidFill>
              </a:rPr>
              <a:t>Wait-die</a:t>
            </a:r>
            <a:r>
              <a:rPr lang="en-US" altLang="en-US" dirty="0"/>
              <a:t> locking method</a:t>
            </a:r>
            <a:endParaRPr lang="en-US" altLang="en-US" dirty="0"/>
          </a:p>
          <a:p>
            <a:pPr>
              <a:buFont typeface="Wingdings" panose="05000000000000000000" pitchFamily="2" charset="2"/>
              <a:buChar char="q"/>
            </a:pPr>
            <a:endParaRPr lang="en-US" altLang="en-US" dirty="0"/>
          </a:p>
        </p:txBody>
      </p:sp>
      <p:pic>
        <p:nvPicPr>
          <p:cNvPr id="166916" name="Picture 1"/>
          <p:cNvPicPr>
            <a:picLocks noChangeAspect="1"/>
          </p:cNvPicPr>
          <p:nvPr/>
        </p:nvPicPr>
        <p:blipFill>
          <a:blip r:embed="rId1"/>
          <a:stretch>
            <a:fillRect/>
          </a:stretch>
        </p:blipFill>
        <p:spPr>
          <a:xfrm>
            <a:off x="481013" y="2057400"/>
            <a:ext cx="4787900" cy="4324350"/>
          </a:xfrm>
          <a:prstGeom prst="rect">
            <a:avLst/>
          </a:prstGeom>
          <a:noFill/>
          <a:ln w="9525">
            <a:noFill/>
          </a:ln>
        </p:spPr>
      </p:pic>
      <p:sp>
        <p:nvSpPr>
          <p:cNvPr id="166917" name="Rectangle 2"/>
          <p:cNvSpPr/>
          <p:nvPr/>
        </p:nvSpPr>
        <p:spPr>
          <a:xfrm>
            <a:off x="5514975" y="2057400"/>
            <a:ext cx="3495675" cy="923925"/>
          </a:xfrm>
          <a:prstGeom prst="rect">
            <a:avLst/>
          </a:prstGeom>
          <a:noFill/>
          <a:ln w="9525">
            <a:noFill/>
          </a:ln>
        </p:spPr>
        <p:txBody>
          <a:bodyPr>
            <a:spAutoFit/>
          </a:bodyPr>
          <a:lstStyle>
            <a:lvl1pPr marL="342900" indent="-342900" algn="l" rtl="0" eaLnBrk="0" fontAlgn="base" hangingPunct="0">
              <a:spcBef>
                <a:spcPct val="35000"/>
              </a:spcBef>
              <a:spcAft>
                <a:spcPct val="0"/>
              </a:spcAft>
              <a:buClr>
                <a:srgbClr val="993300"/>
              </a:buClr>
              <a:buSzPct val="90000"/>
              <a:buFont typeface="Monotype Sorts" pitchFamily="-84" charset="2"/>
              <a:buChar char="n"/>
              <a:defRPr kumimoji="1">
                <a:solidFill>
                  <a:schemeClr val="tx1"/>
                </a:solidFill>
                <a:latin typeface="+mn-lt"/>
                <a:ea typeface="MS PGothic" panose="020B0600070205080204" pitchFamily="34" charset="-128"/>
                <a:cs typeface="MS PGothic" panose="020B0600070205080204" pitchFamily="34" charset="-128"/>
              </a:defRPr>
            </a:lvl1pPr>
            <a:lvl2pPr marL="742950" indent="-285750" algn="l" rtl="0" eaLnBrk="0" fontAlgn="base" hangingPunct="0">
              <a:spcBef>
                <a:spcPct val="35000"/>
              </a:spcBef>
              <a:spcAft>
                <a:spcPct val="0"/>
              </a:spcAft>
              <a:buClr>
                <a:srgbClr val="CC6600"/>
              </a:buClr>
              <a:buSzPct val="80000"/>
              <a:buFont typeface="Monotype Sorts" pitchFamily="-84" charset="2"/>
              <a:buChar char="l"/>
              <a:defRPr kumimoji="1">
                <a:solidFill>
                  <a:schemeClr val="tx1"/>
                </a:solidFill>
                <a:latin typeface="+mn-lt"/>
                <a:ea typeface="MS PGothic" panose="020B0600070205080204" pitchFamily="34" charset="-128"/>
              </a:defRPr>
            </a:lvl2pPr>
            <a:lvl3pPr marL="1085850"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a:solidFill>
                  <a:schemeClr val="tx1"/>
                </a:solidFill>
                <a:latin typeface="+mn-lt"/>
                <a:ea typeface="MS PGothic" panose="020B0600070205080204" pitchFamily="34" charset="-128"/>
              </a:defRPr>
            </a:lvl3pPr>
            <a:lvl4pPr marL="1428750" indent="-228600" algn="l" rtl="0" eaLnBrk="0" fontAlgn="base" hangingPunct="0">
              <a:spcBef>
                <a:spcPct val="35000"/>
              </a:spcBef>
              <a:spcAft>
                <a:spcPct val="0"/>
              </a:spcAft>
              <a:buClr>
                <a:schemeClr val="hlink"/>
              </a:buClr>
              <a:buSzPct val="75000"/>
              <a:buChar char="–"/>
              <a:defRPr kumimoji="1">
                <a:solidFill>
                  <a:schemeClr val="tx1"/>
                </a:solidFill>
                <a:latin typeface="+mn-lt"/>
                <a:ea typeface="MS PGothic" panose="020B0600070205080204" pitchFamily="34" charset="-128"/>
              </a:defRPr>
            </a:lvl4pPr>
            <a:lvl5pPr marL="17716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anose="020B0600070205080204" pitchFamily="34" charset="-128"/>
              </a:defRPr>
            </a:lvl5pPr>
          </a:lstStyle>
          <a:p>
            <a:pPr marL="0" lvl="0" indent="0">
              <a:spcBef>
                <a:spcPct val="0"/>
              </a:spcBef>
              <a:buClrTx/>
              <a:buSzTx/>
              <a:buFontTx/>
              <a:buNone/>
            </a:pPr>
            <a:r>
              <a:rPr lang="en-US" altLang="zh-CN" dirty="0">
                <a:solidFill>
                  <a:srgbClr val="000000"/>
                </a:solidFill>
              </a:rPr>
              <a:t>There are </a:t>
            </a:r>
            <a:r>
              <a:rPr lang="en-US" altLang="zh-CN" dirty="0">
                <a:solidFill>
                  <a:srgbClr val="FF0000"/>
                </a:solidFill>
              </a:rPr>
              <a:t>2</a:t>
            </a:r>
            <a:r>
              <a:rPr lang="en-US" altLang="zh-CN" dirty="0">
                <a:solidFill>
                  <a:srgbClr val="000000"/>
                </a:solidFill>
              </a:rPr>
              <a:t> transaction aborts (that's </a:t>
            </a:r>
            <a:r>
              <a:rPr lang="en-US" altLang="zh-CN" dirty="0">
                <a:solidFill>
                  <a:srgbClr val="FF0000"/>
                </a:solidFill>
              </a:rPr>
              <a:t>50%</a:t>
            </a:r>
            <a:r>
              <a:rPr lang="en-US" altLang="zh-CN" dirty="0">
                <a:solidFill>
                  <a:srgbClr val="000000"/>
                </a:solidFill>
              </a:rPr>
              <a:t> of the # processes !!!)</a:t>
            </a:r>
            <a:endParaRPr lang="zh-CN" altLang="en-US" dirty="0">
              <a:solidFill>
                <a:srgbClr val="000000"/>
              </a:solidFill>
            </a:endParaRPr>
          </a:p>
        </p:txBody>
      </p:sp>
      <p:sp>
        <p:nvSpPr>
          <p:cNvPr id="166918" name="Rectangle 8"/>
          <p:cNvSpPr/>
          <p:nvPr/>
        </p:nvSpPr>
        <p:spPr>
          <a:xfrm>
            <a:off x="5514975" y="3325813"/>
            <a:ext cx="3495675" cy="2308225"/>
          </a:xfrm>
          <a:prstGeom prst="rect">
            <a:avLst/>
          </a:prstGeom>
          <a:noFill/>
          <a:ln w="9525">
            <a:noFill/>
          </a:ln>
        </p:spPr>
        <p:txBody>
          <a:bodyPr>
            <a:spAutoFit/>
          </a:bodyPr>
          <a:lstStyle>
            <a:lvl1pPr marL="342900" indent="-342900" algn="l" rtl="0" eaLnBrk="0" fontAlgn="base" hangingPunct="0">
              <a:spcBef>
                <a:spcPct val="35000"/>
              </a:spcBef>
              <a:spcAft>
                <a:spcPct val="0"/>
              </a:spcAft>
              <a:buClr>
                <a:srgbClr val="993300"/>
              </a:buClr>
              <a:buSzPct val="90000"/>
              <a:buFont typeface="Monotype Sorts" pitchFamily="-84" charset="2"/>
              <a:buChar char="n"/>
              <a:defRPr kumimoji="1">
                <a:solidFill>
                  <a:schemeClr val="tx1"/>
                </a:solidFill>
                <a:latin typeface="+mn-lt"/>
                <a:ea typeface="MS PGothic" panose="020B0600070205080204" pitchFamily="34" charset="-128"/>
                <a:cs typeface="MS PGothic" panose="020B0600070205080204" pitchFamily="34" charset="-128"/>
              </a:defRPr>
            </a:lvl1pPr>
            <a:lvl2pPr marL="742950" indent="-285750" algn="l" rtl="0" eaLnBrk="0" fontAlgn="base" hangingPunct="0">
              <a:spcBef>
                <a:spcPct val="35000"/>
              </a:spcBef>
              <a:spcAft>
                <a:spcPct val="0"/>
              </a:spcAft>
              <a:buClr>
                <a:srgbClr val="CC6600"/>
              </a:buClr>
              <a:buSzPct val="80000"/>
              <a:buFont typeface="Monotype Sorts" pitchFamily="-84" charset="2"/>
              <a:buChar char="l"/>
              <a:defRPr kumimoji="1">
                <a:solidFill>
                  <a:schemeClr val="tx1"/>
                </a:solidFill>
                <a:latin typeface="+mn-lt"/>
                <a:ea typeface="MS PGothic" panose="020B0600070205080204" pitchFamily="34" charset="-128"/>
              </a:defRPr>
            </a:lvl2pPr>
            <a:lvl3pPr marL="1085850"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a:solidFill>
                  <a:schemeClr val="tx1"/>
                </a:solidFill>
                <a:latin typeface="+mn-lt"/>
                <a:ea typeface="MS PGothic" panose="020B0600070205080204" pitchFamily="34" charset="-128"/>
              </a:defRPr>
            </a:lvl3pPr>
            <a:lvl4pPr marL="1428750" indent="-228600" algn="l" rtl="0" eaLnBrk="0" fontAlgn="base" hangingPunct="0">
              <a:spcBef>
                <a:spcPct val="35000"/>
              </a:spcBef>
              <a:spcAft>
                <a:spcPct val="0"/>
              </a:spcAft>
              <a:buClr>
                <a:schemeClr val="hlink"/>
              </a:buClr>
              <a:buSzPct val="75000"/>
              <a:buChar char="–"/>
              <a:defRPr kumimoji="1">
                <a:solidFill>
                  <a:schemeClr val="tx1"/>
                </a:solidFill>
                <a:latin typeface="+mn-lt"/>
                <a:ea typeface="MS PGothic" panose="020B0600070205080204" pitchFamily="34" charset="-128"/>
              </a:defRPr>
            </a:lvl4pPr>
            <a:lvl5pPr marL="17716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anose="020B0600070205080204" pitchFamily="34" charset="-128"/>
              </a:defRPr>
            </a:lvl5pPr>
          </a:lstStyle>
          <a:p>
            <a:pPr marL="0" lvl="0" indent="0">
              <a:spcBef>
                <a:spcPct val="0"/>
              </a:spcBef>
              <a:buClrTx/>
              <a:buSzTx/>
              <a:buFontTx/>
              <a:buNone/>
            </a:pPr>
            <a:r>
              <a:rPr lang="en-US" altLang="zh-CN" dirty="0">
                <a:solidFill>
                  <a:srgbClr val="000000"/>
                </a:solidFill>
              </a:rPr>
              <a:t>However:</a:t>
            </a:r>
            <a:endParaRPr lang="en-US" altLang="zh-CN" dirty="0">
              <a:solidFill>
                <a:srgbClr val="000000"/>
              </a:solidFill>
            </a:endParaRPr>
          </a:p>
          <a:p>
            <a:pPr marL="0" lvl="0" indent="0">
              <a:spcBef>
                <a:spcPct val="0"/>
              </a:spcBef>
              <a:buClrTx/>
              <a:buSzTx/>
              <a:buFontTx/>
              <a:buNone/>
            </a:pPr>
            <a:endParaRPr lang="en-US" altLang="zh-CN" dirty="0">
              <a:solidFill>
                <a:srgbClr val="000000"/>
              </a:solidFill>
            </a:endParaRPr>
          </a:p>
          <a:p>
            <a:pPr marL="0" lvl="0" indent="0">
              <a:spcBef>
                <a:spcPct val="0"/>
              </a:spcBef>
              <a:buClrTx/>
              <a:buSzTx/>
              <a:buFontTx/>
              <a:buNone/>
            </a:pPr>
            <a:r>
              <a:rPr lang="en-US" altLang="zh-CN" dirty="0">
                <a:solidFill>
                  <a:srgbClr val="000000"/>
                </a:solidFill>
              </a:rPr>
              <a:t>Both </a:t>
            </a:r>
            <a:r>
              <a:rPr lang="en-US" altLang="zh-CN" dirty="0">
                <a:solidFill>
                  <a:srgbClr val="FF0000"/>
                </a:solidFill>
              </a:rPr>
              <a:t>aborted</a:t>
            </a:r>
            <a:r>
              <a:rPr lang="en-US" altLang="zh-CN" dirty="0">
                <a:solidFill>
                  <a:srgbClr val="000000"/>
                </a:solidFill>
              </a:rPr>
              <a:t> processes has done </a:t>
            </a:r>
            <a:r>
              <a:rPr lang="en-US" altLang="zh-CN" dirty="0">
                <a:solidFill>
                  <a:srgbClr val="0000FF"/>
                </a:solidFill>
              </a:rPr>
              <a:t>no useful work </a:t>
            </a:r>
            <a:r>
              <a:rPr lang="en-US" altLang="zh-CN" dirty="0">
                <a:solidFill>
                  <a:srgbClr val="000000"/>
                </a:solidFill>
              </a:rPr>
              <a:t>!!!</a:t>
            </a:r>
            <a:endParaRPr lang="en-US" altLang="zh-CN" dirty="0">
              <a:solidFill>
                <a:srgbClr val="000000"/>
              </a:solidFill>
            </a:endParaRPr>
          </a:p>
          <a:p>
            <a:pPr marL="0" lvl="0" indent="0">
              <a:spcBef>
                <a:spcPct val="0"/>
              </a:spcBef>
              <a:buClrTx/>
              <a:buSzTx/>
              <a:buFontTx/>
              <a:buNone/>
            </a:pPr>
            <a:endParaRPr lang="en-US" altLang="zh-CN" dirty="0">
              <a:solidFill>
                <a:srgbClr val="000000"/>
              </a:solidFill>
            </a:endParaRPr>
          </a:p>
          <a:p>
            <a:pPr marL="0" lvl="0" indent="0">
              <a:spcBef>
                <a:spcPct val="0"/>
              </a:spcBef>
              <a:buClrTx/>
              <a:buSzTx/>
              <a:buFontTx/>
              <a:buNone/>
            </a:pPr>
            <a:r>
              <a:rPr lang="en-US" altLang="zh-CN" dirty="0">
                <a:solidFill>
                  <a:srgbClr val="000000"/>
                </a:solidFill>
              </a:rPr>
              <a:t>(The </a:t>
            </a:r>
            <a:r>
              <a:rPr lang="en-US" altLang="zh-CN" dirty="0">
                <a:solidFill>
                  <a:srgbClr val="FF0000"/>
                </a:solidFill>
              </a:rPr>
              <a:t>aborted</a:t>
            </a:r>
            <a:r>
              <a:rPr lang="en-US" altLang="zh-CN" dirty="0">
                <a:solidFill>
                  <a:srgbClr val="000000"/>
                </a:solidFill>
              </a:rPr>
              <a:t> processes has </a:t>
            </a:r>
            <a:r>
              <a:rPr lang="en-US" altLang="zh-CN" b="1" dirty="0">
                <a:solidFill>
                  <a:srgbClr val="000000"/>
                </a:solidFill>
              </a:rPr>
              <a:t>not</a:t>
            </a:r>
            <a:r>
              <a:rPr lang="en-US" altLang="zh-CN" dirty="0">
                <a:solidFill>
                  <a:srgbClr val="000000"/>
                </a:solidFill>
              </a:rPr>
              <a:t> performed any </a:t>
            </a:r>
            <a:r>
              <a:rPr lang="en-US" altLang="zh-CN" dirty="0">
                <a:solidFill>
                  <a:srgbClr val="0000FF"/>
                </a:solidFill>
              </a:rPr>
              <a:t>read/write operation</a:t>
            </a:r>
            <a:r>
              <a:rPr lang="en-US" altLang="zh-CN" dirty="0">
                <a:solidFill>
                  <a:srgbClr val="000000"/>
                </a:solidFill>
              </a:rPr>
              <a:t> !!!)</a:t>
            </a:r>
            <a:endParaRPr lang="zh-CN" altLang="en-US" dirty="0">
              <a:solidFill>
                <a:srgbClr val="000000"/>
              </a:solidFill>
            </a:endParaRPr>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8962" name="Rectangle 2"/>
          <p:cNvSpPr>
            <a:spLocks noGrp="1"/>
          </p:cNvSpPr>
          <p:nvPr>
            <p:ph type="title"/>
          </p:nvPr>
        </p:nvSpPr>
        <p:spPr>
          <a:xfrm>
            <a:off x="1109663" y="214313"/>
            <a:ext cx="7577137" cy="576262"/>
          </a:xfrm>
        </p:spPr>
        <p:txBody>
          <a:bodyPr vert="horz" wrap="square" lIns="91440" tIns="45720" rIns="91440" bIns="45720" anchor="b" anchorCtr="0"/>
          <a:p>
            <a:pPr eaLnBrk="1" hangingPunct="1"/>
            <a:r>
              <a:rPr lang="en-US" altLang="zh-CN" dirty="0"/>
              <a:t>Comparing</a:t>
            </a:r>
            <a:endParaRPr lang="en-US" altLang="en-US" dirty="0"/>
          </a:p>
        </p:txBody>
      </p:sp>
      <p:sp>
        <p:nvSpPr>
          <p:cNvPr id="168963" name="Rectangle 3"/>
          <p:cNvSpPr>
            <a:spLocks noGrp="1"/>
          </p:cNvSpPr>
          <p:nvPr>
            <p:ph idx="1"/>
          </p:nvPr>
        </p:nvSpPr>
        <p:spPr>
          <a:xfrm>
            <a:off x="547688" y="1076325"/>
            <a:ext cx="8267700" cy="4500563"/>
          </a:xfrm>
        </p:spPr>
        <p:txBody>
          <a:bodyPr vert="horz" wrap="square" lIns="91440" tIns="45720" rIns="91440" bIns="45720" anchor="t" anchorCtr="0"/>
          <a:p>
            <a:pPr>
              <a:buFont typeface="Wingdings" panose="05000000000000000000" pitchFamily="2" charset="2"/>
              <a:buChar char="q"/>
            </a:pPr>
            <a:r>
              <a:rPr lang="en-US" altLang="zh-CN" b="1" dirty="0">
                <a:solidFill>
                  <a:srgbClr val="FF0000"/>
                </a:solidFill>
              </a:rPr>
              <a:t>Wound</a:t>
            </a:r>
            <a:r>
              <a:rPr lang="en-US" altLang="en-US" b="1" dirty="0">
                <a:solidFill>
                  <a:srgbClr val="FF0000"/>
                </a:solidFill>
              </a:rPr>
              <a:t>-wait</a:t>
            </a:r>
            <a:r>
              <a:rPr lang="en-US" altLang="en-US" dirty="0"/>
              <a:t> locking method </a:t>
            </a:r>
            <a:endParaRPr lang="en-US" altLang="en-US" dirty="0"/>
          </a:p>
          <a:p>
            <a:pPr>
              <a:buFont typeface="Wingdings" panose="05000000000000000000" pitchFamily="2" charset="2"/>
              <a:buChar char="q"/>
            </a:pPr>
            <a:endParaRPr lang="en-US" altLang="en-US" dirty="0"/>
          </a:p>
        </p:txBody>
      </p:sp>
      <p:sp>
        <p:nvSpPr>
          <p:cNvPr id="168964" name="Rectangle 2"/>
          <p:cNvSpPr/>
          <p:nvPr/>
        </p:nvSpPr>
        <p:spPr>
          <a:xfrm>
            <a:off x="5514975" y="2057400"/>
            <a:ext cx="3495675" cy="646113"/>
          </a:xfrm>
          <a:prstGeom prst="rect">
            <a:avLst/>
          </a:prstGeom>
          <a:noFill/>
          <a:ln w="9525">
            <a:noFill/>
          </a:ln>
        </p:spPr>
        <p:txBody>
          <a:bodyPr>
            <a:spAutoFit/>
          </a:bodyPr>
          <a:lstStyle>
            <a:lvl1pPr marL="342900" indent="-342900" algn="l" rtl="0" eaLnBrk="0" fontAlgn="base" hangingPunct="0">
              <a:spcBef>
                <a:spcPct val="35000"/>
              </a:spcBef>
              <a:spcAft>
                <a:spcPct val="0"/>
              </a:spcAft>
              <a:buClr>
                <a:srgbClr val="993300"/>
              </a:buClr>
              <a:buSzPct val="90000"/>
              <a:buFont typeface="Monotype Sorts" pitchFamily="-84" charset="2"/>
              <a:buChar char="n"/>
              <a:defRPr kumimoji="1">
                <a:solidFill>
                  <a:schemeClr val="tx1"/>
                </a:solidFill>
                <a:latin typeface="+mn-lt"/>
                <a:ea typeface="MS PGothic" panose="020B0600070205080204" pitchFamily="34" charset="-128"/>
                <a:cs typeface="MS PGothic" panose="020B0600070205080204" pitchFamily="34" charset="-128"/>
              </a:defRPr>
            </a:lvl1pPr>
            <a:lvl2pPr marL="742950" indent="-285750" algn="l" rtl="0" eaLnBrk="0" fontAlgn="base" hangingPunct="0">
              <a:spcBef>
                <a:spcPct val="35000"/>
              </a:spcBef>
              <a:spcAft>
                <a:spcPct val="0"/>
              </a:spcAft>
              <a:buClr>
                <a:srgbClr val="CC6600"/>
              </a:buClr>
              <a:buSzPct val="80000"/>
              <a:buFont typeface="Monotype Sorts" pitchFamily="-84" charset="2"/>
              <a:buChar char="l"/>
              <a:defRPr kumimoji="1">
                <a:solidFill>
                  <a:schemeClr val="tx1"/>
                </a:solidFill>
                <a:latin typeface="+mn-lt"/>
                <a:ea typeface="MS PGothic" panose="020B0600070205080204" pitchFamily="34" charset="-128"/>
              </a:defRPr>
            </a:lvl2pPr>
            <a:lvl3pPr marL="1085850"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a:solidFill>
                  <a:schemeClr val="tx1"/>
                </a:solidFill>
                <a:latin typeface="+mn-lt"/>
                <a:ea typeface="MS PGothic" panose="020B0600070205080204" pitchFamily="34" charset="-128"/>
              </a:defRPr>
            </a:lvl3pPr>
            <a:lvl4pPr marL="1428750" indent="-228600" algn="l" rtl="0" eaLnBrk="0" fontAlgn="base" hangingPunct="0">
              <a:spcBef>
                <a:spcPct val="35000"/>
              </a:spcBef>
              <a:spcAft>
                <a:spcPct val="0"/>
              </a:spcAft>
              <a:buClr>
                <a:schemeClr val="hlink"/>
              </a:buClr>
              <a:buSzPct val="75000"/>
              <a:buChar char="–"/>
              <a:defRPr kumimoji="1">
                <a:solidFill>
                  <a:schemeClr val="tx1"/>
                </a:solidFill>
                <a:latin typeface="+mn-lt"/>
                <a:ea typeface="MS PGothic" panose="020B0600070205080204" pitchFamily="34" charset="-128"/>
              </a:defRPr>
            </a:lvl4pPr>
            <a:lvl5pPr marL="17716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anose="020B0600070205080204" pitchFamily="34" charset="-128"/>
              </a:defRPr>
            </a:lvl5pPr>
          </a:lstStyle>
          <a:p>
            <a:pPr marL="0" lvl="0" indent="0">
              <a:spcBef>
                <a:spcPct val="0"/>
              </a:spcBef>
              <a:buClrTx/>
              <a:buSzTx/>
              <a:buFontTx/>
              <a:buNone/>
            </a:pPr>
            <a:r>
              <a:rPr lang="en-US" altLang="zh-CN" dirty="0">
                <a:solidFill>
                  <a:srgbClr val="000000"/>
                </a:solidFill>
              </a:rPr>
              <a:t>There is only </a:t>
            </a:r>
            <a:r>
              <a:rPr lang="en-US" altLang="zh-CN" dirty="0">
                <a:solidFill>
                  <a:srgbClr val="FF0000"/>
                </a:solidFill>
              </a:rPr>
              <a:t>1</a:t>
            </a:r>
            <a:r>
              <a:rPr lang="en-US" altLang="zh-CN" dirty="0">
                <a:solidFill>
                  <a:srgbClr val="000000"/>
                </a:solidFill>
              </a:rPr>
              <a:t> process aborts (less than in wait-die</a:t>
            </a:r>
            <a:r>
              <a:rPr lang="zh-CN" altLang="en-US" dirty="0">
                <a:solidFill>
                  <a:srgbClr val="000000"/>
                </a:solidFill>
              </a:rPr>
              <a:t>！</a:t>
            </a:r>
            <a:r>
              <a:rPr lang="en-US" altLang="zh-CN" dirty="0">
                <a:solidFill>
                  <a:srgbClr val="000000"/>
                </a:solidFill>
              </a:rPr>
              <a:t>)</a:t>
            </a:r>
            <a:endParaRPr lang="zh-CN" altLang="en-US" dirty="0">
              <a:solidFill>
                <a:srgbClr val="000000"/>
              </a:solidFill>
            </a:endParaRPr>
          </a:p>
        </p:txBody>
      </p:sp>
      <p:sp>
        <p:nvSpPr>
          <p:cNvPr id="168965" name="Rectangle 8"/>
          <p:cNvSpPr/>
          <p:nvPr/>
        </p:nvSpPr>
        <p:spPr>
          <a:xfrm>
            <a:off x="5514975" y="3325813"/>
            <a:ext cx="3495675" cy="1754187"/>
          </a:xfrm>
          <a:prstGeom prst="rect">
            <a:avLst/>
          </a:prstGeom>
          <a:noFill/>
          <a:ln w="9525">
            <a:noFill/>
          </a:ln>
        </p:spPr>
        <p:txBody>
          <a:bodyPr>
            <a:spAutoFit/>
          </a:bodyPr>
          <a:lstStyle>
            <a:lvl1pPr marL="342900" indent="-342900" algn="l" rtl="0" eaLnBrk="0" fontAlgn="base" hangingPunct="0">
              <a:spcBef>
                <a:spcPct val="35000"/>
              </a:spcBef>
              <a:spcAft>
                <a:spcPct val="0"/>
              </a:spcAft>
              <a:buClr>
                <a:srgbClr val="993300"/>
              </a:buClr>
              <a:buSzPct val="90000"/>
              <a:buFont typeface="Monotype Sorts" pitchFamily="-84" charset="2"/>
              <a:buChar char="n"/>
              <a:defRPr kumimoji="1">
                <a:solidFill>
                  <a:schemeClr val="tx1"/>
                </a:solidFill>
                <a:latin typeface="+mn-lt"/>
                <a:ea typeface="MS PGothic" panose="020B0600070205080204" pitchFamily="34" charset="-128"/>
                <a:cs typeface="MS PGothic" panose="020B0600070205080204" pitchFamily="34" charset="-128"/>
              </a:defRPr>
            </a:lvl1pPr>
            <a:lvl2pPr marL="742950" indent="-285750" algn="l" rtl="0" eaLnBrk="0" fontAlgn="base" hangingPunct="0">
              <a:spcBef>
                <a:spcPct val="35000"/>
              </a:spcBef>
              <a:spcAft>
                <a:spcPct val="0"/>
              </a:spcAft>
              <a:buClr>
                <a:srgbClr val="CC6600"/>
              </a:buClr>
              <a:buSzPct val="80000"/>
              <a:buFont typeface="Monotype Sorts" pitchFamily="-84" charset="2"/>
              <a:buChar char="l"/>
              <a:defRPr kumimoji="1">
                <a:solidFill>
                  <a:schemeClr val="tx1"/>
                </a:solidFill>
                <a:latin typeface="+mn-lt"/>
                <a:ea typeface="MS PGothic" panose="020B0600070205080204" pitchFamily="34" charset="-128"/>
              </a:defRPr>
            </a:lvl2pPr>
            <a:lvl3pPr marL="1085850"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a:solidFill>
                  <a:schemeClr val="tx1"/>
                </a:solidFill>
                <a:latin typeface="+mn-lt"/>
                <a:ea typeface="MS PGothic" panose="020B0600070205080204" pitchFamily="34" charset="-128"/>
              </a:defRPr>
            </a:lvl3pPr>
            <a:lvl4pPr marL="1428750" indent="-228600" algn="l" rtl="0" eaLnBrk="0" fontAlgn="base" hangingPunct="0">
              <a:spcBef>
                <a:spcPct val="35000"/>
              </a:spcBef>
              <a:spcAft>
                <a:spcPct val="0"/>
              </a:spcAft>
              <a:buClr>
                <a:schemeClr val="hlink"/>
              </a:buClr>
              <a:buSzPct val="75000"/>
              <a:buChar char="–"/>
              <a:defRPr kumimoji="1">
                <a:solidFill>
                  <a:schemeClr val="tx1"/>
                </a:solidFill>
                <a:latin typeface="+mn-lt"/>
                <a:ea typeface="MS PGothic" panose="020B0600070205080204" pitchFamily="34" charset="-128"/>
              </a:defRPr>
            </a:lvl4pPr>
            <a:lvl5pPr marL="17716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anose="020B0600070205080204" pitchFamily="34" charset="-128"/>
              </a:defRPr>
            </a:lvl5pPr>
          </a:lstStyle>
          <a:p>
            <a:pPr marL="0" lvl="0" indent="0">
              <a:spcBef>
                <a:spcPct val="0"/>
              </a:spcBef>
              <a:buClrTx/>
              <a:buSzTx/>
              <a:buFontTx/>
              <a:buNone/>
            </a:pPr>
            <a:r>
              <a:rPr lang="en-US" altLang="zh-CN" dirty="0">
                <a:solidFill>
                  <a:srgbClr val="000000"/>
                </a:solidFill>
              </a:rPr>
              <a:t>However:</a:t>
            </a:r>
            <a:endParaRPr lang="en-US" altLang="zh-CN" dirty="0">
              <a:solidFill>
                <a:srgbClr val="000000"/>
              </a:solidFill>
            </a:endParaRPr>
          </a:p>
          <a:p>
            <a:pPr marL="0" lvl="0" indent="0">
              <a:spcBef>
                <a:spcPct val="0"/>
              </a:spcBef>
              <a:buClrTx/>
              <a:buSzTx/>
              <a:buFontTx/>
              <a:buNone/>
            </a:pPr>
            <a:endParaRPr lang="en-US" altLang="zh-CN" dirty="0">
              <a:solidFill>
                <a:srgbClr val="000000"/>
              </a:solidFill>
            </a:endParaRPr>
          </a:p>
          <a:p>
            <a:pPr marL="0" lvl="0" indent="0">
              <a:spcBef>
                <a:spcPct val="0"/>
              </a:spcBef>
              <a:buClrTx/>
              <a:buSzTx/>
              <a:buFontTx/>
              <a:buNone/>
            </a:pPr>
            <a:r>
              <a:rPr lang="en-US" altLang="zh-CN" dirty="0">
                <a:solidFill>
                  <a:srgbClr val="000000"/>
                </a:solidFill>
              </a:rPr>
              <a:t>The </a:t>
            </a:r>
            <a:r>
              <a:rPr lang="en-US" altLang="zh-CN" dirty="0">
                <a:solidFill>
                  <a:srgbClr val="FF0000"/>
                </a:solidFill>
              </a:rPr>
              <a:t>aborted</a:t>
            </a:r>
            <a:r>
              <a:rPr lang="en-US" altLang="zh-CN" dirty="0">
                <a:solidFill>
                  <a:srgbClr val="000000"/>
                </a:solidFill>
              </a:rPr>
              <a:t> processes has done </a:t>
            </a:r>
            <a:r>
              <a:rPr lang="en-US" altLang="zh-CN" dirty="0">
                <a:solidFill>
                  <a:srgbClr val="0000FF"/>
                </a:solidFill>
              </a:rPr>
              <a:t>some useful work </a:t>
            </a:r>
            <a:r>
              <a:rPr lang="en-US" altLang="zh-CN" dirty="0">
                <a:solidFill>
                  <a:srgbClr val="000000"/>
                </a:solidFill>
              </a:rPr>
              <a:t>!!!</a:t>
            </a:r>
            <a:endParaRPr lang="en-US" altLang="zh-CN" dirty="0">
              <a:solidFill>
                <a:srgbClr val="000000"/>
              </a:solidFill>
            </a:endParaRPr>
          </a:p>
          <a:p>
            <a:pPr marL="0" lvl="0" indent="0">
              <a:spcBef>
                <a:spcPct val="0"/>
              </a:spcBef>
              <a:buClrTx/>
              <a:buSzTx/>
              <a:buFontTx/>
              <a:buNone/>
            </a:pPr>
            <a:endParaRPr lang="en-US" altLang="zh-CN" dirty="0">
              <a:solidFill>
                <a:srgbClr val="000000"/>
              </a:solidFill>
            </a:endParaRPr>
          </a:p>
          <a:p>
            <a:pPr marL="0" lvl="0" indent="0">
              <a:spcBef>
                <a:spcPct val="0"/>
              </a:spcBef>
              <a:buClrTx/>
              <a:buSzTx/>
              <a:buFontTx/>
              <a:buNone/>
            </a:pPr>
            <a:r>
              <a:rPr lang="en-US" altLang="zh-CN" dirty="0">
                <a:solidFill>
                  <a:srgbClr val="000000"/>
                </a:solidFill>
              </a:rPr>
              <a:t>(Process T3 has read B !!!)</a:t>
            </a:r>
            <a:endParaRPr lang="zh-CN" altLang="en-US" dirty="0">
              <a:solidFill>
                <a:srgbClr val="000000"/>
              </a:solidFill>
            </a:endParaRPr>
          </a:p>
        </p:txBody>
      </p:sp>
      <p:pic>
        <p:nvPicPr>
          <p:cNvPr id="168966" name="图片 3"/>
          <p:cNvPicPr>
            <a:picLocks noChangeAspect="1"/>
          </p:cNvPicPr>
          <p:nvPr/>
        </p:nvPicPr>
        <p:blipFill>
          <a:blip r:embed="rId1"/>
          <a:stretch>
            <a:fillRect/>
          </a:stretch>
        </p:blipFill>
        <p:spPr>
          <a:xfrm>
            <a:off x="674688" y="1816100"/>
            <a:ext cx="4552950" cy="4403725"/>
          </a:xfrm>
          <a:prstGeom prst="rect">
            <a:avLst/>
          </a:prstGeom>
          <a:noFill/>
          <a:ln w="9525">
            <a:noFill/>
          </a:ln>
        </p:spPr>
      </p:pic>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1010" name="Rectangle 2"/>
          <p:cNvSpPr>
            <a:spLocks noGrp="1"/>
          </p:cNvSpPr>
          <p:nvPr>
            <p:ph type="title"/>
          </p:nvPr>
        </p:nvSpPr>
        <p:spPr>
          <a:xfrm>
            <a:off x="1109663" y="214313"/>
            <a:ext cx="7577137" cy="576262"/>
          </a:xfrm>
        </p:spPr>
        <p:txBody>
          <a:bodyPr vert="horz" wrap="square" lIns="91440" tIns="45720" rIns="91440" bIns="45720" anchor="b" anchorCtr="0"/>
          <a:p>
            <a:pPr eaLnBrk="1" hangingPunct="1"/>
            <a:r>
              <a:rPr lang="en-US" altLang="zh-CN" dirty="0"/>
              <a:t>Comparing</a:t>
            </a:r>
            <a:endParaRPr lang="en-US" altLang="en-US" dirty="0"/>
          </a:p>
        </p:txBody>
      </p:sp>
      <p:sp>
        <p:nvSpPr>
          <p:cNvPr id="171011" name="Rectangle 3"/>
          <p:cNvSpPr>
            <a:spLocks noGrp="1"/>
          </p:cNvSpPr>
          <p:nvPr>
            <p:ph idx="1"/>
          </p:nvPr>
        </p:nvSpPr>
        <p:spPr>
          <a:xfrm>
            <a:off x="547688" y="1076325"/>
            <a:ext cx="8267700" cy="4500563"/>
          </a:xfrm>
        </p:spPr>
        <p:txBody>
          <a:bodyPr vert="horz" wrap="square" lIns="91440" tIns="45720" rIns="91440" bIns="45720" anchor="t" anchorCtr="0"/>
          <a:p>
            <a:pPr>
              <a:buFont typeface="Wingdings" panose="05000000000000000000" pitchFamily="2" charset="2"/>
              <a:buChar char="q"/>
            </a:pPr>
            <a:r>
              <a:rPr lang="en-US" altLang="en-US" dirty="0"/>
              <a:t>Summary </a:t>
            </a:r>
            <a:endParaRPr lang="en-US" altLang="en-US" dirty="0"/>
          </a:p>
          <a:p>
            <a:pPr>
              <a:buFont typeface="Wingdings" panose="05000000000000000000" pitchFamily="2" charset="2"/>
              <a:buChar char="q"/>
            </a:pPr>
            <a:endParaRPr lang="en-US" altLang="en-US" dirty="0"/>
          </a:p>
        </p:txBody>
      </p:sp>
      <p:sp>
        <p:nvSpPr>
          <p:cNvPr id="7" name="Rectangle 7"/>
          <p:cNvSpPr/>
          <p:nvPr/>
        </p:nvSpPr>
        <p:spPr bwMode="auto">
          <a:xfrm>
            <a:off x="890588" y="1490663"/>
            <a:ext cx="7796213" cy="3370263"/>
          </a:xfrm>
          <a:prstGeom prst="rect">
            <a:avLst/>
          </a:prstGeom>
          <a:solidFill>
            <a:schemeClr val="accent2">
              <a:lumMod val="20000"/>
              <a:lumOff val="80000"/>
            </a:schemeClr>
          </a:solidFill>
          <a:ln w="9525" cap="flat" cmpd="sng" algn="ctr">
            <a:solidFill>
              <a:schemeClr val="tx1"/>
            </a:solidFill>
            <a:prstDash val="solid"/>
            <a:round/>
            <a:headEnd type="none" w="med" len="med"/>
            <a:tailEnd type="none" w="med" len="med"/>
          </a:ln>
          <a:effectLst/>
        </p:spPr>
        <p:txBody>
          <a:bodyPr wrap="none"/>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Verdana" panose="020B0604030504040204" pitchFamily="34" charset="0"/>
              <a:ea typeface="MS PGothic" panose="020B0600070205080204" pitchFamily="34" charset="-128"/>
              <a:cs typeface="+mn-cs"/>
            </a:endParaRPr>
          </a:p>
        </p:txBody>
      </p:sp>
      <p:sp>
        <p:nvSpPr>
          <p:cNvPr id="171013" name="TextBox 8"/>
          <p:cNvSpPr txBox="1"/>
          <p:nvPr/>
        </p:nvSpPr>
        <p:spPr>
          <a:xfrm>
            <a:off x="671513" y="1628775"/>
            <a:ext cx="7878762" cy="646113"/>
          </a:xfrm>
          <a:prstGeom prst="rect">
            <a:avLst/>
          </a:prstGeom>
          <a:noFill/>
          <a:ln w="9525">
            <a:noFill/>
          </a:ln>
        </p:spPr>
        <p:txBody>
          <a:bodyPr>
            <a:spAutoFit/>
          </a:bodyPr>
          <a:lstStyle>
            <a:lvl1pPr marL="342900" indent="-342900" algn="l" rtl="0" eaLnBrk="0" fontAlgn="base" hangingPunct="0">
              <a:spcBef>
                <a:spcPct val="35000"/>
              </a:spcBef>
              <a:spcAft>
                <a:spcPct val="0"/>
              </a:spcAft>
              <a:buClr>
                <a:srgbClr val="993300"/>
              </a:buClr>
              <a:buSzPct val="90000"/>
              <a:buFont typeface="Monotype Sorts" pitchFamily="-84" charset="2"/>
              <a:buChar char="n"/>
              <a:defRPr kumimoji="1">
                <a:solidFill>
                  <a:schemeClr val="tx1"/>
                </a:solidFill>
                <a:latin typeface="+mn-lt"/>
                <a:ea typeface="MS PGothic" panose="020B0600070205080204" pitchFamily="34" charset="-128"/>
                <a:cs typeface="MS PGothic" panose="020B0600070205080204" pitchFamily="34" charset="-128"/>
              </a:defRPr>
            </a:lvl1pPr>
            <a:lvl2pPr marL="742950" indent="-285750" algn="l" rtl="0" eaLnBrk="0" fontAlgn="base" hangingPunct="0">
              <a:spcBef>
                <a:spcPct val="35000"/>
              </a:spcBef>
              <a:spcAft>
                <a:spcPct val="0"/>
              </a:spcAft>
              <a:buClr>
                <a:srgbClr val="CC6600"/>
              </a:buClr>
              <a:buSzPct val="80000"/>
              <a:buFont typeface="Monotype Sorts" pitchFamily="-84" charset="2"/>
              <a:buChar char="l"/>
              <a:defRPr kumimoji="1">
                <a:solidFill>
                  <a:schemeClr val="tx1"/>
                </a:solidFill>
                <a:latin typeface="+mn-lt"/>
                <a:ea typeface="MS PGothic" panose="020B0600070205080204" pitchFamily="34" charset="-128"/>
              </a:defRPr>
            </a:lvl2pPr>
            <a:lvl3pPr marL="1085850"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a:solidFill>
                  <a:schemeClr val="tx1"/>
                </a:solidFill>
                <a:latin typeface="+mn-lt"/>
                <a:ea typeface="MS PGothic" panose="020B0600070205080204" pitchFamily="34" charset="-128"/>
              </a:defRPr>
            </a:lvl3pPr>
            <a:lvl4pPr marL="1428750" indent="-228600" algn="l" rtl="0" eaLnBrk="0" fontAlgn="base" hangingPunct="0">
              <a:spcBef>
                <a:spcPct val="35000"/>
              </a:spcBef>
              <a:spcAft>
                <a:spcPct val="0"/>
              </a:spcAft>
              <a:buClr>
                <a:schemeClr val="hlink"/>
              </a:buClr>
              <a:buSzPct val="75000"/>
              <a:buChar char="–"/>
              <a:defRPr kumimoji="1">
                <a:solidFill>
                  <a:schemeClr val="tx1"/>
                </a:solidFill>
                <a:latin typeface="+mn-lt"/>
                <a:ea typeface="MS PGothic" panose="020B0600070205080204" pitchFamily="34" charset="-128"/>
              </a:defRPr>
            </a:lvl4pPr>
            <a:lvl5pPr marL="17716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anose="020B0600070205080204" pitchFamily="34" charset="-128"/>
              </a:defRPr>
            </a:lvl5pPr>
          </a:lstStyle>
          <a:p>
            <a:pPr marL="742950" lvl="1" indent="-285750">
              <a:buFont typeface="Wingdings" panose="05000000000000000000" pitchFamily="2" charset="2"/>
              <a:buChar char="Ø"/>
            </a:pPr>
            <a:r>
              <a:rPr lang="en-US" altLang="zh-CN" dirty="0">
                <a:solidFill>
                  <a:srgbClr val="0000FF"/>
                </a:solidFill>
              </a:rPr>
              <a:t>Wait-die</a:t>
            </a:r>
            <a:r>
              <a:rPr lang="en-US" altLang="zh-CN" dirty="0">
                <a:solidFill>
                  <a:srgbClr val="000000"/>
                </a:solidFill>
              </a:rPr>
              <a:t> has </a:t>
            </a:r>
            <a:r>
              <a:rPr lang="en-US" altLang="zh-CN" dirty="0">
                <a:solidFill>
                  <a:srgbClr val="FF0000"/>
                </a:solidFill>
              </a:rPr>
              <a:t>more roll backs</a:t>
            </a:r>
            <a:r>
              <a:rPr lang="en-US" altLang="zh-CN" dirty="0">
                <a:solidFill>
                  <a:srgbClr val="000000"/>
                </a:solidFill>
              </a:rPr>
              <a:t>; but the processes have performed little to no work</a:t>
            </a:r>
            <a:endParaRPr lang="en-US" altLang="zh-CN" b="1" dirty="0">
              <a:solidFill>
                <a:srgbClr val="FF0000"/>
              </a:solidFill>
            </a:endParaRPr>
          </a:p>
        </p:txBody>
      </p:sp>
      <p:sp>
        <p:nvSpPr>
          <p:cNvPr id="171014" name="TextBox 12"/>
          <p:cNvSpPr txBox="1"/>
          <p:nvPr/>
        </p:nvSpPr>
        <p:spPr>
          <a:xfrm>
            <a:off x="738188" y="2924175"/>
            <a:ext cx="7878762" cy="646113"/>
          </a:xfrm>
          <a:prstGeom prst="rect">
            <a:avLst/>
          </a:prstGeom>
          <a:noFill/>
          <a:ln w="9525">
            <a:noFill/>
          </a:ln>
        </p:spPr>
        <p:txBody>
          <a:bodyPr>
            <a:spAutoFit/>
          </a:bodyPr>
          <a:lstStyle>
            <a:lvl1pPr marL="342900" indent="-342900" algn="l" rtl="0" eaLnBrk="0" fontAlgn="base" hangingPunct="0">
              <a:spcBef>
                <a:spcPct val="35000"/>
              </a:spcBef>
              <a:spcAft>
                <a:spcPct val="0"/>
              </a:spcAft>
              <a:buClr>
                <a:srgbClr val="993300"/>
              </a:buClr>
              <a:buSzPct val="90000"/>
              <a:buFont typeface="Monotype Sorts" pitchFamily="-84" charset="2"/>
              <a:buChar char="n"/>
              <a:defRPr kumimoji="1">
                <a:solidFill>
                  <a:schemeClr val="tx1"/>
                </a:solidFill>
                <a:latin typeface="+mn-lt"/>
                <a:ea typeface="MS PGothic" panose="020B0600070205080204" pitchFamily="34" charset="-128"/>
                <a:cs typeface="MS PGothic" panose="020B0600070205080204" pitchFamily="34" charset="-128"/>
              </a:defRPr>
            </a:lvl1pPr>
            <a:lvl2pPr marL="742950" indent="-285750" algn="l" rtl="0" eaLnBrk="0" fontAlgn="base" hangingPunct="0">
              <a:spcBef>
                <a:spcPct val="35000"/>
              </a:spcBef>
              <a:spcAft>
                <a:spcPct val="0"/>
              </a:spcAft>
              <a:buClr>
                <a:srgbClr val="CC6600"/>
              </a:buClr>
              <a:buSzPct val="80000"/>
              <a:buFont typeface="Monotype Sorts" pitchFamily="-84" charset="2"/>
              <a:buChar char="l"/>
              <a:defRPr kumimoji="1">
                <a:solidFill>
                  <a:schemeClr val="tx1"/>
                </a:solidFill>
                <a:latin typeface="+mn-lt"/>
                <a:ea typeface="MS PGothic" panose="020B0600070205080204" pitchFamily="34" charset="-128"/>
              </a:defRPr>
            </a:lvl2pPr>
            <a:lvl3pPr marL="1085850"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a:solidFill>
                  <a:schemeClr val="tx1"/>
                </a:solidFill>
                <a:latin typeface="+mn-lt"/>
                <a:ea typeface="MS PGothic" panose="020B0600070205080204" pitchFamily="34" charset="-128"/>
              </a:defRPr>
            </a:lvl3pPr>
            <a:lvl4pPr marL="1428750" indent="-228600" algn="l" rtl="0" eaLnBrk="0" fontAlgn="base" hangingPunct="0">
              <a:spcBef>
                <a:spcPct val="35000"/>
              </a:spcBef>
              <a:spcAft>
                <a:spcPct val="0"/>
              </a:spcAft>
              <a:buClr>
                <a:schemeClr val="hlink"/>
              </a:buClr>
              <a:buSzPct val="75000"/>
              <a:buChar char="–"/>
              <a:defRPr kumimoji="1">
                <a:solidFill>
                  <a:schemeClr val="tx1"/>
                </a:solidFill>
                <a:latin typeface="+mn-lt"/>
                <a:ea typeface="MS PGothic" panose="020B0600070205080204" pitchFamily="34" charset="-128"/>
              </a:defRPr>
            </a:lvl4pPr>
            <a:lvl5pPr marL="17716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anose="020B0600070205080204" pitchFamily="34" charset="-128"/>
              </a:defRPr>
            </a:lvl5pPr>
          </a:lstStyle>
          <a:p>
            <a:pPr marL="742950" lvl="1" indent="-285750">
              <a:buFont typeface="Wingdings" panose="05000000000000000000" pitchFamily="2" charset="2"/>
              <a:buChar char="Ø"/>
            </a:pPr>
            <a:r>
              <a:rPr lang="en-US" altLang="zh-CN" dirty="0">
                <a:solidFill>
                  <a:srgbClr val="0000FF"/>
                </a:solidFill>
              </a:rPr>
              <a:t>Wound-wait</a:t>
            </a:r>
            <a:r>
              <a:rPr lang="en-US" altLang="zh-CN" dirty="0">
                <a:solidFill>
                  <a:srgbClr val="000000"/>
                </a:solidFill>
              </a:rPr>
              <a:t> has </a:t>
            </a:r>
            <a:r>
              <a:rPr lang="en-US" altLang="zh-CN" dirty="0">
                <a:solidFill>
                  <a:srgbClr val="FF0000"/>
                </a:solidFill>
              </a:rPr>
              <a:t>less roll backs</a:t>
            </a:r>
            <a:r>
              <a:rPr lang="en-US" altLang="zh-CN" dirty="0">
                <a:solidFill>
                  <a:srgbClr val="000000"/>
                </a:solidFill>
              </a:rPr>
              <a:t>; but the processes that got aborted has done some work !!!</a:t>
            </a:r>
            <a:endParaRPr lang="en-US" altLang="zh-CN" b="1" dirty="0">
              <a:solidFill>
                <a:srgbClr val="FF0000"/>
              </a:solidFill>
            </a:endParaRPr>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3058" name="Rectangle 2"/>
          <p:cNvSpPr>
            <a:spLocks noGrp="1"/>
          </p:cNvSpPr>
          <p:nvPr>
            <p:ph type="title"/>
          </p:nvPr>
        </p:nvSpPr>
        <p:spPr>
          <a:xfrm>
            <a:off x="1109663" y="214313"/>
            <a:ext cx="7577137" cy="576262"/>
          </a:xfrm>
        </p:spPr>
        <p:txBody>
          <a:bodyPr vert="horz" wrap="square" lIns="91440" tIns="45720" rIns="91440" bIns="45720" anchor="b" anchorCtr="0"/>
          <a:p>
            <a:pPr eaLnBrk="1" hangingPunct="1"/>
            <a:r>
              <a:rPr lang="en-US" altLang="en-US" dirty="0"/>
              <a:t>Deadlock Detection</a:t>
            </a:r>
            <a:endParaRPr lang="en-US" altLang="en-US" dirty="0"/>
          </a:p>
        </p:txBody>
      </p:sp>
      <p:sp>
        <p:nvSpPr>
          <p:cNvPr id="5" name="Rectangle 3"/>
          <p:cNvSpPr txBox="1">
            <a:spLocks noChangeArrowheads="1"/>
          </p:cNvSpPr>
          <p:nvPr/>
        </p:nvSpPr>
        <p:spPr bwMode="auto">
          <a:xfrm>
            <a:off x="882650" y="2852738"/>
            <a:ext cx="7804150" cy="576263"/>
          </a:xfrm>
          <a:prstGeom prst="rect">
            <a:avLst/>
          </a:prstGeom>
          <a:noFill/>
          <a:ln>
            <a:noFill/>
          </a:ln>
        </p:spPr>
        <p:txBody>
          <a:bodyPr/>
          <a:lstStyle>
            <a:lvl1pPr marL="342900" indent="-342900" algn="l" rtl="0" eaLnBrk="0" fontAlgn="base" hangingPunct="0">
              <a:spcBef>
                <a:spcPct val="35000"/>
              </a:spcBef>
              <a:spcAft>
                <a:spcPct val="0"/>
              </a:spcAft>
              <a:buClr>
                <a:srgbClr val="993300"/>
              </a:buClr>
              <a:buSzPct val="90000"/>
              <a:buFont typeface="Monotype Sorts" pitchFamily="-84" charset="2"/>
              <a:buChar char="n"/>
              <a:defRPr kumimoji="1">
                <a:solidFill>
                  <a:schemeClr val="tx1"/>
                </a:solidFill>
                <a:latin typeface="+mn-lt"/>
                <a:ea typeface="MS PGothic" panose="020B0600070205080204" pitchFamily="34" charset="-128"/>
                <a:cs typeface="MS PGothic" panose="020B0600070205080204" pitchFamily="34" charset="-128"/>
              </a:defRPr>
            </a:lvl1pPr>
            <a:lvl2pPr marL="742950" indent="-285750" algn="l" rtl="0" eaLnBrk="0" fontAlgn="base" hangingPunct="0">
              <a:spcBef>
                <a:spcPct val="35000"/>
              </a:spcBef>
              <a:spcAft>
                <a:spcPct val="0"/>
              </a:spcAft>
              <a:buClr>
                <a:srgbClr val="CC6600"/>
              </a:buClr>
              <a:buSzPct val="80000"/>
              <a:buFont typeface="Monotype Sorts" pitchFamily="-84" charset="2"/>
              <a:buChar char="l"/>
              <a:defRPr kumimoji="1">
                <a:solidFill>
                  <a:schemeClr val="tx1"/>
                </a:solidFill>
                <a:latin typeface="+mn-lt"/>
                <a:ea typeface="MS PGothic" panose="020B0600070205080204" pitchFamily="34" charset="-128"/>
              </a:defRPr>
            </a:lvl2pPr>
            <a:lvl3pPr marL="1085850"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a:solidFill>
                  <a:schemeClr val="tx1"/>
                </a:solidFill>
                <a:latin typeface="+mn-lt"/>
                <a:ea typeface="MS PGothic" panose="020B0600070205080204" pitchFamily="34" charset="-128"/>
              </a:defRPr>
            </a:lvl3pPr>
            <a:lvl4pPr marL="1428750" indent="-228600" algn="l" rtl="0" eaLnBrk="0" fontAlgn="base" hangingPunct="0">
              <a:spcBef>
                <a:spcPct val="35000"/>
              </a:spcBef>
              <a:spcAft>
                <a:spcPct val="0"/>
              </a:spcAft>
              <a:buClr>
                <a:schemeClr val="hlink"/>
              </a:buClr>
              <a:buSzPct val="75000"/>
              <a:buChar char="–"/>
              <a:defRPr kumimoji="1">
                <a:solidFill>
                  <a:schemeClr val="tx1"/>
                </a:solidFill>
                <a:latin typeface="+mn-lt"/>
                <a:ea typeface="MS PGothic" panose="020B0600070205080204" pitchFamily="34" charset="-128"/>
              </a:defRPr>
            </a:lvl4pPr>
            <a:lvl5pPr marL="17716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anose="020B0600070205080204" pitchFamily="34" charset="-128"/>
              </a:defRPr>
            </a:lvl5pPr>
            <a:lvl6pPr marL="22288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anose="020B0600070205080204" pitchFamily="34" charset="-128"/>
              </a:defRPr>
            </a:lvl6pPr>
            <a:lvl7pPr marL="26860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anose="020B0600070205080204" pitchFamily="34" charset="-128"/>
              </a:defRPr>
            </a:lvl7pPr>
            <a:lvl8pPr marL="31432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anose="020B0600070205080204" pitchFamily="34" charset="-128"/>
              </a:defRPr>
            </a:lvl8pPr>
            <a:lvl9pPr marL="36004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anose="020B0600070205080204" pitchFamily="34" charset="-128"/>
              </a:defRPr>
            </a:lvl9pPr>
          </a:lstStyle>
          <a:p>
            <a:pPr marL="0" marR="0" lvl="0" indent="0" algn="l" defTabSz="914400" rtl="0" eaLnBrk="0" fontAlgn="base" latinLnBrk="0" hangingPunct="0">
              <a:lnSpc>
                <a:spcPct val="100000"/>
              </a:lnSpc>
              <a:spcBef>
                <a:spcPct val="35000"/>
              </a:spcBef>
              <a:spcAft>
                <a:spcPct val="0"/>
              </a:spcAft>
              <a:buClr>
                <a:srgbClr val="993300"/>
              </a:buClr>
              <a:buSzPct val="90000"/>
              <a:buFont typeface="Monotype Sorts" pitchFamily="-84" charset="2"/>
              <a:buNone/>
              <a:defRPr/>
            </a:pPr>
            <a:r>
              <a:rPr kumimoji="1" lang="en-US" altLang="en-US" sz="2800" b="1" i="0" u="none" strike="noStrike" kern="0" cap="none" spc="0" normalizeH="0" baseline="0" noProof="0" dirty="0">
                <a:ln>
                  <a:noFill/>
                </a:ln>
                <a:solidFill>
                  <a:srgbClr val="000000"/>
                </a:solidFill>
                <a:effectLst/>
                <a:uLnTx/>
                <a:uFillTx/>
                <a:latin typeface="+mn-lt"/>
                <a:ea typeface="MS PGothic" panose="020B0600070205080204" pitchFamily="34" charset="-128"/>
                <a:cs typeface="MS PGothic" panose="020B0600070205080204" pitchFamily="34" charset="-128"/>
              </a:rPr>
              <a:t>Using </a:t>
            </a:r>
            <a:r>
              <a:rPr kumimoji="1" lang="en-US" altLang="en-US" sz="2800" b="1" i="0" u="none" strike="noStrike" kern="0" cap="none" spc="0" normalizeH="0" baseline="0" noProof="0" dirty="0">
                <a:ln>
                  <a:noFill/>
                </a:ln>
                <a:solidFill>
                  <a:srgbClr val="FF0000"/>
                </a:solidFill>
                <a:effectLst/>
                <a:uLnTx/>
                <a:uFillTx/>
                <a:latin typeface="+mn-lt"/>
                <a:ea typeface="MS PGothic" panose="020B0600070205080204" pitchFamily="34" charset="-128"/>
                <a:cs typeface="MS PGothic" panose="020B0600070205080204" pitchFamily="34" charset="-128"/>
              </a:rPr>
              <a:t>timeout</a:t>
            </a:r>
            <a:r>
              <a:rPr kumimoji="1" lang="en-US" altLang="en-US" sz="2800" b="1" i="0" u="none" strike="noStrike" kern="0" cap="none" spc="0" normalizeH="0" baseline="0" noProof="0" dirty="0">
                <a:ln>
                  <a:noFill/>
                </a:ln>
                <a:solidFill>
                  <a:srgbClr val="000000"/>
                </a:solidFill>
                <a:effectLst/>
                <a:uLnTx/>
                <a:uFillTx/>
                <a:latin typeface="+mn-lt"/>
                <a:ea typeface="MS PGothic" panose="020B0600070205080204" pitchFamily="34" charset="-128"/>
                <a:cs typeface="MS PGothic" panose="020B0600070205080204" pitchFamily="34" charset="-128"/>
              </a:rPr>
              <a:t> to </a:t>
            </a:r>
            <a:r>
              <a:rPr kumimoji="1" lang="en-US" altLang="en-US" sz="2800" b="1" i="0" u="none" strike="noStrike" kern="0" cap="none" spc="0" normalizeH="0" baseline="0" noProof="0" dirty="0">
                <a:ln>
                  <a:noFill/>
                </a:ln>
                <a:solidFill>
                  <a:srgbClr val="0000FF"/>
                </a:solidFill>
                <a:effectLst/>
                <a:uLnTx/>
                <a:uFillTx/>
                <a:latin typeface="+mn-lt"/>
                <a:ea typeface="MS PGothic" panose="020B0600070205080204" pitchFamily="34" charset="-128"/>
                <a:cs typeface="MS PGothic" panose="020B0600070205080204" pitchFamily="34" charset="-128"/>
              </a:rPr>
              <a:t>detect deadlock</a:t>
            </a:r>
            <a:endParaRPr kumimoji="1" lang="en-US" altLang="en-US" sz="2800" b="1" i="0" u="none" strike="noStrike" kern="0" cap="none" spc="0" normalizeH="0" baseline="0" noProof="0" dirty="0">
              <a:ln>
                <a:noFill/>
              </a:ln>
              <a:solidFill>
                <a:srgbClr val="0000FF"/>
              </a:solidFill>
              <a:effectLst/>
              <a:uLnTx/>
              <a:uFillTx/>
              <a:latin typeface="+mn-lt"/>
              <a:ea typeface="MS PGothic" panose="020B0600070205080204" pitchFamily="34" charset="-128"/>
              <a:cs typeface="MS PGothic" panose="020B0600070205080204" pitchFamily="34" charset="-128"/>
            </a:endParaRPr>
          </a:p>
          <a:p>
            <a:pPr marL="342900" marR="0" lvl="0" indent="-342900" algn="l" defTabSz="914400" rtl="0" eaLnBrk="0" fontAlgn="base" latinLnBrk="0" hangingPunct="0">
              <a:lnSpc>
                <a:spcPct val="100000"/>
              </a:lnSpc>
              <a:spcBef>
                <a:spcPct val="35000"/>
              </a:spcBef>
              <a:spcAft>
                <a:spcPct val="0"/>
              </a:spcAft>
              <a:buClr>
                <a:srgbClr val="993300"/>
              </a:buClr>
              <a:buSzPct val="90000"/>
              <a:buFont typeface="Wingdings" panose="05000000000000000000" pitchFamily="2" charset="2"/>
              <a:buChar char="q"/>
              <a:defRPr/>
            </a:pPr>
            <a:endParaRPr kumimoji="1" lang="en-US" altLang="en-US" sz="1800" b="0" i="0" u="none" strike="noStrike" kern="0" cap="none" spc="0" normalizeH="0" baseline="0" noProof="0" dirty="0">
              <a:ln>
                <a:noFill/>
              </a:ln>
              <a:solidFill>
                <a:srgbClr val="000000"/>
              </a:solidFill>
              <a:effectLst/>
              <a:uLnTx/>
              <a:uFillTx/>
              <a:latin typeface="+mn-lt"/>
              <a:ea typeface="MS PGothic" panose="020B0600070205080204" pitchFamily="34" charset="-128"/>
              <a:cs typeface="MS PGothic" panose="020B0600070205080204" pitchFamily="34" charset="-128"/>
            </a:endParaRPr>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5106" name="Rectangle 2"/>
          <p:cNvSpPr>
            <a:spLocks noGrp="1"/>
          </p:cNvSpPr>
          <p:nvPr>
            <p:ph type="title"/>
          </p:nvPr>
        </p:nvSpPr>
        <p:spPr>
          <a:xfrm>
            <a:off x="1109663" y="214313"/>
            <a:ext cx="7577137" cy="576262"/>
          </a:xfrm>
        </p:spPr>
        <p:txBody>
          <a:bodyPr vert="horz" wrap="square" lIns="91440" tIns="45720" rIns="91440" bIns="45720" anchor="b" anchorCtr="0"/>
          <a:p>
            <a:pPr eaLnBrk="1" hangingPunct="1"/>
            <a:r>
              <a:rPr lang="en-US" altLang="en-US" dirty="0"/>
              <a:t>Deadlock detection</a:t>
            </a:r>
            <a:endParaRPr lang="en-US" altLang="en-US" dirty="0"/>
          </a:p>
        </p:txBody>
      </p:sp>
      <p:sp>
        <p:nvSpPr>
          <p:cNvPr id="5" name="Rectangle 3"/>
          <p:cNvSpPr txBox="1">
            <a:spLocks noChangeArrowheads="1"/>
          </p:cNvSpPr>
          <p:nvPr/>
        </p:nvSpPr>
        <p:spPr bwMode="auto">
          <a:xfrm>
            <a:off x="561975" y="1198563"/>
            <a:ext cx="8324850" cy="841375"/>
          </a:xfrm>
          <a:prstGeom prst="rect">
            <a:avLst/>
          </a:prstGeom>
          <a:noFill/>
          <a:ln>
            <a:noFill/>
          </a:ln>
        </p:spPr>
        <p:txBody>
          <a:bodyPr/>
          <a:lstStyle>
            <a:lvl1pPr marL="342900" indent="-342900" algn="l" rtl="0" eaLnBrk="0" fontAlgn="base" hangingPunct="0">
              <a:spcBef>
                <a:spcPct val="35000"/>
              </a:spcBef>
              <a:spcAft>
                <a:spcPct val="0"/>
              </a:spcAft>
              <a:buClr>
                <a:srgbClr val="993300"/>
              </a:buClr>
              <a:buSzPct val="90000"/>
              <a:buFont typeface="Monotype Sorts" pitchFamily="-84" charset="2"/>
              <a:buChar char="n"/>
              <a:defRPr kumimoji="1">
                <a:solidFill>
                  <a:schemeClr val="tx1"/>
                </a:solidFill>
                <a:latin typeface="+mn-lt"/>
                <a:ea typeface="MS PGothic" panose="020B0600070205080204" pitchFamily="34" charset="-128"/>
                <a:cs typeface="MS PGothic" panose="020B0600070205080204" pitchFamily="34" charset="-128"/>
              </a:defRPr>
            </a:lvl1pPr>
            <a:lvl2pPr marL="742950" indent="-285750" algn="l" rtl="0" eaLnBrk="0" fontAlgn="base" hangingPunct="0">
              <a:spcBef>
                <a:spcPct val="35000"/>
              </a:spcBef>
              <a:spcAft>
                <a:spcPct val="0"/>
              </a:spcAft>
              <a:buClr>
                <a:srgbClr val="CC6600"/>
              </a:buClr>
              <a:buSzPct val="80000"/>
              <a:buFont typeface="Monotype Sorts" pitchFamily="-84" charset="2"/>
              <a:buChar char="l"/>
              <a:defRPr kumimoji="1">
                <a:solidFill>
                  <a:schemeClr val="tx1"/>
                </a:solidFill>
                <a:latin typeface="+mn-lt"/>
                <a:ea typeface="MS PGothic" panose="020B0600070205080204" pitchFamily="34" charset="-128"/>
              </a:defRPr>
            </a:lvl2pPr>
            <a:lvl3pPr marL="1085850"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a:solidFill>
                  <a:schemeClr val="tx1"/>
                </a:solidFill>
                <a:latin typeface="+mn-lt"/>
                <a:ea typeface="MS PGothic" panose="020B0600070205080204" pitchFamily="34" charset="-128"/>
              </a:defRPr>
            </a:lvl3pPr>
            <a:lvl4pPr marL="1428750" indent="-228600" algn="l" rtl="0" eaLnBrk="0" fontAlgn="base" hangingPunct="0">
              <a:spcBef>
                <a:spcPct val="35000"/>
              </a:spcBef>
              <a:spcAft>
                <a:spcPct val="0"/>
              </a:spcAft>
              <a:buClr>
                <a:schemeClr val="hlink"/>
              </a:buClr>
              <a:buSzPct val="75000"/>
              <a:buChar char="–"/>
              <a:defRPr kumimoji="1">
                <a:solidFill>
                  <a:schemeClr val="tx1"/>
                </a:solidFill>
                <a:latin typeface="+mn-lt"/>
                <a:ea typeface="MS PGothic" panose="020B0600070205080204" pitchFamily="34" charset="-128"/>
              </a:defRPr>
            </a:lvl4pPr>
            <a:lvl5pPr marL="17716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anose="020B0600070205080204" pitchFamily="34" charset="-128"/>
              </a:defRPr>
            </a:lvl5pPr>
            <a:lvl6pPr marL="22288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anose="020B0600070205080204" pitchFamily="34" charset="-128"/>
              </a:defRPr>
            </a:lvl6pPr>
            <a:lvl7pPr marL="26860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anose="020B0600070205080204" pitchFamily="34" charset="-128"/>
              </a:defRPr>
            </a:lvl7pPr>
            <a:lvl8pPr marL="31432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anose="020B0600070205080204" pitchFamily="34" charset="-128"/>
              </a:defRPr>
            </a:lvl8pPr>
            <a:lvl9pPr marL="36004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anose="020B0600070205080204" pitchFamily="34" charset="-128"/>
              </a:defRPr>
            </a:lvl9pPr>
          </a:lstStyle>
          <a:p>
            <a:pPr marL="342900" marR="0" lvl="0" indent="-342900" algn="l" defTabSz="914400" rtl="0" eaLnBrk="0" fontAlgn="base" latinLnBrk="0" hangingPunct="0">
              <a:lnSpc>
                <a:spcPct val="100000"/>
              </a:lnSpc>
              <a:spcBef>
                <a:spcPct val="35000"/>
              </a:spcBef>
              <a:spcAft>
                <a:spcPct val="0"/>
              </a:spcAft>
              <a:buClr>
                <a:srgbClr val="993300"/>
              </a:buClr>
              <a:buSzPct val="90000"/>
              <a:buFont typeface="Wingdings" panose="05000000000000000000" pitchFamily="2" charset="2"/>
              <a:buChar char="q"/>
              <a:defRPr/>
            </a:pPr>
            <a:r>
              <a:rPr kumimoji="1" lang="en-US" altLang="en-US" sz="1800" b="0" i="0" u="none" strike="noStrike" kern="0" cap="none" spc="0" normalizeH="0" baseline="0" noProof="0" dirty="0">
                <a:ln>
                  <a:noFill/>
                </a:ln>
                <a:solidFill>
                  <a:srgbClr val="000000"/>
                </a:solidFill>
                <a:effectLst/>
                <a:uLnTx/>
                <a:uFillTx/>
                <a:latin typeface="+mn-lt"/>
                <a:ea typeface="MS PGothic" panose="020B0600070205080204" pitchFamily="34" charset="-128"/>
                <a:cs typeface="MS PGothic" panose="020B0600070205080204" pitchFamily="34" charset="-128"/>
              </a:rPr>
              <a:t>Fact:</a:t>
            </a:r>
            <a:endParaRPr kumimoji="1" lang="en-US" altLang="en-US" sz="1800" b="0" i="0" u="none" strike="noStrike" kern="0" cap="none" spc="0" normalizeH="0" baseline="0" noProof="0" dirty="0">
              <a:ln>
                <a:noFill/>
              </a:ln>
              <a:solidFill>
                <a:srgbClr val="000000"/>
              </a:solidFill>
              <a:effectLst/>
              <a:uLnTx/>
              <a:uFillTx/>
              <a:latin typeface="+mn-lt"/>
              <a:ea typeface="MS PGothic" panose="020B0600070205080204" pitchFamily="34" charset="-128"/>
              <a:cs typeface="MS PGothic" panose="020B0600070205080204" pitchFamily="34" charset="-128"/>
            </a:endParaRPr>
          </a:p>
          <a:p>
            <a:pPr marL="742950" marR="0" lvl="1" indent="-285750" algn="l" defTabSz="914400" rtl="0" eaLnBrk="0" fontAlgn="base" latinLnBrk="0" hangingPunct="0">
              <a:lnSpc>
                <a:spcPct val="100000"/>
              </a:lnSpc>
              <a:spcBef>
                <a:spcPct val="35000"/>
              </a:spcBef>
              <a:spcAft>
                <a:spcPct val="0"/>
              </a:spcAft>
              <a:buClr>
                <a:srgbClr val="CC6600"/>
              </a:buClr>
              <a:buSzPct val="80000"/>
              <a:buFont typeface="Wingdings" panose="05000000000000000000" pitchFamily="2" charset="2"/>
              <a:buChar char="Ø"/>
              <a:defRPr/>
            </a:pPr>
            <a:r>
              <a:rPr kumimoji="1" lang="en-US" altLang="en-US" sz="1800" b="0" i="0" u="none" strike="noStrike" kern="1200" cap="none" spc="0" normalizeH="0" baseline="0" noProof="0" dirty="0">
                <a:ln>
                  <a:noFill/>
                </a:ln>
                <a:solidFill>
                  <a:srgbClr val="000000"/>
                </a:solidFill>
                <a:effectLst/>
                <a:uLnTx/>
                <a:uFillTx/>
                <a:latin typeface="+mn-lt"/>
                <a:ea typeface="MS PGothic" panose="020B0600070205080204" pitchFamily="34" charset="-128"/>
                <a:cs typeface="+mn-cs"/>
              </a:rPr>
              <a:t>When a </a:t>
            </a:r>
            <a:r>
              <a:rPr kumimoji="1" lang="en-US" altLang="en-US" sz="1800" b="0" i="0" u="none" strike="noStrike" kern="1200" cap="none" spc="0" normalizeH="0" baseline="0" noProof="0" dirty="0">
                <a:ln>
                  <a:noFill/>
                </a:ln>
                <a:solidFill>
                  <a:srgbClr val="0000FF"/>
                </a:solidFill>
                <a:effectLst/>
                <a:uLnTx/>
                <a:uFillTx/>
                <a:latin typeface="+mn-lt"/>
                <a:ea typeface="MS PGothic" panose="020B0600070205080204" pitchFamily="34" charset="-128"/>
                <a:cs typeface="+mn-cs"/>
              </a:rPr>
              <a:t>process T</a:t>
            </a:r>
            <a:r>
              <a:rPr kumimoji="1" lang="en-US" altLang="en-US" sz="1800" b="0" i="0" u="none" strike="noStrike" kern="1200" cap="none" spc="0" normalizeH="0" baseline="0" noProof="0" dirty="0">
                <a:ln>
                  <a:noFill/>
                </a:ln>
                <a:solidFill>
                  <a:srgbClr val="000000"/>
                </a:solidFill>
                <a:effectLst/>
                <a:uLnTx/>
                <a:uFillTx/>
                <a:latin typeface="+mn-lt"/>
                <a:ea typeface="MS PGothic" panose="020B0600070205080204" pitchFamily="34" charset="-128"/>
                <a:cs typeface="+mn-cs"/>
              </a:rPr>
              <a:t> is involved in a </a:t>
            </a:r>
            <a:r>
              <a:rPr kumimoji="1" lang="en-US" altLang="en-US" sz="1800" b="0" i="0" u="none" strike="noStrike" kern="1200" cap="none" spc="0" normalizeH="0" baseline="0" noProof="0" dirty="0">
                <a:ln>
                  <a:noFill/>
                </a:ln>
                <a:solidFill>
                  <a:srgbClr val="0000FF"/>
                </a:solidFill>
                <a:effectLst/>
                <a:uLnTx/>
                <a:uFillTx/>
                <a:latin typeface="+mn-lt"/>
                <a:ea typeface="MS PGothic" panose="020B0600070205080204" pitchFamily="34" charset="-128"/>
                <a:cs typeface="+mn-cs"/>
              </a:rPr>
              <a:t>deadlock</a:t>
            </a:r>
            <a:r>
              <a:rPr kumimoji="1" lang="en-US" altLang="en-US" sz="1800" b="0" i="0" u="none" strike="noStrike" kern="1200" cap="none" spc="0" normalizeH="0" baseline="0" noProof="0" dirty="0">
                <a:ln>
                  <a:noFill/>
                </a:ln>
                <a:solidFill>
                  <a:srgbClr val="000000"/>
                </a:solidFill>
                <a:effectLst/>
                <a:uLnTx/>
                <a:uFillTx/>
                <a:latin typeface="+mn-lt"/>
                <a:ea typeface="MS PGothic" panose="020B0600070205080204" pitchFamily="34" charset="-128"/>
                <a:cs typeface="+mn-cs"/>
              </a:rPr>
              <a:t>, the transaction T </a:t>
            </a:r>
            <a:r>
              <a:rPr kumimoji="1" lang="en-US" altLang="en-US" sz="1800" b="0" i="0" u="none" strike="noStrike" kern="1200" cap="none" spc="0" normalizeH="0" baseline="0" noProof="0" dirty="0">
                <a:ln>
                  <a:noFill/>
                </a:ln>
                <a:solidFill>
                  <a:srgbClr val="FF0000"/>
                </a:solidFill>
                <a:effectLst/>
                <a:uLnTx/>
                <a:uFillTx/>
                <a:latin typeface="+mn-lt"/>
                <a:ea typeface="MS PGothic" panose="020B0600070205080204" pitchFamily="34" charset="-128"/>
                <a:cs typeface="+mn-cs"/>
              </a:rPr>
              <a:t>will not finish</a:t>
            </a:r>
            <a:endParaRPr kumimoji="1" lang="en-US" altLang="en-US" sz="1800" b="0" i="0" u="none" strike="noStrike" kern="1200" cap="none" spc="0" normalizeH="0" baseline="0" noProof="0" dirty="0">
              <a:ln>
                <a:noFill/>
              </a:ln>
              <a:solidFill>
                <a:srgbClr val="FF0000"/>
              </a:solidFill>
              <a:effectLst/>
              <a:uLnTx/>
              <a:uFillTx/>
              <a:latin typeface="+mn-lt"/>
              <a:ea typeface="MS PGothic" panose="020B0600070205080204" pitchFamily="34" charset="-128"/>
              <a:cs typeface="+mn-cs"/>
            </a:endParaRPr>
          </a:p>
          <a:p>
            <a:pPr marL="342900" marR="0" lvl="1" indent="-342900" algn="l" defTabSz="914400" rtl="0" eaLnBrk="0" fontAlgn="base" latinLnBrk="0" hangingPunct="0">
              <a:lnSpc>
                <a:spcPct val="100000"/>
              </a:lnSpc>
              <a:spcBef>
                <a:spcPct val="35000"/>
              </a:spcBef>
              <a:spcAft>
                <a:spcPct val="0"/>
              </a:spcAft>
              <a:buClr>
                <a:srgbClr val="993300"/>
              </a:buClr>
              <a:buSzPct val="90000"/>
              <a:buFont typeface="Wingdings" panose="05000000000000000000" pitchFamily="2" charset="2"/>
              <a:buChar char="q"/>
              <a:defRPr/>
            </a:pPr>
            <a:endParaRPr kumimoji="1" lang="en-US" altLang="en-US" sz="1800" b="0" i="0" u="none" strike="noStrike" kern="0" cap="none" spc="0" normalizeH="0" baseline="0" noProof="0" dirty="0">
              <a:ln>
                <a:noFill/>
              </a:ln>
              <a:solidFill>
                <a:srgbClr val="000000"/>
              </a:solidFill>
              <a:effectLst/>
              <a:uLnTx/>
              <a:uFillTx/>
              <a:latin typeface="+mn-lt"/>
              <a:ea typeface="MS PGothic" panose="020B0600070205080204" pitchFamily="34" charset="-128"/>
              <a:cs typeface="+mn-cs"/>
            </a:endParaRPr>
          </a:p>
          <a:p>
            <a:pPr marL="342900" marR="0" lvl="1" indent="-342900" algn="l" defTabSz="914400" rtl="0" eaLnBrk="0" fontAlgn="base" latinLnBrk="0" hangingPunct="0">
              <a:lnSpc>
                <a:spcPct val="100000"/>
              </a:lnSpc>
              <a:spcBef>
                <a:spcPct val="35000"/>
              </a:spcBef>
              <a:spcAft>
                <a:spcPct val="0"/>
              </a:spcAft>
              <a:buClr>
                <a:srgbClr val="993300"/>
              </a:buClr>
              <a:buSzPct val="90000"/>
              <a:buFont typeface="Wingdings" panose="05000000000000000000" pitchFamily="2" charset="2"/>
              <a:buChar char="q"/>
              <a:defRPr/>
            </a:pPr>
            <a:r>
              <a:rPr kumimoji="1" lang="en-US" altLang="en-US" sz="1800" b="0" i="0" u="none" strike="noStrike" kern="0" cap="none" spc="0" normalizeH="0" baseline="0" noProof="0" dirty="0">
                <a:ln>
                  <a:noFill/>
                </a:ln>
                <a:solidFill>
                  <a:srgbClr val="000000"/>
                </a:solidFill>
                <a:effectLst/>
                <a:uLnTx/>
                <a:uFillTx/>
                <a:latin typeface="+mn-lt"/>
                <a:ea typeface="MS PGothic" panose="020B0600070205080204" pitchFamily="34" charset="-128"/>
                <a:cs typeface="+mn-cs"/>
              </a:rPr>
              <a:t>Simple way to detect if a process is a candidate to be </a:t>
            </a:r>
            <a:r>
              <a:rPr kumimoji="1" lang="en-US" altLang="en-US" sz="1800" b="0" i="0" u="none" strike="noStrike" kern="0" cap="none" spc="0" normalizeH="0" baseline="0" noProof="0" dirty="0">
                <a:ln>
                  <a:noFill/>
                </a:ln>
                <a:solidFill>
                  <a:srgbClr val="0000FF"/>
                </a:solidFill>
                <a:effectLst/>
                <a:uLnTx/>
                <a:uFillTx/>
                <a:latin typeface="+mn-lt"/>
                <a:ea typeface="MS PGothic" panose="020B0600070205080204" pitchFamily="34" charset="-128"/>
                <a:cs typeface="+mn-cs"/>
              </a:rPr>
              <a:t>involved in a deadlock</a:t>
            </a:r>
            <a:r>
              <a:rPr kumimoji="1" lang="en-US" altLang="en-US" sz="1800" b="0" i="0" u="none" strike="noStrike" kern="0" cap="none" spc="0" normalizeH="0" baseline="0" noProof="0" dirty="0">
                <a:ln>
                  <a:noFill/>
                </a:ln>
                <a:solidFill>
                  <a:srgbClr val="000000"/>
                </a:solidFill>
                <a:effectLst/>
                <a:uLnTx/>
                <a:uFillTx/>
                <a:latin typeface="+mn-lt"/>
                <a:ea typeface="MS PGothic" panose="020B0600070205080204" pitchFamily="34" charset="-128"/>
                <a:cs typeface="+mn-cs"/>
              </a:rPr>
              <a:t>:</a:t>
            </a:r>
            <a:endParaRPr kumimoji="1" lang="en-US" altLang="en-US" sz="1800" b="0" i="0" u="none" strike="noStrike" kern="0" cap="none" spc="0" normalizeH="0" baseline="0" noProof="0" dirty="0">
              <a:ln>
                <a:noFill/>
              </a:ln>
              <a:solidFill>
                <a:srgbClr val="000000"/>
              </a:solidFill>
              <a:effectLst/>
              <a:uLnTx/>
              <a:uFillTx/>
              <a:latin typeface="+mn-lt"/>
              <a:ea typeface="MS PGothic" panose="020B0600070205080204" pitchFamily="34" charset="-128"/>
              <a:cs typeface="+mn-cs"/>
            </a:endParaRPr>
          </a:p>
          <a:p>
            <a:pPr marL="742950" marR="0" lvl="1" indent="-285750" algn="l" defTabSz="914400" rtl="0" eaLnBrk="0" fontAlgn="base" latinLnBrk="0" hangingPunct="0">
              <a:lnSpc>
                <a:spcPct val="100000"/>
              </a:lnSpc>
              <a:spcBef>
                <a:spcPct val="35000"/>
              </a:spcBef>
              <a:spcAft>
                <a:spcPct val="0"/>
              </a:spcAft>
              <a:buClr>
                <a:srgbClr val="CC6600"/>
              </a:buClr>
              <a:buSzPct val="80000"/>
              <a:buFont typeface="Wingdings" panose="05000000000000000000" pitchFamily="2" charset="2"/>
              <a:buChar char="Ø"/>
              <a:defRPr/>
            </a:pPr>
            <a:r>
              <a:rPr kumimoji="1" lang="en-US" altLang="en-US" sz="1800" b="0" i="0" u="none" strike="noStrike" kern="1200" cap="none" spc="0" normalizeH="0" baseline="0" noProof="0" dirty="0">
                <a:ln>
                  <a:noFill/>
                </a:ln>
                <a:solidFill>
                  <a:srgbClr val="000000"/>
                </a:solidFill>
                <a:effectLst/>
                <a:uLnTx/>
                <a:uFillTx/>
                <a:latin typeface="+mn-lt"/>
                <a:ea typeface="MS PGothic" panose="020B0600070205080204" pitchFamily="34" charset="-128"/>
                <a:cs typeface="+mn-cs"/>
              </a:rPr>
              <a:t>Set a </a:t>
            </a:r>
            <a:r>
              <a:rPr kumimoji="1" lang="en-US" altLang="en-US" sz="1800" b="1" i="0" u="none" strike="noStrike" kern="1200" cap="none" spc="0" normalizeH="0" baseline="0" noProof="0" dirty="0">
                <a:ln>
                  <a:noFill/>
                </a:ln>
                <a:solidFill>
                  <a:srgbClr val="FF0000"/>
                </a:solidFill>
                <a:effectLst/>
                <a:uLnTx/>
                <a:uFillTx/>
                <a:latin typeface="+mn-lt"/>
                <a:ea typeface="MS PGothic" panose="020B0600070205080204" pitchFamily="34" charset="-128"/>
                <a:cs typeface="+mn-cs"/>
              </a:rPr>
              <a:t>timer</a:t>
            </a:r>
            <a:r>
              <a:rPr kumimoji="1" lang="en-US" altLang="en-US" sz="1800" b="0" i="0" u="none" strike="noStrike" kern="1200" cap="none" spc="0" normalizeH="0" baseline="0" noProof="0" dirty="0">
                <a:ln>
                  <a:noFill/>
                </a:ln>
                <a:solidFill>
                  <a:srgbClr val="000000"/>
                </a:solidFill>
                <a:effectLst/>
                <a:uLnTx/>
                <a:uFillTx/>
                <a:latin typeface="+mn-lt"/>
                <a:ea typeface="MS PGothic" panose="020B0600070205080204" pitchFamily="34" charset="-128"/>
                <a:cs typeface="+mn-cs"/>
              </a:rPr>
              <a:t> for each operation</a:t>
            </a:r>
            <a:endParaRPr kumimoji="1" lang="en-US" altLang="en-US" sz="1800" b="0" i="0" u="none" strike="noStrike" kern="1200" cap="none" spc="0" normalizeH="0" baseline="0" noProof="0" dirty="0">
              <a:ln>
                <a:noFill/>
              </a:ln>
              <a:solidFill>
                <a:srgbClr val="000000"/>
              </a:solidFill>
              <a:effectLst/>
              <a:uLnTx/>
              <a:uFillTx/>
              <a:latin typeface="+mn-lt"/>
              <a:ea typeface="MS PGothic" panose="020B0600070205080204" pitchFamily="34" charset="-128"/>
              <a:cs typeface="+mn-cs"/>
            </a:endParaRPr>
          </a:p>
          <a:p>
            <a:pPr marL="742950" marR="0" lvl="1" indent="-285750" algn="l" defTabSz="914400" rtl="0" eaLnBrk="0" fontAlgn="base" latinLnBrk="0" hangingPunct="0">
              <a:lnSpc>
                <a:spcPct val="100000"/>
              </a:lnSpc>
              <a:spcBef>
                <a:spcPct val="35000"/>
              </a:spcBef>
              <a:spcAft>
                <a:spcPct val="0"/>
              </a:spcAft>
              <a:buClr>
                <a:srgbClr val="CC6600"/>
              </a:buClr>
              <a:buSzPct val="80000"/>
              <a:buFont typeface="Wingdings" panose="05000000000000000000" pitchFamily="2" charset="2"/>
              <a:buChar char="Ø"/>
              <a:defRPr/>
            </a:pPr>
            <a:r>
              <a:rPr kumimoji="1" lang="en-US" altLang="en-US" sz="1800" b="0" i="0" u="none" strike="noStrike" kern="1200" cap="none" spc="0" normalizeH="0" baseline="0" noProof="0" dirty="0">
                <a:ln>
                  <a:noFill/>
                </a:ln>
                <a:solidFill>
                  <a:srgbClr val="000000"/>
                </a:solidFill>
                <a:effectLst/>
                <a:uLnTx/>
                <a:uFillTx/>
                <a:latin typeface="+mn-lt"/>
                <a:ea typeface="MS PGothic" panose="020B0600070205080204" pitchFamily="34" charset="-128"/>
                <a:cs typeface="+mn-cs"/>
              </a:rPr>
              <a:t>When the </a:t>
            </a:r>
            <a:r>
              <a:rPr kumimoji="1" lang="en-US" altLang="en-US" sz="1800" b="0" i="0" u="none" strike="noStrike" kern="1200" cap="none" spc="0" normalizeH="0" baseline="0" noProof="0" dirty="0">
                <a:ln>
                  <a:noFill/>
                </a:ln>
                <a:solidFill>
                  <a:srgbClr val="FF0000"/>
                </a:solidFill>
                <a:effectLst/>
                <a:uLnTx/>
                <a:uFillTx/>
                <a:latin typeface="+mn-lt"/>
                <a:ea typeface="MS PGothic" panose="020B0600070205080204" pitchFamily="34" charset="-128"/>
                <a:cs typeface="+mn-cs"/>
              </a:rPr>
              <a:t>timer</a:t>
            </a:r>
            <a:r>
              <a:rPr kumimoji="1" lang="en-US" altLang="en-US" sz="1800" b="0" i="0" u="none" strike="noStrike" kern="1200" cap="none" spc="0" normalizeH="0" baseline="0" noProof="0" dirty="0">
                <a:ln>
                  <a:noFill/>
                </a:ln>
                <a:solidFill>
                  <a:srgbClr val="000000"/>
                </a:solidFill>
                <a:effectLst/>
                <a:uLnTx/>
                <a:uFillTx/>
                <a:latin typeface="+mn-lt"/>
                <a:ea typeface="MS PGothic" panose="020B0600070205080204" pitchFamily="34" charset="-128"/>
                <a:cs typeface="+mn-cs"/>
              </a:rPr>
              <a:t> </a:t>
            </a:r>
            <a:r>
              <a:rPr kumimoji="1" lang="en-US" altLang="en-US" sz="1800" b="0" i="0" u="none" strike="noStrike" kern="1200" cap="none" spc="0" normalizeH="0" baseline="0" noProof="0" dirty="0">
                <a:ln>
                  <a:noFill/>
                </a:ln>
                <a:solidFill>
                  <a:srgbClr val="0000FF"/>
                </a:solidFill>
                <a:effectLst/>
                <a:uLnTx/>
                <a:uFillTx/>
                <a:latin typeface="+mn-lt"/>
                <a:ea typeface="MS PGothic" panose="020B0600070205080204" pitchFamily="34" charset="-128"/>
                <a:cs typeface="+mn-cs"/>
              </a:rPr>
              <a:t>expires</a:t>
            </a:r>
            <a:r>
              <a:rPr kumimoji="1" lang="en-US" altLang="en-US" sz="1800" b="0" i="0" u="none" strike="noStrike" kern="1200" cap="none" spc="0" normalizeH="0" baseline="0" noProof="0" dirty="0">
                <a:ln>
                  <a:noFill/>
                </a:ln>
                <a:solidFill>
                  <a:srgbClr val="000000"/>
                </a:solidFill>
                <a:effectLst/>
                <a:uLnTx/>
                <a:uFillTx/>
                <a:latin typeface="+mn-lt"/>
                <a:ea typeface="MS PGothic" panose="020B0600070205080204" pitchFamily="34" charset="-128"/>
                <a:cs typeface="+mn-cs"/>
              </a:rPr>
              <a:t>, the transaction is assumed to be involved in a deadlock</a:t>
            </a:r>
            <a:endParaRPr kumimoji="1" lang="en-US" altLang="en-US" sz="1800" b="0" i="0" u="none" strike="noStrike" kern="1200" cap="none" spc="0" normalizeH="0" baseline="0" noProof="0" dirty="0">
              <a:ln>
                <a:noFill/>
              </a:ln>
              <a:solidFill>
                <a:srgbClr val="000000"/>
              </a:solidFill>
              <a:effectLst/>
              <a:uLnTx/>
              <a:uFillTx/>
              <a:latin typeface="+mn-lt"/>
              <a:ea typeface="MS PGothic" panose="020B0600070205080204" pitchFamily="34" charset="-128"/>
              <a:cs typeface="+mn-cs"/>
            </a:endParaRPr>
          </a:p>
          <a:p>
            <a:pPr marL="742950" marR="0" lvl="1" indent="-285750" algn="l" defTabSz="914400" rtl="0" eaLnBrk="0" fontAlgn="base" latinLnBrk="0" hangingPunct="0">
              <a:lnSpc>
                <a:spcPct val="100000"/>
              </a:lnSpc>
              <a:spcBef>
                <a:spcPct val="35000"/>
              </a:spcBef>
              <a:spcAft>
                <a:spcPct val="0"/>
              </a:spcAft>
              <a:buClr>
                <a:srgbClr val="CC6600"/>
              </a:buClr>
              <a:buSzPct val="80000"/>
              <a:buFont typeface="Wingdings" panose="05000000000000000000" pitchFamily="2" charset="2"/>
              <a:buChar char="Ø"/>
              <a:defRPr/>
            </a:pPr>
            <a:endParaRPr kumimoji="1" lang="en-US" altLang="en-US" sz="1800" b="0" i="0" u="none" strike="noStrike" kern="1200" cap="none" spc="0" normalizeH="0" baseline="0" noProof="0" dirty="0">
              <a:ln>
                <a:noFill/>
              </a:ln>
              <a:solidFill>
                <a:srgbClr val="000000"/>
              </a:solidFill>
              <a:effectLst/>
              <a:uLnTx/>
              <a:uFillTx/>
              <a:latin typeface="+mn-lt"/>
              <a:ea typeface="MS PGothic" panose="020B0600070205080204" pitchFamily="34" charset="-128"/>
              <a:cs typeface="+mn-cs"/>
            </a:endParaRPr>
          </a:p>
          <a:p>
            <a:pPr marL="342900" marR="0" lvl="1" indent="-342900" algn="l" defTabSz="914400" rtl="0" eaLnBrk="0" fontAlgn="base" latinLnBrk="0" hangingPunct="0">
              <a:lnSpc>
                <a:spcPct val="100000"/>
              </a:lnSpc>
              <a:spcBef>
                <a:spcPct val="35000"/>
              </a:spcBef>
              <a:spcAft>
                <a:spcPct val="0"/>
              </a:spcAft>
              <a:buClr>
                <a:srgbClr val="993300"/>
              </a:buClr>
              <a:buSzPct val="90000"/>
              <a:buFont typeface="Wingdings" panose="05000000000000000000" pitchFamily="2" charset="2"/>
              <a:buChar char="q"/>
              <a:defRPr/>
            </a:pPr>
            <a:r>
              <a:rPr kumimoji="1" lang="en-US" altLang="en-US" sz="1800" b="0" i="0" u="none" strike="noStrike" kern="0" cap="none" spc="0" normalizeH="0" baseline="0" noProof="0" dirty="0">
                <a:ln>
                  <a:noFill/>
                </a:ln>
                <a:solidFill>
                  <a:srgbClr val="000000"/>
                </a:solidFill>
                <a:effectLst/>
                <a:uLnTx/>
                <a:uFillTx/>
                <a:latin typeface="+mn-lt"/>
                <a:ea typeface="MS PGothic" panose="020B0600070205080204" pitchFamily="34" charset="-128"/>
                <a:cs typeface="+mn-cs"/>
              </a:rPr>
              <a:t>Note:</a:t>
            </a:r>
            <a:endParaRPr kumimoji="1" lang="en-US" altLang="en-US" sz="1800" b="0" i="0" u="none" strike="noStrike" kern="0" cap="none" spc="0" normalizeH="0" baseline="0" noProof="0" dirty="0">
              <a:ln>
                <a:noFill/>
              </a:ln>
              <a:solidFill>
                <a:srgbClr val="000000"/>
              </a:solidFill>
              <a:effectLst/>
              <a:uLnTx/>
              <a:uFillTx/>
              <a:latin typeface="+mn-lt"/>
              <a:ea typeface="MS PGothic" panose="020B0600070205080204" pitchFamily="34" charset="-128"/>
              <a:cs typeface="+mn-cs"/>
            </a:endParaRPr>
          </a:p>
          <a:p>
            <a:pPr marL="742950" marR="0" lvl="1" indent="-285750" algn="l" defTabSz="914400" rtl="0" eaLnBrk="0" fontAlgn="base" latinLnBrk="0" hangingPunct="0">
              <a:lnSpc>
                <a:spcPct val="100000"/>
              </a:lnSpc>
              <a:spcBef>
                <a:spcPct val="35000"/>
              </a:spcBef>
              <a:spcAft>
                <a:spcPct val="0"/>
              </a:spcAft>
              <a:buClr>
                <a:srgbClr val="CC6600"/>
              </a:buClr>
              <a:buSzPct val="80000"/>
              <a:buFont typeface="Wingdings" panose="05000000000000000000" pitchFamily="2" charset="2"/>
              <a:buChar char="Ø"/>
              <a:defRPr/>
            </a:pPr>
            <a:r>
              <a:rPr kumimoji="1" lang="en-US" altLang="en-US" sz="1800" b="0" i="0" u="none" strike="noStrike" kern="1200" cap="none" spc="0" normalizeH="0" baseline="0" noProof="0" dirty="0">
                <a:ln>
                  <a:noFill/>
                </a:ln>
                <a:solidFill>
                  <a:srgbClr val="000000"/>
                </a:solidFill>
                <a:effectLst/>
                <a:uLnTx/>
                <a:uFillTx/>
                <a:latin typeface="+mn-lt"/>
                <a:ea typeface="MS PGothic" panose="020B0600070205080204" pitchFamily="34" charset="-128"/>
                <a:cs typeface="+mn-cs"/>
              </a:rPr>
              <a:t>This method is quite </a:t>
            </a:r>
            <a:r>
              <a:rPr kumimoji="1" lang="en-US" altLang="en-US" sz="1800" b="1" i="0" u="none" strike="noStrike" kern="1200" cap="none" spc="0" normalizeH="0" baseline="0" noProof="0" dirty="0">
                <a:ln>
                  <a:noFill/>
                </a:ln>
                <a:solidFill>
                  <a:srgbClr val="0000FF"/>
                </a:solidFill>
                <a:effectLst/>
                <a:uLnTx/>
                <a:uFillTx/>
                <a:latin typeface="+mn-lt"/>
                <a:ea typeface="MS PGothic" panose="020B0600070205080204" pitchFamily="34" charset="-128"/>
                <a:cs typeface="+mn-cs"/>
              </a:rPr>
              <a:t>reliable</a:t>
            </a:r>
            <a:r>
              <a:rPr kumimoji="1" lang="en-US" altLang="en-US" sz="1800" b="0" i="0" u="none" strike="noStrike" kern="1200" cap="none" spc="0" normalizeH="0" baseline="0" noProof="0" dirty="0">
                <a:ln>
                  <a:noFill/>
                </a:ln>
                <a:solidFill>
                  <a:srgbClr val="000000"/>
                </a:solidFill>
                <a:effectLst/>
                <a:uLnTx/>
                <a:uFillTx/>
                <a:latin typeface="+mn-lt"/>
                <a:ea typeface="MS PGothic" panose="020B0600070205080204" pitchFamily="34" charset="-128"/>
                <a:cs typeface="+mn-cs"/>
              </a:rPr>
              <a:t> because most operations (read/write) </a:t>
            </a:r>
            <a:r>
              <a:rPr kumimoji="1" lang="en-US" altLang="en-US" sz="1800" b="0" i="0" u="none" strike="noStrike" kern="1200" cap="none" spc="0" normalizeH="0" baseline="0" noProof="0" dirty="0">
                <a:ln>
                  <a:noFill/>
                </a:ln>
                <a:solidFill>
                  <a:srgbClr val="000000"/>
                </a:solidFill>
                <a:effectLst/>
                <a:highlight>
                  <a:srgbClr val="FFFF00"/>
                </a:highlight>
                <a:uLnTx/>
                <a:uFillTx/>
                <a:latin typeface="+mn-lt"/>
                <a:ea typeface="MS PGothic" panose="020B0600070205080204" pitchFamily="34" charset="-128"/>
                <a:cs typeface="+mn-cs"/>
              </a:rPr>
              <a:t>does not take very long </a:t>
            </a:r>
            <a:r>
              <a:rPr kumimoji="1" lang="en-US" altLang="en-US" sz="1800" b="0" i="0" u="none" strike="noStrike" kern="1200" cap="none" spc="0" normalizeH="0" baseline="0" noProof="0" dirty="0">
                <a:ln>
                  <a:noFill/>
                </a:ln>
                <a:solidFill>
                  <a:srgbClr val="000000"/>
                </a:solidFill>
                <a:effectLst/>
                <a:uLnTx/>
                <a:uFillTx/>
                <a:latin typeface="+mn-lt"/>
                <a:ea typeface="MS PGothic" panose="020B0600070205080204" pitchFamily="34" charset="-128"/>
                <a:cs typeface="+mn-cs"/>
              </a:rPr>
              <a:t>!!!</a:t>
            </a:r>
            <a:endParaRPr kumimoji="1" lang="en-US" altLang="en-US" sz="1800" b="0" i="0" u="none" strike="noStrike" kern="1200" cap="none" spc="0" normalizeH="0" baseline="0" noProof="0" dirty="0">
              <a:ln>
                <a:noFill/>
              </a:ln>
              <a:solidFill>
                <a:srgbClr val="000000"/>
              </a:solidFill>
              <a:effectLst/>
              <a:uLnTx/>
              <a:uFillTx/>
              <a:latin typeface="+mn-lt"/>
              <a:ea typeface="MS PGothic" panose="020B0600070205080204" pitchFamily="34" charset="-128"/>
              <a:cs typeface="+mn-cs"/>
            </a:endParaRPr>
          </a:p>
          <a:p>
            <a:pPr marL="742950" marR="0" lvl="1" indent="-285750" algn="l" defTabSz="914400" rtl="0" eaLnBrk="0" fontAlgn="base" latinLnBrk="0" hangingPunct="0">
              <a:lnSpc>
                <a:spcPct val="100000"/>
              </a:lnSpc>
              <a:spcBef>
                <a:spcPct val="35000"/>
              </a:spcBef>
              <a:spcAft>
                <a:spcPct val="0"/>
              </a:spcAft>
              <a:buClr>
                <a:srgbClr val="CC6600"/>
              </a:buClr>
              <a:buSzPct val="80000"/>
              <a:buFont typeface="Wingdings" panose="05000000000000000000" pitchFamily="2" charset="2"/>
              <a:buChar char="Ø"/>
              <a:defRPr/>
            </a:pPr>
            <a:endParaRPr kumimoji="1" lang="en-US" altLang="en-US" sz="1800" b="0" i="0" u="none" strike="noStrike" kern="1200" cap="none" spc="0" normalizeH="0" baseline="0" noProof="0" dirty="0">
              <a:ln>
                <a:noFill/>
              </a:ln>
              <a:solidFill>
                <a:srgbClr val="000000"/>
              </a:solidFill>
              <a:effectLst/>
              <a:uLnTx/>
              <a:uFillTx/>
              <a:latin typeface="+mn-lt"/>
              <a:ea typeface="MS PGothic" panose="020B0600070205080204" pitchFamily="34" charset="-128"/>
              <a:cs typeface="+mn-cs"/>
            </a:endParaRPr>
          </a:p>
          <a:p>
            <a:pPr marL="742950" marR="0" lvl="1" indent="-285750" algn="l" defTabSz="914400" rtl="0" eaLnBrk="0" fontAlgn="base" latinLnBrk="0" hangingPunct="0">
              <a:lnSpc>
                <a:spcPct val="100000"/>
              </a:lnSpc>
              <a:spcBef>
                <a:spcPct val="35000"/>
              </a:spcBef>
              <a:spcAft>
                <a:spcPct val="0"/>
              </a:spcAft>
              <a:buClr>
                <a:srgbClr val="CC6600"/>
              </a:buClr>
              <a:buSzPct val="80000"/>
              <a:buFont typeface="Wingdings" panose="05000000000000000000" pitchFamily="2" charset="2"/>
              <a:buChar char="Ø"/>
              <a:defRPr/>
            </a:pPr>
            <a:endParaRPr kumimoji="1" lang="en-US" altLang="en-US" sz="1800" b="0" i="0" u="none" strike="noStrike" kern="1200" cap="none" spc="0" normalizeH="0" baseline="0" noProof="0" dirty="0">
              <a:ln>
                <a:noFill/>
              </a:ln>
              <a:solidFill>
                <a:srgbClr val="000000"/>
              </a:solidFill>
              <a:effectLst/>
              <a:uLnTx/>
              <a:uFillTx/>
              <a:latin typeface="+mn-lt"/>
              <a:ea typeface="MS PGothic" panose="020B0600070205080204" pitchFamily="34" charset="-128"/>
              <a:cs typeface="+mn-cs"/>
            </a:endParaRPr>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7154" name="Rectangle 2"/>
          <p:cNvSpPr>
            <a:spLocks noGrp="1"/>
          </p:cNvSpPr>
          <p:nvPr>
            <p:ph type="title"/>
          </p:nvPr>
        </p:nvSpPr>
        <p:spPr>
          <a:xfrm>
            <a:off x="1109663" y="214313"/>
            <a:ext cx="7577137" cy="576262"/>
          </a:xfrm>
        </p:spPr>
        <p:txBody>
          <a:bodyPr vert="horz" wrap="square" lIns="91440" tIns="45720" rIns="91440" bIns="45720" anchor="b" anchorCtr="0"/>
          <a:p>
            <a:pPr eaLnBrk="1" hangingPunct="1"/>
            <a:r>
              <a:rPr lang="en-US" altLang="en-US" dirty="0"/>
              <a:t>Deadlock detection</a:t>
            </a:r>
            <a:endParaRPr lang="en-US" altLang="en-US" dirty="0"/>
          </a:p>
        </p:txBody>
      </p:sp>
      <p:sp>
        <p:nvSpPr>
          <p:cNvPr id="5" name="Rectangle 3"/>
          <p:cNvSpPr txBox="1">
            <a:spLocks noChangeArrowheads="1"/>
          </p:cNvSpPr>
          <p:nvPr/>
        </p:nvSpPr>
        <p:spPr bwMode="auto">
          <a:xfrm>
            <a:off x="561975" y="1198563"/>
            <a:ext cx="8324850" cy="841375"/>
          </a:xfrm>
          <a:prstGeom prst="rect">
            <a:avLst/>
          </a:prstGeom>
          <a:noFill/>
          <a:ln>
            <a:noFill/>
          </a:ln>
        </p:spPr>
        <p:txBody>
          <a:bodyPr/>
          <a:lstStyle>
            <a:lvl1pPr marL="342900" indent="-342900" algn="l" rtl="0" eaLnBrk="0" fontAlgn="base" hangingPunct="0">
              <a:spcBef>
                <a:spcPct val="35000"/>
              </a:spcBef>
              <a:spcAft>
                <a:spcPct val="0"/>
              </a:spcAft>
              <a:buClr>
                <a:srgbClr val="993300"/>
              </a:buClr>
              <a:buSzPct val="90000"/>
              <a:buFont typeface="Monotype Sorts" pitchFamily="-84" charset="2"/>
              <a:buChar char="n"/>
              <a:defRPr kumimoji="1">
                <a:solidFill>
                  <a:schemeClr val="tx1"/>
                </a:solidFill>
                <a:latin typeface="+mn-lt"/>
                <a:ea typeface="MS PGothic" panose="020B0600070205080204" pitchFamily="34" charset="-128"/>
                <a:cs typeface="MS PGothic" panose="020B0600070205080204" pitchFamily="34" charset="-128"/>
              </a:defRPr>
            </a:lvl1pPr>
            <a:lvl2pPr marL="742950" indent="-285750" algn="l" rtl="0" eaLnBrk="0" fontAlgn="base" hangingPunct="0">
              <a:spcBef>
                <a:spcPct val="35000"/>
              </a:spcBef>
              <a:spcAft>
                <a:spcPct val="0"/>
              </a:spcAft>
              <a:buClr>
                <a:srgbClr val="CC6600"/>
              </a:buClr>
              <a:buSzPct val="80000"/>
              <a:buFont typeface="Monotype Sorts" pitchFamily="-84" charset="2"/>
              <a:buChar char="l"/>
              <a:defRPr kumimoji="1">
                <a:solidFill>
                  <a:schemeClr val="tx1"/>
                </a:solidFill>
                <a:latin typeface="+mn-lt"/>
                <a:ea typeface="MS PGothic" panose="020B0600070205080204" pitchFamily="34" charset="-128"/>
              </a:defRPr>
            </a:lvl2pPr>
            <a:lvl3pPr marL="1085850"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a:solidFill>
                  <a:schemeClr val="tx1"/>
                </a:solidFill>
                <a:latin typeface="+mn-lt"/>
                <a:ea typeface="MS PGothic" panose="020B0600070205080204" pitchFamily="34" charset="-128"/>
              </a:defRPr>
            </a:lvl3pPr>
            <a:lvl4pPr marL="1428750" indent="-228600" algn="l" rtl="0" eaLnBrk="0" fontAlgn="base" hangingPunct="0">
              <a:spcBef>
                <a:spcPct val="35000"/>
              </a:spcBef>
              <a:spcAft>
                <a:spcPct val="0"/>
              </a:spcAft>
              <a:buClr>
                <a:schemeClr val="hlink"/>
              </a:buClr>
              <a:buSzPct val="75000"/>
              <a:buChar char="–"/>
              <a:defRPr kumimoji="1">
                <a:solidFill>
                  <a:schemeClr val="tx1"/>
                </a:solidFill>
                <a:latin typeface="+mn-lt"/>
                <a:ea typeface="MS PGothic" panose="020B0600070205080204" pitchFamily="34" charset="-128"/>
              </a:defRPr>
            </a:lvl4pPr>
            <a:lvl5pPr marL="17716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anose="020B0600070205080204" pitchFamily="34" charset="-128"/>
              </a:defRPr>
            </a:lvl5pPr>
            <a:lvl6pPr marL="22288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anose="020B0600070205080204" pitchFamily="34" charset="-128"/>
              </a:defRPr>
            </a:lvl6pPr>
            <a:lvl7pPr marL="26860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anose="020B0600070205080204" pitchFamily="34" charset="-128"/>
              </a:defRPr>
            </a:lvl7pPr>
            <a:lvl8pPr marL="31432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anose="020B0600070205080204" pitchFamily="34" charset="-128"/>
              </a:defRPr>
            </a:lvl8pPr>
            <a:lvl9pPr marL="36004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anose="020B0600070205080204" pitchFamily="34" charset="-128"/>
              </a:defRPr>
            </a:lvl9pPr>
          </a:lstStyle>
          <a:p>
            <a:pPr marL="342900" marR="0" lvl="0" indent="-342900" algn="l" defTabSz="914400" rtl="0" eaLnBrk="0" fontAlgn="base" latinLnBrk="0" hangingPunct="0">
              <a:lnSpc>
                <a:spcPct val="100000"/>
              </a:lnSpc>
              <a:spcBef>
                <a:spcPct val="35000"/>
              </a:spcBef>
              <a:spcAft>
                <a:spcPct val="0"/>
              </a:spcAft>
              <a:buClr>
                <a:srgbClr val="993300"/>
              </a:buClr>
              <a:buSzPct val="90000"/>
              <a:buFont typeface="Wingdings" panose="05000000000000000000" pitchFamily="2" charset="2"/>
              <a:buChar char="q"/>
              <a:defRPr/>
            </a:pPr>
            <a:r>
              <a:rPr kumimoji="1" lang="en-US" altLang="en-US" sz="1800" b="0" i="0" u="none" strike="noStrike" kern="0" cap="none" spc="0" normalizeH="0" baseline="0" noProof="0" dirty="0">
                <a:ln>
                  <a:noFill/>
                </a:ln>
                <a:solidFill>
                  <a:srgbClr val="000000"/>
                </a:solidFill>
                <a:effectLst/>
                <a:uLnTx/>
                <a:uFillTx/>
                <a:latin typeface="+mn-lt"/>
                <a:ea typeface="MS PGothic" panose="020B0600070205080204" pitchFamily="34" charset="-128"/>
                <a:cs typeface="MS PGothic" panose="020B0600070205080204" pitchFamily="34" charset="-128"/>
              </a:rPr>
              <a:t>Example:</a:t>
            </a:r>
            <a:endParaRPr kumimoji="1" lang="en-US" altLang="en-US" sz="1800" b="0" i="0" u="none" strike="noStrike" kern="0" cap="none" spc="0" normalizeH="0" baseline="0" noProof="0" dirty="0">
              <a:ln>
                <a:noFill/>
              </a:ln>
              <a:solidFill>
                <a:srgbClr val="000000"/>
              </a:solidFill>
              <a:effectLst/>
              <a:uLnTx/>
              <a:uFillTx/>
              <a:latin typeface="+mn-lt"/>
              <a:ea typeface="MS PGothic" panose="020B0600070205080204" pitchFamily="34" charset="-128"/>
              <a:cs typeface="MS PGothic" panose="020B0600070205080204" pitchFamily="34" charset="-128"/>
            </a:endParaRPr>
          </a:p>
          <a:p>
            <a:pPr marL="742950" marR="0" lvl="1" indent="-285750" algn="l" defTabSz="914400" rtl="0" eaLnBrk="0" fontAlgn="base" latinLnBrk="0" hangingPunct="0">
              <a:lnSpc>
                <a:spcPct val="100000"/>
              </a:lnSpc>
              <a:spcBef>
                <a:spcPct val="35000"/>
              </a:spcBef>
              <a:spcAft>
                <a:spcPct val="0"/>
              </a:spcAft>
              <a:buClr>
                <a:srgbClr val="CC6600"/>
              </a:buClr>
              <a:buSzPct val="80000"/>
              <a:buFont typeface="Wingdings" panose="05000000000000000000" pitchFamily="2" charset="2"/>
              <a:buChar char="Ø"/>
              <a:defRPr/>
            </a:pPr>
            <a:r>
              <a:rPr kumimoji="1" lang="en-US" altLang="en-US" sz="1800" b="0" i="0" u="none" strike="noStrike" kern="1200" cap="none" spc="0" normalizeH="0" baseline="0" noProof="0" dirty="0">
                <a:ln>
                  <a:noFill/>
                </a:ln>
                <a:solidFill>
                  <a:srgbClr val="0000FF"/>
                </a:solidFill>
                <a:effectLst/>
                <a:uLnTx/>
                <a:uFillTx/>
                <a:latin typeface="+mn-lt"/>
                <a:ea typeface="MS PGothic" panose="020B0600070205080204" pitchFamily="34" charset="-128"/>
                <a:cs typeface="+mn-cs"/>
              </a:rPr>
              <a:t>MySQL</a:t>
            </a:r>
            <a:r>
              <a:rPr kumimoji="1" lang="en-US" altLang="en-US" sz="1800" b="0" i="0" u="none" strike="noStrike" kern="1200" cap="none" spc="0" normalizeH="0" baseline="0" noProof="0" dirty="0">
                <a:ln>
                  <a:noFill/>
                </a:ln>
                <a:solidFill>
                  <a:srgbClr val="000000"/>
                </a:solidFill>
                <a:effectLst/>
                <a:uLnTx/>
                <a:uFillTx/>
                <a:latin typeface="+mn-lt"/>
                <a:ea typeface="MS PGothic" panose="020B0600070205080204" pitchFamily="34" charset="-128"/>
                <a:cs typeface="+mn-cs"/>
              </a:rPr>
              <a:t> uses </a:t>
            </a:r>
            <a:r>
              <a:rPr kumimoji="1" lang="en-US" altLang="en-US" sz="1800" b="0" i="0" u="none" strike="noStrike" kern="1200" cap="none" spc="0" normalizeH="0" baseline="0" noProof="0" dirty="0">
                <a:ln>
                  <a:noFill/>
                </a:ln>
                <a:solidFill>
                  <a:srgbClr val="FF0000"/>
                </a:solidFill>
                <a:effectLst/>
                <a:uLnTx/>
                <a:uFillTx/>
                <a:latin typeface="+mn-lt"/>
                <a:ea typeface="MS PGothic" panose="020B0600070205080204" pitchFamily="34" charset="-128"/>
                <a:cs typeface="+mn-cs"/>
              </a:rPr>
              <a:t>timeout</a:t>
            </a:r>
            <a:r>
              <a:rPr kumimoji="1" lang="en-US" altLang="en-US" sz="1800" b="0" i="0" u="none" strike="noStrike" kern="1200" cap="none" spc="0" normalizeH="0" baseline="0" noProof="0" dirty="0">
                <a:ln>
                  <a:noFill/>
                </a:ln>
                <a:solidFill>
                  <a:srgbClr val="000000"/>
                </a:solidFill>
                <a:effectLst/>
                <a:uLnTx/>
                <a:uFillTx/>
                <a:latin typeface="+mn-lt"/>
                <a:ea typeface="MS PGothic" panose="020B0600070205080204" pitchFamily="34" charset="-128"/>
                <a:cs typeface="+mn-cs"/>
              </a:rPr>
              <a:t> to detect deadlocks</a:t>
            </a:r>
            <a:endParaRPr kumimoji="1" lang="en-US" altLang="en-US" sz="1800" b="0" i="0" u="none" strike="noStrike" kern="1200" cap="none" spc="0" normalizeH="0" baseline="0" noProof="0" dirty="0">
              <a:ln>
                <a:noFill/>
              </a:ln>
              <a:solidFill>
                <a:srgbClr val="000000"/>
              </a:solidFill>
              <a:effectLst/>
              <a:uLnTx/>
              <a:uFillTx/>
              <a:latin typeface="+mn-lt"/>
              <a:ea typeface="MS PGothic" panose="020B0600070205080204" pitchFamily="34" charset="-128"/>
              <a:cs typeface="+mn-cs"/>
            </a:endParaRPr>
          </a:p>
          <a:p>
            <a:pPr marL="342900" marR="0" lvl="1" indent="-342900" algn="l" defTabSz="914400" rtl="0" eaLnBrk="0" fontAlgn="base" latinLnBrk="0" hangingPunct="0">
              <a:lnSpc>
                <a:spcPct val="100000"/>
              </a:lnSpc>
              <a:spcBef>
                <a:spcPct val="35000"/>
              </a:spcBef>
              <a:spcAft>
                <a:spcPct val="0"/>
              </a:spcAft>
              <a:buClr>
                <a:srgbClr val="993300"/>
              </a:buClr>
              <a:buSzPct val="90000"/>
              <a:buFont typeface="Wingdings" panose="05000000000000000000" pitchFamily="2" charset="2"/>
              <a:buChar char="q"/>
              <a:defRPr/>
            </a:pPr>
            <a:endParaRPr kumimoji="1" lang="en-US" altLang="en-US" sz="1800" b="0" i="0" u="none" strike="noStrike" kern="0" cap="none" spc="0" normalizeH="0" baseline="0" noProof="0" dirty="0">
              <a:ln>
                <a:noFill/>
              </a:ln>
              <a:solidFill>
                <a:srgbClr val="000000"/>
              </a:solidFill>
              <a:effectLst/>
              <a:uLnTx/>
              <a:uFillTx/>
              <a:latin typeface="+mn-lt"/>
              <a:ea typeface="MS PGothic" panose="020B0600070205080204" pitchFamily="34" charset="-128"/>
              <a:cs typeface="+mn-cs"/>
            </a:endParaRPr>
          </a:p>
          <a:p>
            <a:pPr marL="742950" marR="0" lvl="1" indent="-285750" algn="l" defTabSz="914400" rtl="0" eaLnBrk="0" fontAlgn="base" latinLnBrk="0" hangingPunct="0">
              <a:lnSpc>
                <a:spcPct val="100000"/>
              </a:lnSpc>
              <a:spcBef>
                <a:spcPct val="35000"/>
              </a:spcBef>
              <a:spcAft>
                <a:spcPct val="0"/>
              </a:spcAft>
              <a:buClr>
                <a:srgbClr val="CC6600"/>
              </a:buClr>
              <a:buSzPct val="80000"/>
              <a:buFont typeface="Wingdings" panose="05000000000000000000" pitchFamily="2" charset="2"/>
              <a:buChar char="Ø"/>
              <a:defRPr/>
            </a:pPr>
            <a:endParaRPr kumimoji="1" lang="en-US" altLang="en-US" sz="1800" b="0" i="0" u="none" strike="noStrike" kern="1200" cap="none" spc="0" normalizeH="0" baseline="0" noProof="0" dirty="0">
              <a:ln>
                <a:noFill/>
              </a:ln>
              <a:solidFill>
                <a:srgbClr val="000000"/>
              </a:solidFill>
              <a:effectLst/>
              <a:uLnTx/>
              <a:uFillTx/>
              <a:latin typeface="+mn-lt"/>
              <a:ea typeface="MS PGothic" panose="020B0600070205080204" pitchFamily="34" charset="-128"/>
              <a:cs typeface="+mn-cs"/>
            </a:endParaRPr>
          </a:p>
        </p:txBody>
      </p:sp>
      <p:pic>
        <p:nvPicPr>
          <p:cNvPr id="177156" name="图片 2"/>
          <p:cNvPicPr>
            <a:picLocks noChangeAspect="1"/>
          </p:cNvPicPr>
          <p:nvPr/>
        </p:nvPicPr>
        <p:blipFill>
          <a:blip r:embed="rId1"/>
          <a:stretch>
            <a:fillRect/>
          </a:stretch>
        </p:blipFill>
        <p:spPr>
          <a:xfrm>
            <a:off x="5224463" y="2578100"/>
            <a:ext cx="3756025" cy="2741613"/>
          </a:xfrm>
          <a:prstGeom prst="rect">
            <a:avLst/>
          </a:prstGeom>
          <a:noFill/>
          <a:ln w="9525">
            <a:noFill/>
          </a:ln>
        </p:spPr>
      </p:pic>
      <p:pic>
        <p:nvPicPr>
          <p:cNvPr id="177157" name="图片 5"/>
          <p:cNvPicPr>
            <a:picLocks noChangeAspect="1"/>
          </p:cNvPicPr>
          <p:nvPr/>
        </p:nvPicPr>
        <p:blipFill>
          <a:blip r:embed="rId2"/>
          <a:stretch>
            <a:fillRect/>
          </a:stretch>
        </p:blipFill>
        <p:spPr>
          <a:xfrm>
            <a:off x="322263" y="2447925"/>
            <a:ext cx="4789487" cy="3770313"/>
          </a:xfrm>
          <a:prstGeom prst="rect">
            <a:avLst/>
          </a:prstGeom>
          <a:noFill/>
          <a:ln w="9525">
            <a:noFill/>
          </a:ln>
        </p:spPr>
      </p:pic>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9202" name="Rectangle 2"/>
          <p:cNvSpPr>
            <a:spLocks noGrp="1"/>
          </p:cNvSpPr>
          <p:nvPr>
            <p:ph type="title"/>
          </p:nvPr>
        </p:nvSpPr>
        <p:spPr>
          <a:xfrm>
            <a:off x="1109663" y="214313"/>
            <a:ext cx="7577137" cy="576262"/>
          </a:xfrm>
        </p:spPr>
        <p:txBody>
          <a:bodyPr vert="horz" wrap="square" lIns="91440" tIns="45720" rIns="91440" bIns="45720" anchor="b" anchorCtr="0"/>
          <a:p>
            <a:pPr eaLnBrk="1" hangingPunct="1"/>
            <a:r>
              <a:rPr lang="en-US" altLang="en-US" dirty="0"/>
              <a:t>Deadlock Detection</a:t>
            </a:r>
            <a:endParaRPr lang="en-US" altLang="en-US" dirty="0"/>
          </a:p>
        </p:txBody>
      </p:sp>
      <p:sp>
        <p:nvSpPr>
          <p:cNvPr id="5" name="Rectangle 3"/>
          <p:cNvSpPr txBox="1">
            <a:spLocks noChangeArrowheads="1"/>
          </p:cNvSpPr>
          <p:nvPr/>
        </p:nvSpPr>
        <p:spPr bwMode="auto">
          <a:xfrm>
            <a:off x="882650" y="2852738"/>
            <a:ext cx="7804150" cy="576263"/>
          </a:xfrm>
          <a:prstGeom prst="rect">
            <a:avLst/>
          </a:prstGeom>
          <a:noFill/>
          <a:ln>
            <a:noFill/>
          </a:ln>
        </p:spPr>
        <p:txBody>
          <a:bodyPr/>
          <a:lstStyle>
            <a:lvl1pPr marL="342900" indent="-342900" algn="l" rtl="0" eaLnBrk="0" fontAlgn="base" hangingPunct="0">
              <a:spcBef>
                <a:spcPct val="35000"/>
              </a:spcBef>
              <a:spcAft>
                <a:spcPct val="0"/>
              </a:spcAft>
              <a:buClr>
                <a:srgbClr val="993300"/>
              </a:buClr>
              <a:buSzPct val="90000"/>
              <a:buFont typeface="Monotype Sorts" pitchFamily="-84" charset="2"/>
              <a:buChar char="n"/>
              <a:defRPr kumimoji="1">
                <a:solidFill>
                  <a:schemeClr val="tx1"/>
                </a:solidFill>
                <a:latin typeface="+mn-lt"/>
                <a:ea typeface="MS PGothic" panose="020B0600070205080204" pitchFamily="34" charset="-128"/>
                <a:cs typeface="MS PGothic" panose="020B0600070205080204" pitchFamily="34" charset="-128"/>
              </a:defRPr>
            </a:lvl1pPr>
            <a:lvl2pPr marL="742950" indent="-285750" algn="l" rtl="0" eaLnBrk="0" fontAlgn="base" hangingPunct="0">
              <a:spcBef>
                <a:spcPct val="35000"/>
              </a:spcBef>
              <a:spcAft>
                <a:spcPct val="0"/>
              </a:spcAft>
              <a:buClr>
                <a:srgbClr val="CC6600"/>
              </a:buClr>
              <a:buSzPct val="80000"/>
              <a:buFont typeface="Monotype Sorts" pitchFamily="-84" charset="2"/>
              <a:buChar char="l"/>
              <a:defRPr kumimoji="1">
                <a:solidFill>
                  <a:schemeClr val="tx1"/>
                </a:solidFill>
                <a:latin typeface="+mn-lt"/>
                <a:ea typeface="MS PGothic" panose="020B0600070205080204" pitchFamily="34" charset="-128"/>
              </a:defRPr>
            </a:lvl2pPr>
            <a:lvl3pPr marL="1085850"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a:solidFill>
                  <a:schemeClr val="tx1"/>
                </a:solidFill>
                <a:latin typeface="+mn-lt"/>
                <a:ea typeface="MS PGothic" panose="020B0600070205080204" pitchFamily="34" charset="-128"/>
              </a:defRPr>
            </a:lvl3pPr>
            <a:lvl4pPr marL="1428750" indent="-228600" algn="l" rtl="0" eaLnBrk="0" fontAlgn="base" hangingPunct="0">
              <a:spcBef>
                <a:spcPct val="35000"/>
              </a:spcBef>
              <a:spcAft>
                <a:spcPct val="0"/>
              </a:spcAft>
              <a:buClr>
                <a:schemeClr val="hlink"/>
              </a:buClr>
              <a:buSzPct val="75000"/>
              <a:buChar char="–"/>
              <a:defRPr kumimoji="1">
                <a:solidFill>
                  <a:schemeClr val="tx1"/>
                </a:solidFill>
                <a:latin typeface="+mn-lt"/>
                <a:ea typeface="MS PGothic" panose="020B0600070205080204" pitchFamily="34" charset="-128"/>
              </a:defRPr>
            </a:lvl4pPr>
            <a:lvl5pPr marL="17716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anose="020B0600070205080204" pitchFamily="34" charset="-128"/>
              </a:defRPr>
            </a:lvl5pPr>
            <a:lvl6pPr marL="22288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anose="020B0600070205080204" pitchFamily="34" charset="-128"/>
              </a:defRPr>
            </a:lvl6pPr>
            <a:lvl7pPr marL="26860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anose="020B0600070205080204" pitchFamily="34" charset="-128"/>
              </a:defRPr>
            </a:lvl7pPr>
            <a:lvl8pPr marL="31432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anose="020B0600070205080204" pitchFamily="34" charset="-128"/>
              </a:defRPr>
            </a:lvl8pPr>
            <a:lvl9pPr marL="36004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anose="020B0600070205080204" pitchFamily="34" charset="-128"/>
              </a:defRPr>
            </a:lvl9pPr>
          </a:lstStyle>
          <a:p>
            <a:pPr marL="0" marR="0" lvl="0" indent="0" algn="l" defTabSz="914400" rtl="0" eaLnBrk="0" fontAlgn="base" latinLnBrk="0" hangingPunct="0">
              <a:lnSpc>
                <a:spcPct val="100000"/>
              </a:lnSpc>
              <a:spcBef>
                <a:spcPct val="35000"/>
              </a:spcBef>
              <a:spcAft>
                <a:spcPct val="0"/>
              </a:spcAft>
              <a:buClr>
                <a:srgbClr val="993300"/>
              </a:buClr>
              <a:buSzPct val="90000"/>
              <a:buFont typeface="Monotype Sorts" pitchFamily="-84" charset="2"/>
              <a:buNone/>
              <a:defRPr/>
            </a:pPr>
            <a:r>
              <a:rPr kumimoji="1" lang="en-US" altLang="en-US" sz="2800" b="1" i="0" u="none" strike="noStrike" kern="0" cap="none" spc="0" normalizeH="0" baseline="0" noProof="0" dirty="0">
                <a:ln>
                  <a:noFill/>
                </a:ln>
                <a:solidFill>
                  <a:srgbClr val="0000FF"/>
                </a:solidFill>
                <a:effectLst/>
                <a:uLnTx/>
                <a:uFillTx/>
                <a:latin typeface="+mn-lt"/>
                <a:ea typeface="MS PGothic" panose="020B0600070205080204" pitchFamily="34" charset="-128"/>
                <a:cs typeface="MS PGothic" panose="020B0600070205080204" pitchFamily="34" charset="-128"/>
              </a:rPr>
              <a:t>Detecting deadlocks </a:t>
            </a:r>
            <a:r>
              <a:rPr kumimoji="1" lang="en-US" altLang="en-US" sz="2800" b="1" i="0" u="none" strike="noStrike" kern="0" cap="none" spc="0" normalizeH="0" baseline="0" noProof="0" dirty="0">
                <a:ln>
                  <a:noFill/>
                </a:ln>
                <a:solidFill>
                  <a:srgbClr val="000000"/>
                </a:solidFill>
                <a:effectLst/>
                <a:uLnTx/>
                <a:uFillTx/>
                <a:latin typeface="+mn-lt"/>
                <a:ea typeface="MS PGothic" panose="020B0600070205080204" pitchFamily="34" charset="-128"/>
                <a:cs typeface="MS PGothic" panose="020B0600070205080204" pitchFamily="34" charset="-128"/>
              </a:rPr>
              <a:t>using </a:t>
            </a:r>
            <a:r>
              <a:rPr kumimoji="1" lang="en-US" altLang="en-US" sz="2800" b="1" i="0" u="none" strike="noStrike" kern="0" cap="none" spc="0" normalizeH="0" baseline="0" noProof="0" dirty="0">
                <a:ln>
                  <a:noFill/>
                </a:ln>
                <a:solidFill>
                  <a:srgbClr val="FF0000"/>
                </a:solidFill>
                <a:effectLst/>
                <a:uLnTx/>
                <a:uFillTx/>
                <a:latin typeface="+mn-lt"/>
                <a:ea typeface="MS PGothic" panose="020B0600070205080204" pitchFamily="34" charset="-128"/>
                <a:cs typeface="MS PGothic" panose="020B0600070205080204" pitchFamily="34" charset="-128"/>
              </a:rPr>
              <a:t>wait-for graphs</a:t>
            </a:r>
            <a:endParaRPr kumimoji="1" lang="en-US" altLang="en-US" sz="1800" b="0" i="0" u="none" strike="noStrike" kern="0" cap="none" spc="0" normalizeH="0" baseline="0" noProof="0" dirty="0">
              <a:ln>
                <a:noFill/>
              </a:ln>
              <a:solidFill>
                <a:srgbClr val="FF0000"/>
              </a:solidFill>
              <a:effectLst/>
              <a:uLnTx/>
              <a:uFillTx/>
              <a:latin typeface="+mn-lt"/>
              <a:ea typeface="MS PGothic" panose="020B0600070205080204" pitchFamily="34" charset="-128"/>
              <a:cs typeface="MS PGothic" panose="020B0600070205080204" pitchFamily="34" charset="-128"/>
            </a:endParaRPr>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1250" name="Rectangle 2"/>
          <p:cNvSpPr>
            <a:spLocks noGrp="1"/>
          </p:cNvSpPr>
          <p:nvPr>
            <p:ph type="title"/>
          </p:nvPr>
        </p:nvSpPr>
        <p:spPr>
          <a:xfrm>
            <a:off x="1109663" y="214313"/>
            <a:ext cx="7577137" cy="576262"/>
          </a:xfrm>
        </p:spPr>
        <p:txBody>
          <a:bodyPr vert="horz" wrap="square" lIns="91440" tIns="45720" rIns="91440" bIns="45720" anchor="b" anchorCtr="0"/>
          <a:p>
            <a:pPr eaLnBrk="1" hangingPunct="1"/>
            <a:r>
              <a:rPr lang="en-US" altLang="en-US" dirty="0"/>
              <a:t>Deadlock detection</a:t>
            </a:r>
            <a:endParaRPr lang="en-US" altLang="en-US" dirty="0"/>
          </a:p>
        </p:txBody>
      </p:sp>
      <p:sp>
        <p:nvSpPr>
          <p:cNvPr id="5" name="Rectangle 3"/>
          <p:cNvSpPr txBox="1">
            <a:spLocks noChangeArrowheads="1"/>
          </p:cNvSpPr>
          <p:nvPr/>
        </p:nvSpPr>
        <p:spPr bwMode="auto">
          <a:xfrm>
            <a:off x="561975" y="1198563"/>
            <a:ext cx="8324850" cy="1966913"/>
          </a:xfrm>
          <a:prstGeom prst="rect">
            <a:avLst/>
          </a:prstGeom>
          <a:noFill/>
          <a:ln>
            <a:noFill/>
          </a:ln>
        </p:spPr>
        <p:txBody>
          <a:bodyPr/>
          <a:lstStyle>
            <a:lvl1pPr marL="342900" indent="-342900" algn="l" rtl="0" eaLnBrk="0" fontAlgn="base" hangingPunct="0">
              <a:spcBef>
                <a:spcPct val="35000"/>
              </a:spcBef>
              <a:spcAft>
                <a:spcPct val="0"/>
              </a:spcAft>
              <a:buClr>
                <a:srgbClr val="993300"/>
              </a:buClr>
              <a:buSzPct val="90000"/>
              <a:buFont typeface="Monotype Sorts" pitchFamily="-84" charset="2"/>
              <a:buChar char="n"/>
              <a:defRPr kumimoji="1">
                <a:solidFill>
                  <a:schemeClr val="tx1"/>
                </a:solidFill>
                <a:latin typeface="+mn-lt"/>
                <a:ea typeface="MS PGothic" panose="020B0600070205080204" pitchFamily="34" charset="-128"/>
                <a:cs typeface="MS PGothic" panose="020B0600070205080204" pitchFamily="34" charset="-128"/>
              </a:defRPr>
            </a:lvl1pPr>
            <a:lvl2pPr marL="742950" indent="-285750" algn="l" rtl="0" eaLnBrk="0" fontAlgn="base" hangingPunct="0">
              <a:spcBef>
                <a:spcPct val="35000"/>
              </a:spcBef>
              <a:spcAft>
                <a:spcPct val="0"/>
              </a:spcAft>
              <a:buClr>
                <a:srgbClr val="CC6600"/>
              </a:buClr>
              <a:buSzPct val="80000"/>
              <a:buFont typeface="Monotype Sorts" pitchFamily="-84" charset="2"/>
              <a:buChar char="l"/>
              <a:defRPr kumimoji="1">
                <a:solidFill>
                  <a:schemeClr val="tx1"/>
                </a:solidFill>
                <a:latin typeface="+mn-lt"/>
                <a:ea typeface="MS PGothic" panose="020B0600070205080204" pitchFamily="34" charset="-128"/>
              </a:defRPr>
            </a:lvl2pPr>
            <a:lvl3pPr marL="1085850"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a:solidFill>
                  <a:schemeClr val="tx1"/>
                </a:solidFill>
                <a:latin typeface="+mn-lt"/>
                <a:ea typeface="MS PGothic" panose="020B0600070205080204" pitchFamily="34" charset="-128"/>
              </a:defRPr>
            </a:lvl3pPr>
            <a:lvl4pPr marL="1428750" indent="-228600" algn="l" rtl="0" eaLnBrk="0" fontAlgn="base" hangingPunct="0">
              <a:spcBef>
                <a:spcPct val="35000"/>
              </a:spcBef>
              <a:spcAft>
                <a:spcPct val="0"/>
              </a:spcAft>
              <a:buClr>
                <a:schemeClr val="hlink"/>
              </a:buClr>
              <a:buSzPct val="75000"/>
              <a:buChar char="–"/>
              <a:defRPr kumimoji="1">
                <a:solidFill>
                  <a:schemeClr val="tx1"/>
                </a:solidFill>
                <a:latin typeface="+mn-lt"/>
                <a:ea typeface="MS PGothic" panose="020B0600070205080204" pitchFamily="34" charset="-128"/>
              </a:defRPr>
            </a:lvl4pPr>
            <a:lvl5pPr marL="17716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anose="020B0600070205080204" pitchFamily="34" charset="-128"/>
              </a:defRPr>
            </a:lvl5pPr>
            <a:lvl6pPr marL="22288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anose="020B0600070205080204" pitchFamily="34" charset="-128"/>
              </a:defRPr>
            </a:lvl6pPr>
            <a:lvl7pPr marL="26860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anose="020B0600070205080204" pitchFamily="34" charset="-128"/>
              </a:defRPr>
            </a:lvl7pPr>
            <a:lvl8pPr marL="31432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anose="020B0600070205080204" pitchFamily="34" charset="-128"/>
              </a:defRPr>
            </a:lvl8pPr>
            <a:lvl9pPr marL="36004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anose="020B0600070205080204" pitchFamily="34" charset="-128"/>
              </a:defRPr>
            </a:lvl9pPr>
          </a:lstStyle>
          <a:p>
            <a:pPr marL="342900" marR="0" lvl="0" indent="-342900" algn="l" defTabSz="914400" rtl="0" eaLnBrk="0" fontAlgn="base" latinLnBrk="0" hangingPunct="0">
              <a:lnSpc>
                <a:spcPct val="100000"/>
              </a:lnSpc>
              <a:spcBef>
                <a:spcPct val="35000"/>
              </a:spcBef>
              <a:spcAft>
                <a:spcPct val="0"/>
              </a:spcAft>
              <a:buClr>
                <a:srgbClr val="993300"/>
              </a:buClr>
              <a:buSzPct val="90000"/>
              <a:buFont typeface="Wingdings" panose="05000000000000000000" pitchFamily="2" charset="2"/>
              <a:buChar char="q"/>
              <a:defRPr/>
            </a:pPr>
            <a:r>
              <a:rPr kumimoji="1" lang="en-US" altLang="en-US" sz="1800" b="0" i="0" u="none" strike="noStrike" kern="0" cap="none" spc="0" normalizeH="0" baseline="0" noProof="0" dirty="0">
                <a:ln>
                  <a:noFill/>
                </a:ln>
                <a:solidFill>
                  <a:srgbClr val="FF0000"/>
                </a:solidFill>
                <a:effectLst/>
                <a:uLnTx/>
                <a:uFillTx/>
                <a:latin typeface="+mn-lt"/>
                <a:ea typeface="MS PGothic" panose="020B0600070205080204" pitchFamily="34" charset="-128"/>
                <a:cs typeface="MS PGothic" panose="020B0600070205080204" pitchFamily="34" charset="-128"/>
              </a:rPr>
              <a:t>Wait-for graph </a:t>
            </a:r>
            <a:r>
              <a:rPr kumimoji="1" lang="en-US" altLang="en-US" sz="1800" b="0" i="0" u="none" strike="noStrike" kern="0" cap="none" spc="0" normalizeH="0" baseline="0" noProof="0" dirty="0">
                <a:ln>
                  <a:noFill/>
                </a:ln>
                <a:solidFill>
                  <a:srgbClr val="000000"/>
                </a:solidFill>
                <a:effectLst/>
                <a:uLnTx/>
                <a:uFillTx/>
                <a:latin typeface="+mn-lt"/>
                <a:ea typeface="MS PGothic" panose="020B0600070205080204" pitchFamily="34" charset="-128"/>
                <a:cs typeface="MS PGothic" panose="020B0600070205080204" pitchFamily="34" charset="-128"/>
              </a:rPr>
              <a:t>is a graph where::</a:t>
            </a:r>
            <a:endParaRPr kumimoji="1" lang="en-US" altLang="en-US" sz="1800" b="0" i="0" u="none" strike="noStrike" kern="0" cap="none" spc="0" normalizeH="0" baseline="0" noProof="0" dirty="0">
              <a:ln>
                <a:noFill/>
              </a:ln>
              <a:solidFill>
                <a:srgbClr val="000000"/>
              </a:solidFill>
              <a:effectLst/>
              <a:uLnTx/>
              <a:uFillTx/>
              <a:latin typeface="+mn-lt"/>
              <a:ea typeface="MS PGothic" panose="020B0600070205080204" pitchFamily="34" charset="-128"/>
              <a:cs typeface="MS PGothic" panose="020B0600070205080204" pitchFamily="34" charset="-128"/>
            </a:endParaRPr>
          </a:p>
          <a:p>
            <a:pPr marL="742950" marR="0" lvl="1" indent="-285750" algn="l" defTabSz="914400" rtl="0" eaLnBrk="0" fontAlgn="base" latinLnBrk="0" hangingPunct="0">
              <a:lnSpc>
                <a:spcPct val="100000"/>
              </a:lnSpc>
              <a:spcBef>
                <a:spcPct val="35000"/>
              </a:spcBef>
              <a:spcAft>
                <a:spcPct val="0"/>
              </a:spcAft>
              <a:buClr>
                <a:srgbClr val="CC6600"/>
              </a:buClr>
              <a:buSzPct val="80000"/>
              <a:buFont typeface="Wingdings" panose="05000000000000000000" pitchFamily="2" charset="2"/>
              <a:buChar char="Ø"/>
              <a:defRPr/>
            </a:pPr>
            <a:r>
              <a:rPr kumimoji="1" lang="en-US" altLang="en-US" sz="1800" b="0" i="0" u="none" strike="noStrike" kern="1200" cap="none" spc="0" normalizeH="0" baseline="0" noProof="0" dirty="0">
                <a:ln>
                  <a:noFill/>
                </a:ln>
                <a:solidFill>
                  <a:srgbClr val="FF0000"/>
                </a:solidFill>
                <a:effectLst/>
                <a:uLnTx/>
                <a:uFillTx/>
                <a:latin typeface="+mn-lt"/>
                <a:ea typeface="MS PGothic" panose="020B0600070205080204" pitchFamily="34" charset="-128"/>
                <a:cs typeface="+mn-cs"/>
              </a:rPr>
              <a:t>Node</a:t>
            </a:r>
            <a:r>
              <a:rPr kumimoji="1" lang="en-US" altLang="en-US" sz="1800" b="0" i="0" u="none" strike="noStrike" kern="1200" cap="none" spc="0" normalizeH="0" baseline="0" noProof="0" dirty="0">
                <a:ln>
                  <a:noFill/>
                </a:ln>
                <a:solidFill>
                  <a:srgbClr val="000000"/>
                </a:solidFill>
                <a:effectLst/>
                <a:uLnTx/>
                <a:uFillTx/>
                <a:latin typeface="+mn-lt"/>
                <a:ea typeface="MS PGothic" panose="020B0600070205080204" pitchFamily="34" charset="-128"/>
                <a:cs typeface="+mn-cs"/>
              </a:rPr>
              <a:t> represents a </a:t>
            </a:r>
            <a:r>
              <a:rPr kumimoji="1" lang="en-US" altLang="en-US" sz="1800" b="0" i="0" u="none" strike="noStrike" kern="1200" cap="none" spc="0" normalizeH="0" baseline="0" noProof="0" dirty="0">
                <a:ln>
                  <a:noFill/>
                </a:ln>
                <a:solidFill>
                  <a:srgbClr val="0000FF"/>
                </a:solidFill>
                <a:effectLst/>
                <a:uLnTx/>
                <a:uFillTx/>
                <a:latin typeface="+mn-lt"/>
                <a:ea typeface="MS PGothic" panose="020B0600070205080204" pitchFamily="34" charset="-128"/>
                <a:cs typeface="+mn-cs"/>
              </a:rPr>
              <a:t>process</a:t>
            </a:r>
            <a:endParaRPr kumimoji="1" lang="en-US" altLang="en-US" sz="1800" b="0" i="0" u="none" strike="noStrike" kern="1200" cap="none" spc="0" normalizeH="0" baseline="0" noProof="0" dirty="0">
              <a:ln>
                <a:noFill/>
              </a:ln>
              <a:solidFill>
                <a:srgbClr val="0000FF"/>
              </a:solidFill>
              <a:effectLst/>
              <a:uLnTx/>
              <a:uFillTx/>
              <a:latin typeface="+mn-lt"/>
              <a:ea typeface="MS PGothic" panose="020B0600070205080204" pitchFamily="34" charset="-128"/>
              <a:cs typeface="+mn-cs"/>
            </a:endParaRPr>
          </a:p>
          <a:p>
            <a:pPr marL="742950" marR="0" lvl="1" indent="-285750" algn="l" defTabSz="914400" rtl="0" eaLnBrk="0" fontAlgn="base" latinLnBrk="0" hangingPunct="0">
              <a:lnSpc>
                <a:spcPct val="100000"/>
              </a:lnSpc>
              <a:spcBef>
                <a:spcPct val="35000"/>
              </a:spcBef>
              <a:spcAft>
                <a:spcPct val="0"/>
              </a:spcAft>
              <a:buClr>
                <a:srgbClr val="CC6600"/>
              </a:buClr>
              <a:buSzPct val="80000"/>
              <a:buFont typeface="Wingdings" panose="05000000000000000000" pitchFamily="2" charset="2"/>
              <a:buChar char="Ø"/>
              <a:defRPr/>
            </a:pPr>
            <a:r>
              <a:rPr kumimoji="1" lang="en-US" altLang="en-US" sz="1800" b="0" i="0" u="none" strike="noStrike" kern="1200" cap="none" spc="0" normalizeH="0" baseline="0" noProof="0" dirty="0">
                <a:ln>
                  <a:noFill/>
                </a:ln>
                <a:solidFill>
                  <a:srgbClr val="0000FF"/>
                </a:solidFill>
                <a:effectLst/>
                <a:uLnTx/>
                <a:uFillTx/>
                <a:latin typeface="+mn-lt"/>
                <a:ea typeface="MS PGothic" panose="020B0600070205080204" pitchFamily="34" charset="-128"/>
                <a:cs typeface="+mn-cs"/>
              </a:rPr>
              <a:t>Edge </a:t>
            </a:r>
            <a:r>
              <a:rPr kumimoji="1" lang="en-US" altLang="en-US" sz="1800" b="0" i="0" u="none" strike="noStrike" kern="1200" cap="none" spc="0" normalizeH="0" baseline="0" noProof="0" dirty="0" err="1">
                <a:ln>
                  <a:noFill/>
                </a:ln>
                <a:solidFill>
                  <a:srgbClr val="0000FF"/>
                </a:solidFill>
                <a:effectLst/>
                <a:uLnTx/>
                <a:uFillTx/>
                <a:latin typeface="+mn-lt"/>
                <a:ea typeface="MS PGothic" panose="020B0600070205080204" pitchFamily="34" charset="-128"/>
                <a:cs typeface="+mn-cs"/>
              </a:rPr>
              <a:t>i</a:t>
            </a:r>
            <a:r>
              <a:rPr kumimoji="1" lang="en-US" altLang="en-US" sz="1800" b="0" i="0" u="none" strike="noStrike" kern="1200" cap="none" spc="0" normalizeH="0" baseline="0" noProof="0" dirty="0">
                <a:ln>
                  <a:noFill/>
                </a:ln>
                <a:solidFill>
                  <a:srgbClr val="0000FF"/>
                </a:solidFill>
                <a:effectLst/>
                <a:uLnTx/>
                <a:uFillTx/>
                <a:latin typeface="+mn-lt"/>
                <a:ea typeface="MS PGothic" panose="020B0600070205080204" pitchFamily="34" charset="-128"/>
                <a:cs typeface="+mn-cs"/>
              </a:rPr>
              <a:t> ⇒ j </a:t>
            </a:r>
            <a:r>
              <a:rPr kumimoji="1" lang="en-US" altLang="en-US" sz="1800" b="0" i="0" u="none" strike="noStrike" kern="1200" cap="none" spc="0" normalizeH="0" baseline="0" noProof="0" dirty="0">
                <a:ln>
                  <a:noFill/>
                </a:ln>
                <a:solidFill>
                  <a:srgbClr val="000000"/>
                </a:solidFill>
                <a:effectLst/>
                <a:uLnTx/>
                <a:uFillTx/>
                <a:latin typeface="+mn-lt"/>
                <a:ea typeface="MS PGothic" panose="020B0600070205080204" pitchFamily="34" charset="-128"/>
                <a:cs typeface="+mn-cs"/>
              </a:rPr>
              <a:t>represents: the </a:t>
            </a:r>
            <a:r>
              <a:rPr kumimoji="1" lang="en-US" altLang="en-US" sz="1800" b="0" i="0" u="none" strike="noStrike" kern="1200" cap="none" spc="0" normalizeH="0" baseline="0" noProof="0" dirty="0">
                <a:ln>
                  <a:noFill/>
                </a:ln>
                <a:solidFill>
                  <a:srgbClr val="0000FF"/>
                </a:solidFill>
                <a:effectLst/>
                <a:uLnTx/>
                <a:uFillTx/>
                <a:latin typeface="+mn-lt"/>
                <a:ea typeface="MS PGothic" panose="020B0600070205080204" pitchFamily="34" charset="-128"/>
                <a:cs typeface="+mn-cs"/>
              </a:rPr>
              <a:t>process </a:t>
            </a:r>
            <a:r>
              <a:rPr kumimoji="1" lang="en-US" altLang="en-US" sz="1800" b="0" i="0" u="none" strike="noStrike" kern="1200" cap="none" spc="0" normalizeH="0" baseline="0" noProof="0" dirty="0" err="1">
                <a:ln>
                  <a:noFill/>
                </a:ln>
                <a:solidFill>
                  <a:srgbClr val="0000FF"/>
                </a:solidFill>
                <a:effectLst/>
                <a:uLnTx/>
                <a:uFillTx/>
                <a:latin typeface="+mn-lt"/>
                <a:ea typeface="MS PGothic" panose="020B0600070205080204" pitchFamily="34" charset="-128"/>
                <a:cs typeface="+mn-cs"/>
              </a:rPr>
              <a:t>i</a:t>
            </a:r>
            <a:r>
              <a:rPr kumimoji="1" lang="en-US" altLang="en-US" sz="1800" b="0" i="0" u="none" strike="noStrike" kern="1200" cap="none" spc="0" normalizeH="0" baseline="0" noProof="0" dirty="0">
                <a:ln>
                  <a:noFill/>
                </a:ln>
                <a:solidFill>
                  <a:srgbClr val="000000"/>
                </a:solidFill>
                <a:effectLst/>
                <a:uLnTx/>
                <a:uFillTx/>
                <a:latin typeface="+mn-lt"/>
                <a:ea typeface="MS PGothic" panose="020B0600070205080204" pitchFamily="34" charset="-128"/>
                <a:cs typeface="+mn-cs"/>
              </a:rPr>
              <a:t> is </a:t>
            </a:r>
            <a:r>
              <a:rPr kumimoji="1" lang="en-US" altLang="en-US" sz="1800" b="0" i="0" u="none" strike="noStrike" kern="1200" cap="none" spc="0" normalizeH="0" baseline="0" noProof="0" dirty="0">
                <a:ln>
                  <a:noFill/>
                </a:ln>
                <a:solidFill>
                  <a:srgbClr val="FF0000"/>
                </a:solidFill>
                <a:effectLst/>
                <a:uLnTx/>
                <a:uFillTx/>
                <a:latin typeface="+mn-lt"/>
                <a:ea typeface="MS PGothic" panose="020B0600070205080204" pitchFamily="34" charset="-128"/>
                <a:cs typeface="+mn-cs"/>
              </a:rPr>
              <a:t>waiting</a:t>
            </a:r>
            <a:r>
              <a:rPr kumimoji="1" lang="en-US" altLang="en-US" sz="1800" b="0" i="0" u="none" strike="noStrike" kern="1200" cap="none" spc="0" normalizeH="0" baseline="0" noProof="0" dirty="0">
                <a:ln>
                  <a:noFill/>
                </a:ln>
                <a:solidFill>
                  <a:srgbClr val="000000"/>
                </a:solidFill>
                <a:effectLst/>
                <a:uLnTx/>
                <a:uFillTx/>
                <a:latin typeface="+mn-lt"/>
                <a:ea typeface="MS PGothic" panose="020B0600070205080204" pitchFamily="34" charset="-128"/>
                <a:cs typeface="+mn-cs"/>
              </a:rPr>
              <a:t> </a:t>
            </a:r>
            <a:r>
              <a:rPr kumimoji="1" lang="en-US" altLang="en-US" sz="1800" b="0" i="0" u="none" strike="noStrike" kern="1200" cap="none" spc="0" normalizeH="0" baseline="0" noProof="0" dirty="0">
                <a:ln>
                  <a:noFill/>
                </a:ln>
                <a:solidFill>
                  <a:srgbClr val="FF0000"/>
                </a:solidFill>
                <a:effectLst/>
                <a:uLnTx/>
                <a:uFillTx/>
                <a:latin typeface="+mn-lt"/>
                <a:ea typeface="MS PGothic" panose="020B0600070205080204" pitchFamily="34" charset="-128"/>
                <a:cs typeface="+mn-cs"/>
              </a:rPr>
              <a:t>for a lock </a:t>
            </a:r>
            <a:r>
              <a:rPr kumimoji="1" lang="en-US" altLang="en-US" sz="1800" b="0" i="0" u="none" strike="noStrike" kern="1200" cap="none" spc="0" normalizeH="0" baseline="0" noProof="0" dirty="0">
                <a:ln>
                  <a:noFill/>
                </a:ln>
                <a:solidFill>
                  <a:srgbClr val="000000"/>
                </a:solidFill>
                <a:effectLst/>
                <a:uLnTx/>
                <a:uFillTx/>
                <a:latin typeface="+mn-lt"/>
                <a:ea typeface="MS PGothic" panose="020B0600070205080204" pitchFamily="34" charset="-128"/>
                <a:cs typeface="+mn-cs"/>
              </a:rPr>
              <a:t>held by the </a:t>
            </a:r>
            <a:r>
              <a:rPr kumimoji="1" lang="en-US" altLang="en-US" sz="1800" b="0" i="0" u="none" strike="noStrike" kern="1200" cap="none" spc="0" normalizeH="0" baseline="0" noProof="0" dirty="0">
                <a:ln>
                  <a:noFill/>
                </a:ln>
                <a:solidFill>
                  <a:srgbClr val="0000FF"/>
                </a:solidFill>
                <a:effectLst/>
                <a:uLnTx/>
                <a:uFillTx/>
                <a:latin typeface="+mn-lt"/>
                <a:ea typeface="MS PGothic" panose="020B0600070205080204" pitchFamily="34" charset="-128"/>
                <a:cs typeface="+mn-cs"/>
              </a:rPr>
              <a:t>process j</a:t>
            </a:r>
            <a:endParaRPr kumimoji="1" lang="en-US" altLang="en-US" sz="1800" b="0" i="0" u="none" strike="noStrike" kern="1200" cap="none" spc="0" normalizeH="0" baseline="0" noProof="0" dirty="0">
              <a:ln>
                <a:noFill/>
              </a:ln>
              <a:solidFill>
                <a:srgbClr val="0000FF"/>
              </a:solidFill>
              <a:effectLst/>
              <a:uLnTx/>
              <a:uFillTx/>
              <a:latin typeface="+mn-lt"/>
              <a:ea typeface="MS PGothic" panose="020B0600070205080204" pitchFamily="34" charset="-128"/>
              <a:cs typeface="+mn-cs"/>
            </a:endParaRPr>
          </a:p>
          <a:p>
            <a:pPr marL="742950" marR="0" lvl="1" indent="-285750" algn="l" defTabSz="914400" rtl="0" eaLnBrk="0" fontAlgn="base" latinLnBrk="0" hangingPunct="0">
              <a:lnSpc>
                <a:spcPct val="100000"/>
              </a:lnSpc>
              <a:spcBef>
                <a:spcPct val="35000"/>
              </a:spcBef>
              <a:spcAft>
                <a:spcPct val="0"/>
              </a:spcAft>
              <a:buClr>
                <a:srgbClr val="CC6600"/>
              </a:buClr>
              <a:buSzPct val="80000"/>
              <a:buFont typeface="Wingdings" panose="05000000000000000000" pitchFamily="2" charset="2"/>
              <a:buChar char="Ø"/>
              <a:defRPr/>
            </a:pPr>
            <a:endParaRPr kumimoji="1" lang="en-US" altLang="en-US" sz="1800" b="0" i="0" u="none" strike="noStrike" kern="1200" cap="none" spc="0" normalizeH="0" baseline="0" noProof="0" dirty="0">
              <a:ln>
                <a:noFill/>
              </a:ln>
              <a:solidFill>
                <a:srgbClr val="000000"/>
              </a:solidFill>
              <a:effectLst/>
              <a:uLnTx/>
              <a:uFillTx/>
              <a:latin typeface="+mn-lt"/>
              <a:ea typeface="MS PGothic" panose="020B0600070205080204" pitchFamily="34" charset="-128"/>
              <a:cs typeface="+mn-cs"/>
            </a:endParaRPr>
          </a:p>
          <a:p>
            <a:pPr marL="342900" marR="0" lvl="1" indent="-342900" algn="l" defTabSz="914400" rtl="0" eaLnBrk="0" fontAlgn="base" latinLnBrk="0" hangingPunct="0">
              <a:lnSpc>
                <a:spcPct val="100000"/>
              </a:lnSpc>
              <a:spcBef>
                <a:spcPct val="35000"/>
              </a:spcBef>
              <a:spcAft>
                <a:spcPct val="0"/>
              </a:spcAft>
              <a:buClr>
                <a:srgbClr val="993300"/>
              </a:buClr>
              <a:buSzPct val="90000"/>
              <a:buFont typeface="Wingdings" panose="05000000000000000000" pitchFamily="2" charset="2"/>
              <a:buChar char="q"/>
              <a:defRPr/>
            </a:pPr>
            <a:endParaRPr kumimoji="1" lang="en-US" altLang="en-US" sz="1800" b="0" i="0" u="none" strike="noStrike" kern="0" cap="none" spc="0" normalizeH="0" baseline="0" noProof="0" dirty="0">
              <a:ln>
                <a:noFill/>
              </a:ln>
              <a:solidFill>
                <a:srgbClr val="000000"/>
              </a:solidFill>
              <a:effectLst/>
              <a:uLnTx/>
              <a:uFillTx/>
              <a:latin typeface="+mn-lt"/>
              <a:ea typeface="MS PGothic" panose="020B0600070205080204" pitchFamily="34" charset="-128"/>
              <a:cs typeface="+mn-cs"/>
            </a:endParaRPr>
          </a:p>
          <a:p>
            <a:pPr marL="742950" marR="0" lvl="1" indent="-285750" algn="l" defTabSz="914400" rtl="0" eaLnBrk="0" fontAlgn="base" latinLnBrk="0" hangingPunct="0">
              <a:lnSpc>
                <a:spcPct val="100000"/>
              </a:lnSpc>
              <a:spcBef>
                <a:spcPct val="35000"/>
              </a:spcBef>
              <a:spcAft>
                <a:spcPct val="0"/>
              </a:spcAft>
              <a:buClr>
                <a:srgbClr val="CC6600"/>
              </a:buClr>
              <a:buSzPct val="80000"/>
              <a:buFont typeface="Wingdings" panose="05000000000000000000" pitchFamily="2" charset="2"/>
              <a:buChar char="Ø"/>
              <a:defRPr/>
            </a:pPr>
            <a:endParaRPr kumimoji="1" lang="en-US" altLang="en-US" sz="1800" b="0" i="0" u="none" strike="noStrike" kern="1200" cap="none" spc="0" normalizeH="0" baseline="0" noProof="0" dirty="0">
              <a:ln>
                <a:noFill/>
              </a:ln>
              <a:solidFill>
                <a:srgbClr val="000000"/>
              </a:solidFill>
              <a:effectLst/>
              <a:uLnTx/>
              <a:uFillTx/>
              <a:latin typeface="+mn-lt"/>
              <a:ea typeface="MS PGothic" panose="020B0600070205080204" pitchFamily="34" charset="-128"/>
              <a:cs typeface="+mn-cs"/>
            </a:endParaRPr>
          </a:p>
        </p:txBody>
      </p:sp>
      <p:pic>
        <p:nvPicPr>
          <p:cNvPr id="181252" name="图片 3"/>
          <p:cNvPicPr>
            <a:picLocks noChangeAspect="1"/>
          </p:cNvPicPr>
          <p:nvPr/>
        </p:nvPicPr>
        <p:blipFill>
          <a:blip r:embed="rId1"/>
          <a:stretch>
            <a:fillRect/>
          </a:stretch>
        </p:blipFill>
        <p:spPr>
          <a:xfrm>
            <a:off x="2713038" y="2871788"/>
            <a:ext cx="2819400" cy="2292350"/>
          </a:xfrm>
          <a:prstGeom prst="rect">
            <a:avLst/>
          </a:prstGeom>
          <a:noFill/>
          <a:ln w="9525">
            <a:noFill/>
          </a:ln>
        </p:spPr>
      </p:pic>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3298" name="Rectangle 2"/>
          <p:cNvSpPr>
            <a:spLocks noGrp="1"/>
          </p:cNvSpPr>
          <p:nvPr>
            <p:ph type="title"/>
          </p:nvPr>
        </p:nvSpPr>
        <p:spPr>
          <a:xfrm>
            <a:off x="1109663" y="214313"/>
            <a:ext cx="7577137" cy="576262"/>
          </a:xfrm>
        </p:spPr>
        <p:txBody>
          <a:bodyPr vert="horz" wrap="square" lIns="91440" tIns="45720" rIns="91440" bIns="45720" anchor="b" anchorCtr="0"/>
          <a:p>
            <a:pPr eaLnBrk="1" hangingPunct="1"/>
            <a:r>
              <a:rPr lang="en-US" altLang="en-US" dirty="0"/>
              <a:t>Deadlock detection</a:t>
            </a:r>
            <a:endParaRPr lang="en-US" altLang="en-US" dirty="0"/>
          </a:p>
        </p:txBody>
      </p:sp>
      <p:sp>
        <p:nvSpPr>
          <p:cNvPr id="5" name="Rectangle 3"/>
          <p:cNvSpPr txBox="1">
            <a:spLocks noChangeArrowheads="1"/>
          </p:cNvSpPr>
          <p:nvPr/>
        </p:nvSpPr>
        <p:spPr bwMode="auto">
          <a:xfrm>
            <a:off x="561975" y="1198563"/>
            <a:ext cx="8324850" cy="687388"/>
          </a:xfrm>
          <a:prstGeom prst="rect">
            <a:avLst/>
          </a:prstGeom>
          <a:noFill/>
          <a:ln>
            <a:noFill/>
          </a:ln>
        </p:spPr>
        <p:txBody>
          <a:bodyPr/>
          <a:lstStyle>
            <a:lvl1pPr marL="342900" indent="-342900" algn="l" rtl="0" eaLnBrk="0" fontAlgn="base" hangingPunct="0">
              <a:spcBef>
                <a:spcPct val="35000"/>
              </a:spcBef>
              <a:spcAft>
                <a:spcPct val="0"/>
              </a:spcAft>
              <a:buClr>
                <a:srgbClr val="993300"/>
              </a:buClr>
              <a:buSzPct val="90000"/>
              <a:buFont typeface="Monotype Sorts" pitchFamily="-84" charset="2"/>
              <a:buChar char="n"/>
              <a:defRPr kumimoji="1">
                <a:solidFill>
                  <a:schemeClr val="tx1"/>
                </a:solidFill>
                <a:latin typeface="+mn-lt"/>
                <a:ea typeface="MS PGothic" panose="020B0600070205080204" pitchFamily="34" charset="-128"/>
                <a:cs typeface="MS PGothic" panose="020B0600070205080204" pitchFamily="34" charset="-128"/>
              </a:defRPr>
            </a:lvl1pPr>
            <a:lvl2pPr marL="742950" indent="-285750" algn="l" rtl="0" eaLnBrk="0" fontAlgn="base" hangingPunct="0">
              <a:spcBef>
                <a:spcPct val="35000"/>
              </a:spcBef>
              <a:spcAft>
                <a:spcPct val="0"/>
              </a:spcAft>
              <a:buClr>
                <a:srgbClr val="CC6600"/>
              </a:buClr>
              <a:buSzPct val="80000"/>
              <a:buFont typeface="Monotype Sorts" pitchFamily="-84" charset="2"/>
              <a:buChar char="l"/>
              <a:defRPr kumimoji="1">
                <a:solidFill>
                  <a:schemeClr val="tx1"/>
                </a:solidFill>
                <a:latin typeface="+mn-lt"/>
                <a:ea typeface="MS PGothic" panose="020B0600070205080204" pitchFamily="34" charset="-128"/>
              </a:defRPr>
            </a:lvl2pPr>
            <a:lvl3pPr marL="1085850"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a:solidFill>
                  <a:schemeClr val="tx1"/>
                </a:solidFill>
                <a:latin typeface="+mn-lt"/>
                <a:ea typeface="MS PGothic" panose="020B0600070205080204" pitchFamily="34" charset="-128"/>
              </a:defRPr>
            </a:lvl3pPr>
            <a:lvl4pPr marL="1428750" indent="-228600" algn="l" rtl="0" eaLnBrk="0" fontAlgn="base" hangingPunct="0">
              <a:spcBef>
                <a:spcPct val="35000"/>
              </a:spcBef>
              <a:spcAft>
                <a:spcPct val="0"/>
              </a:spcAft>
              <a:buClr>
                <a:schemeClr val="hlink"/>
              </a:buClr>
              <a:buSzPct val="75000"/>
              <a:buChar char="–"/>
              <a:defRPr kumimoji="1">
                <a:solidFill>
                  <a:schemeClr val="tx1"/>
                </a:solidFill>
                <a:latin typeface="+mn-lt"/>
                <a:ea typeface="MS PGothic" panose="020B0600070205080204" pitchFamily="34" charset="-128"/>
              </a:defRPr>
            </a:lvl4pPr>
            <a:lvl5pPr marL="17716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anose="020B0600070205080204" pitchFamily="34" charset="-128"/>
              </a:defRPr>
            </a:lvl5pPr>
            <a:lvl6pPr marL="22288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anose="020B0600070205080204" pitchFamily="34" charset="-128"/>
              </a:defRPr>
            </a:lvl6pPr>
            <a:lvl7pPr marL="26860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anose="020B0600070205080204" pitchFamily="34" charset="-128"/>
              </a:defRPr>
            </a:lvl7pPr>
            <a:lvl8pPr marL="31432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anose="020B0600070205080204" pitchFamily="34" charset="-128"/>
              </a:defRPr>
            </a:lvl8pPr>
            <a:lvl9pPr marL="36004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anose="020B0600070205080204" pitchFamily="34" charset="-128"/>
              </a:defRPr>
            </a:lvl9pPr>
          </a:lstStyle>
          <a:p>
            <a:pPr marL="342900" marR="0" lvl="0" indent="-342900" algn="l" defTabSz="914400" rtl="0" eaLnBrk="0" fontAlgn="base" latinLnBrk="0" hangingPunct="0">
              <a:lnSpc>
                <a:spcPct val="100000"/>
              </a:lnSpc>
              <a:spcBef>
                <a:spcPct val="35000"/>
              </a:spcBef>
              <a:spcAft>
                <a:spcPct val="0"/>
              </a:spcAft>
              <a:buClr>
                <a:srgbClr val="993300"/>
              </a:buClr>
              <a:buSzPct val="90000"/>
              <a:buFont typeface="Wingdings" panose="05000000000000000000" pitchFamily="2" charset="2"/>
              <a:buChar char="q"/>
              <a:defRPr/>
            </a:pPr>
            <a:r>
              <a:rPr kumimoji="1" lang="en-US" altLang="en-US" sz="1800" b="0" i="0" u="none" strike="noStrike" kern="0" cap="none" spc="0" normalizeH="0" baseline="0" noProof="0" dirty="0">
                <a:ln>
                  <a:noFill/>
                </a:ln>
                <a:solidFill>
                  <a:srgbClr val="000000"/>
                </a:solidFill>
                <a:effectLst/>
                <a:uLnTx/>
                <a:uFillTx/>
                <a:latin typeface="+mn-lt"/>
                <a:ea typeface="MS PGothic" panose="020B0600070205080204" pitchFamily="34" charset="-128"/>
                <a:cs typeface="MS PGothic" panose="020B0600070205080204" pitchFamily="34" charset="-128"/>
              </a:rPr>
              <a:t>The </a:t>
            </a:r>
            <a:r>
              <a:rPr kumimoji="1" lang="en-US" altLang="en-US" sz="1800" b="0" i="0" u="none" strike="noStrike" kern="0" cap="none" spc="0" normalizeH="0" baseline="0" noProof="0" dirty="0">
                <a:ln>
                  <a:noFill/>
                </a:ln>
                <a:solidFill>
                  <a:srgbClr val="FF0000"/>
                </a:solidFill>
                <a:effectLst/>
                <a:uLnTx/>
                <a:uFillTx/>
                <a:latin typeface="+mn-lt"/>
                <a:ea typeface="MS PGothic" panose="020B0600070205080204" pitchFamily="34" charset="-128"/>
                <a:cs typeface="MS PGothic" panose="020B0600070205080204" pitchFamily="34" charset="-128"/>
              </a:rPr>
              <a:t>wait-for</a:t>
            </a:r>
            <a:r>
              <a:rPr kumimoji="1" lang="en-US" altLang="en-US" sz="1800" b="0" i="0" u="none" strike="noStrike" kern="0" cap="none" spc="0" normalizeH="0" baseline="0" noProof="0" dirty="0">
                <a:ln>
                  <a:noFill/>
                </a:ln>
                <a:solidFill>
                  <a:srgbClr val="000000"/>
                </a:solidFill>
                <a:effectLst/>
                <a:uLnTx/>
                <a:uFillTx/>
                <a:latin typeface="+mn-lt"/>
                <a:ea typeface="MS PGothic" panose="020B0600070205080204" pitchFamily="34" charset="-128"/>
                <a:cs typeface="MS PGothic" panose="020B0600070205080204" pitchFamily="34" charset="-128"/>
              </a:rPr>
              <a:t> graph can be constructed using the information stored in the </a:t>
            </a:r>
            <a:r>
              <a:rPr kumimoji="1" lang="en-US" altLang="en-US" sz="1800" b="0" i="0" u="none" strike="noStrike" kern="0" cap="none" spc="0" normalizeH="0" baseline="0" noProof="0" dirty="0">
                <a:ln>
                  <a:noFill/>
                </a:ln>
                <a:solidFill>
                  <a:srgbClr val="0000FF"/>
                </a:solidFill>
                <a:effectLst/>
                <a:uLnTx/>
                <a:uFillTx/>
                <a:latin typeface="+mn-lt"/>
                <a:ea typeface="MS PGothic" panose="020B0600070205080204" pitchFamily="34" charset="-128"/>
                <a:cs typeface="MS PGothic" panose="020B0600070205080204" pitchFamily="34" charset="-128"/>
              </a:rPr>
              <a:t>lock table entries</a:t>
            </a:r>
            <a:endParaRPr kumimoji="1" lang="en-US" altLang="en-US" sz="1800" b="0" i="0" u="none" strike="noStrike" kern="0" cap="none" spc="0" normalizeH="0" baseline="0" noProof="0" dirty="0">
              <a:ln>
                <a:noFill/>
              </a:ln>
              <a:solidFill>
                <a:srgbClr val="0000FF"/>
              </a:solidFill>
              <a:effectLst/>
              <a:uLnTx/>
              <a:uFillTx/>
              <a:latin typeface="+mn-lt"/>
              <a:ea typeface="MS PGothic" panose="020B0600070205080204" pitchFamily="34" charset="-128"/>
              <a:cs typeface="MS PGothic" panose="020B0600070205080204" pitchFamily="34" charset="-128"/>
            </a:endParaRPr>
          </a:p>
          <a:p>
            <a:pPr marL="742950" marR="0" lvl="1" indent="-285750" algn="l" defTabSz="914400" rtl="0" eaLnBrk="0" fontAlgn="base" latinLnBrk="0" hangingPunct="0">
              <a:lnSpc>
                <a:spcPct val="100000"/>
              </a:lnSpc>
              <a:spcBef>
                <a:spcPct val="35000"/>
              </a:spcBef>
              <a:spcAft>
                <a:spcPct val="0"/>
              </a:spcAft>
              <a:buClr>
                <a:srgbClr val="CC6600"/>
              </a:buClr>
              <a:buSzPct val="80000"/>
              <a:buFont typeface="Wingdings" panose="05000000000000000000" pitchFamily="2" charset="2"/>
              <a:buChar char="Ø"/>
              <a:defRPr/>
            </a:pPr>
            <a:endParaRPr kumimoji="1" lang="en-US" altLang="en-US" sz="1800" b="0" i="0" u="none" strike="noStrike" kern="1200" cap="none" spc="0" normalizeH="0" baseline="0" noProof="0" dirty="0">
              <a:ln>
                <a:noFill/>
              </a:ln>
              <a:solidFill>
                <a:srgbClr val="000000"/>
              </a:solidFill>
              <a:effectLst/>
              <a:uLnTx/>
              <a:uFillTx/>
              <a:latin typeface="+mn-lt"/>
              <a:ea typeface="MS PGothic" panose="020B0600070205080204" pitchFamily="34" charset="-128"/>
              <a:cs typeface="+mn-cs"/>
            </a:endParaRPr>
          </a:p>
        </p:txBody>
      </p:sp>
      <p:pic>
        <p:nvPicPr>
          <p:cNvPr id="183300" name="图片 2"/>
          <p:cNvPicPr>
            <a:picLocks noChangeAspect="1"/>
          </p:cNvPicPr>
          <p:nvPr/>
        </p:nvPicPr>
        <p:blipFill>
          <a:blip r:embed="rId1"/>
          <a:stretch>
            <a:fillRect/>
          </a:stretch>
        </p:blipFill>
        <p:spPr>
          <a:xfrm>
            <a:off x="974725" y="1895475"/>
            <a:ext cx="5356225" cy="3430588"/>
          </a:xfrm>
          <a:prstGeom prst="rect">
            <a:avLst/>
          </a:prstGeom>
          <a:noFill/>
          <a:ln w="9525">
            <a:noFill/>
          </a:ln>
        </p:spPr>
      </p:pic>
      <p:sp>
        <p:nvSpPr>
          <p:cNvPr id="8" name="文本框 7"/>
          <p:cNvSpPr txBox="1"/>
          <p:nvPr/>
        </p:nvSpPr>
        <p:spPr>
          <a:xfrm>
            <a:off x="6450013" y="2163763"/>
            <a:ext cx="2693988" cy="369888"/>
          </a:xfrm>
          <a:prstGeom prst="rect">
            <a:avLst/>
          </a:prstGeom>
          <a:noFill/>
        </p:spPr>
        <p:txBody>
          <a:bodyPr>
            <a:spAutoFit/>
          </a:bodyPr>
          <a:lstStyle/>
          <a:p>
            <a:pPr marR="0" defTabSz="914400">
              <a:buClrTx/>
              <a:buSzTx/>
              <a:buFontTx/>
              <a:buNone/>
              <a:defRPr/>
            </a:pPr>
            <a:r>
              <a:rPr kumimoji="1" lang="en-US" altLang="zh-CN" kern="0" cap="none" spc="0" normalizeH="0" baseline="0" noProof="0" dirty="0">
                <a:solidFill>
                  <a:srgbClr val="000000"/>
                </a:solidFill>
                <a:latin typeface="Helvetica"/>
                <a:ea typeface="MS PGothic" panose="020B0600070205080204" pitchFamily="34" charset="-128"/>
                <a:cs typeface="+mn-cs"/>
              </a:rPr>
              <a:t>represents the fact that:</a:t>
            </a:r>
            <a:endParaRPr kumimoji="1" lang="zh-CN" altLang="en-US" kern="0" cap="none" spc="0" normalizeH="0" baseline="0" noProof="0" dirty="0">
              <a:solidFill>
                <a:srgbClr val="000000"/>
              </a:solidFill>
              <a:latin typeface="Helvetica"/>
              <a:ea typeface="MS PGothic" panose="020B0600070205080204" pitchFamily="34" charset="-128"/>
              <a:cs typeface="+mn-cs"/>
            </a:endParaRPr>
          </a:p>
        </p:txBody>
      </p:sp>
      <p:pic>
        <p:nvPicPr>
          <p:cNvPr id="9" name="图片 8"/>
          <p:cNvPicPr>
            <a:picLocks noChangeAspect="1"/>
          </p:cNvPicPr>
          <p:nvPr/>
        </p:nvPicPr>
        <p:blipFill>
          <a:blip r:embed="rId2"/>
          <a:stretch>
            <a:fillRect/>
          </a:stretch>
        </p:blipFill>
        <p:spPr>
          <a:xfrm>
            <a:off x="3838575" y="3162300"/>
            <a:ext cx="5221288" cy="2163763"/>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5346" name="Rectangle 2"/>
          <p:cNvSpPr>
            <a:spLocks noGrp="1"/>
          </p:cNvSpPr>
          <p:nvPr>
            <p:ph type="title"/>
          </p:nvPr>
        </p:nvSpPr>
        <p:spPr>
          <a:xfrm>
            <a:off x="1109663" y="214313"/>
            <a:ext cx="7577137" cy="576262"/>
          </a:xfrm>
        </p:spPr>
        <p:txBody>
          <a:bodyPr vert="horz" wrap="square" lIns="91440" tIns="45720" rIns="91440" bIns="45720" anchor="b" anchorCtr="0"/>
          <a:p>
            <a:pPr eaLnBrk="1" hangingPunct="1"/>
            <a:r>
              <a:rPr lang="en-US" altLang="en-US" dirty="0"/>
              <a:t>Deadlock detection</a:t>
            </a:r>
            <a:endParaRPr lang="en-US" altLang="en-US" dirty="0"/>
          </a:p>
        </p:txBody>
      </p:sp>
      <p:sp>
        <p:nvSpPr>
          <p:cNvPr id="5" name="Rectangle 3"/>
          <p:cNvSpPr txBox="1">
            <a:spLocks noChangeArrowheads="1"/>
          </p:cNvSpPr>
          <p:nvPr/>
        </p:nvSpPr>
        <p:spPr bwMode="auto">
          <a:xfrm>
            <a:off x="561975" y="1198563"/>
            <a:ext cx="8324850" cy="687388"/>
          </a:xfrm>
          <a:prstGeom prst="rect">
            <a:avLst/>
          </a:prstGeom>
          <a:noFill/>
          <a:ln>
            <a:noFill/>
          </a:ln>
        </p:spPr>
        <p:txBody>
          <a:bodyPr/>
          <a:lstStyle>
            <a:lvl1pPr marL="342900" indent="-342900" algn="l" rtl="0" eaLnBrk="0" fontAlgn="base" hangingPunct="0">
              <a:spcBef>
                <a:spcPct val="35000"/>
              </a:spcBef>
              <a:spcAft>
                <a:spcPct val="0"/>
              </a:spcAft>
              <a:buClr>
                <a:srgbClr val="993300"/>
              </a:buClr>
              <a:buSzPct val="90000"/>
              <a:buFont typeface="Monotype Sorts" pitchFamily="-84" charset="2"/>
              <a:buChar char="n"/>
              <a:defRPr kumimoji="1">
                <a:solidFill>
                  <a:schemeClr val="tx1"/>
                </a:solidFill>
                <a:latin typeface="+mn-lt"/>
                <a:ea typeface="MS PGothic" panose="020B0600070205080204" pitchFamily="34" charset="-128"/>
                <a:cs typeface="MS PGothic" panose="020B0600070205080204" pitchFamily="34" charset="-128"/>
              </a:defRPr>
            </a:lvl1pPr>
            <a:lvl2pPr marL="742950" indent="-285750" algn="l" rtl="0" eaLnBrk="0" fontAlgn="base" hangingPunct="0">
              <a:spcBef>
                <a:spcPct val="35000"/>
              </a:spcBef>
              <a:spcAft>
                <a:spcPct val="0"/>
              </a:spcAft>
              <a:buClr>
                <a:srgbClr val="CC6600"/>
              </a:buClr>
              <a:buSzPct val="80000"/>
              <a:buFont typeface="Monotype Sorts" pitchFamily="-84" charset="2"/>
              <a:buChar char="l"/>
              <a:defRPr kumimoji="1">
                <a:solidFill>
                  <a:schemeClr val="tx1"/>
                </a:solidFill>
                <a:latin typeface="+mn-lt"/>
                <a:ea typeface="MS PGothic" panose="020B0600070205080204" pitchFamily="34" charset="-128"/>
              </a:defRPr>
            </a:lvl2pPr>
            <a:lvl3pPr marL="1085850"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a:solidFill>
                  <a:schemeClr val="tx1"/>
                </a:solidFill>
                <a:latin typeface="+mn-lt"/>
                <a:ea typeface="MS PGothic" panose="020B0600070205080204" pitchFamily="34" charset="-128"/>
              </a:defRPr>
            </a:lvl3pPr>
            <a:lvl4pPr marL="1428750" indent="-228600" algn="l" rtl="0" eaLnBrk="0" fontAlgn="base" hangingPunct="0">
              <a:spcBef>
                <a:spcPct val="35000"/>
              </a:spcBef>
              <a:spcAft>
                <a:spcPct val="0"/>
              </a:spcAft>
              <a:buClr>
                <a:schemeClr val="hlink"/>
              </a:buClr>
              <a:buSzPct val="75000"/>
              <a:buChar char="–"/>
              <a:defRPr kumimoji="1">
                <a:solidFill>
                  <a:schemeClr val="tx1"/>
                </a:solidFill>
                <a:latin typeface="+mn-lt"/>
                <a:ea typeface="MS PGothic" panose="020B0600070205080204" pitchFamily="34" charset="-128"/>
              </a:defRPr>
            </a:lvl4pPr>
            <a:lvl5pPr marL="17716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anose="020B0600070205080204" pitchFamily="34" charset="-128"/>
              </a:defRPr>
            </a:lvl5pPr>
            <a:lvl6pPr marL="22288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anose="020B0600070205080204" pitchFamily="34" charset="-128"/>
              </a:defRPr>
            </a:lvl6pPr>
            <a:lvl7pPr marL="26860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anose="020B0600070205080204" pitchFamily="34" charset="-128"/>
              </a:defRPr>
            </a:lvl7pPr>
            <a:lvl8pPr marL="31432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anose="020B0600070205080204" pitchFamily="34" charset="-128"/>
              </a:defRPr>
            </a:lvl8pPr>
            <a:lvl9pPr marL="36004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anose="020B0600070205080204" pitchFamily="34" charset="-128"/>
              </a:defRPr>
            </a:lvl9pPr>
          </a:lstStyle>
          <a:p>
            <a:pPr marL="342900" marR="0" lvl="0" indent="-342900" algn="l" defTabSz="914400" rtl="0" eaLnBrk="0" fontAlgn="base" latinLnBrk="0" hangingPunct="0">
              <a:lnSpc>
                <a:spcPct val="100000"/>
              </a:lnSpc>
              <a:spcBef>
                <a:spcPct val="35000"/>
              </a:spcBef>
              <a:spcAft>
                <a:spcPct val="0"/>
              </a:spcAft>
              <a:buClr>
                <a:srgbClr val="993300"/>
              </a:buClr>
              <a:buSzPct val="90000"/>
              <a:buFont typeface="Wingdings" panose="05000000000000000000" pitchFamily="2" charset="2"/>
              <a:buChar char="q"/>
              <a:defRPr/>
            </a:pPr>
            <a:r>
              <a:rPr kumimoji="1" lang="en-US" altLang="en-US" sz="1800" b="0" i="0" u="none" strike="noStrike" kern="0" cap="none" spc="0" normalizeH="0" baseline="0" noProof="0" dirty="0">
                <a:ln>
                  <a:noFill/>
                </a:ln>
                <a:solidFill>
                  <a:srgbClr val="000000"/>
                </a:solidFill>
                <a:effectLst/>
                <a:uLnTx/>
                <a:uFillTx/>
                <a:latin typeface="+mn-lt"/>
                <a:ea typeface="MS PGothic" panose="020B0600070205080204" pitchFamily="34" charset="-128"/>
                <a:cs typeface="MS PGothic" panose="020B0600070205080204" pitchFamily="34" charset="-128"/>
              </a:rPr>
              <a:t>Deadlock occurs in a circular wait situation</a:t>
            </a:r>
            <a:endParaRPr kumimoji="1" lang="en-US" altLang="en-US" sz="1800" b="0" i="0" u="none" strike="noStrike" kern="1200" cap="none" spc="0" normalizeH="0" baseline="0" noProof="0" dirty="0">
              <a:ln>
                <a:noFill/>
              </a:ln>
              <a:solidFill>
                <a:srgbClr val="000000"/>
              </a:solidFill>
              <a:effectLst/>
              <a:uLnTx/>
              <a:uFillTx/>
              <a:latin typeface="+mn-lt"/>
              <a:ea typeface="MS PGothic" panose="020B0600070205080204" pitchFamily="34" charset="-128"/>
              <a:cs typeface="MS PGothic" panose="020B0600070205080204" pitchFamily="34" charset="-128"/>
            </a:endParaRPr>
          </a:p>
        </p:txBody>
      </p:sp>
      <p:pic>
        <p:nvPicPr>
          <p:cNvPr id="185348" name="图片 3"/>
          <p:cNvPicPr>
            <a:picLocks noChangeAspect="1"/>
          </p:cNvPicPr>
          <p:nvPr/>
        </p:nvPicPr>
        <p:blipFill>
          <a:blip r:embed="rId1"/>
          <a:stretch>
            <a:fillRect/>
          </a:stretch>
        </p:blipFill>
        <p:spPr>
          <a:xfrm>
            <a:off x="1109663" y="1741488"/>
            <a:ext cx="2324100" cy="1401762"/>
          </a:xfrm>
          <a:prstGeom prst="rect">
            <a:avLst/>
          </a:prstGeom>
          <a:noFill/>
          <a:ln w="9525">
            <a:noFill/>
          </a:ln>
        </p:spPr>
      </p:pic>
      <p:sp>
        <p:nvSpPr>
          <p:cNvPr id="10" name="文本框 9"/>
          <p:cNvSpPr txBox="1"/>
          <p:nvPr/>
        </p:nvSpPr>
        <p:spPr>
          <a:xfrm>
            <a:off x="615950" y="3429000"/>
            <a:ext cx="6824663" cy="742950"/>
          </a:xfrm>
          <a:prstGeom prst="rect">
            <a:avLst/>
          </a:prstGeom>
          <a:noFill/>
        </p:spPr>
        <p:txBody>
          <a:bodyPr>
            <a:spAutoFit/>
          </a:bodyPr>
          <a:lstStyle/>
          <a:p>
            <a:pPr marL="342900" marR="0" indent="-342900" defTabSz="914400">
              <a:spcBef>
                <a:spcPct val="35000"/>
              </a:spcBef>
              <a:buClr>
                <a:srgbClr val="993300"/>
              </a:buClr>
              <a:buSzPct val="90000"/>
              <a:buFont typeface="Wingdings" panose="05000000000000000000" pitchFamily="2" charset="2"/>
              <a:buChar char="q"/>
              <a:defRPr/>
            </a:pPr>
            <a:r>
              <a:rPr kumimoji="1" lang="en-US" altLang="zh-CN" kern="0" cap="none" spc="0" normalizeH="0" baseline="0" noProof="0" dirty="0">
                <a:solidFill>
                  <a:srgbClr val="000000"/>
                </a:solidFill>
                <a:latin typeface="Helvetica"/>
                <a:ea typeface="MS PGothic" panose="020B0600070205080204" pitchFamily="34" charset="-128"/>
                <a:cs typeface="+mn-cs"/>
              </a:rPr>
              <a:t>Each process is waiting for some process to complete</a:t>
            </a:r>
            <a:endParaRPr kumimoji="1" lang="en-US" altLang="zh-CN" kern="0" cap="none" spc="0" normalizeH="0" baseline="0" noProof="0" dirty="0">
              <a:solidFill>
                <a:srgbClr val="000000"/>
              </a:solidFill>
              <a:latin typeface="Helvetica"/>
              <a:ea typeface="MS PGothic" panose="020B0600070205080204" pitchFamily="34" charset="-128"/>
              <a:cs typeface="+mn-cs"/>
            </a:endParaRPr>
          </a:p>
          <a:p>
            <a:pPr marL="342900" marR="0" indent="-342900" defTabSz="914400">
              <a:spcBef>
                <a:spcPct val="35000"/>
              </a:spcBef>
              <a:buClr>
                <a:srgbClr val="993300"/>
              </a:buClr>
              <a:buSzPct val="90000"/>
              <a:buFont typeface="Wingdings" panose="05000000000000000000" pitchFamily="2" charset="2"/>
              <a:buChar char="q"/>
              <a:defRPr/>
            </a:pPr>
            <a:r>
              <a:rPr kumimoji="0" lang="en-US" altLang="zh-CN" b="1" kern="1200" cap="none" spc="0" normalizeH="0" baseline="0" noProof="0" dirty="0">
                <a:solidFill>
                  <a:srgbClr val="000000"/>
                </a:solidFill>
                <a:latin typeface="Times New Roman" panose="02020603050405020304" pitchFamily="18" charset="0"/>
                <a:ea typeface="MS PGothic" panose="020B0600070205080204" pitchFamily="34" charset="-128"/>
                <a:cs typeface="+mn-cs"/>
              </a:rPr>
              <a:t>Result: No transaction can proceed forward</a:t>
            </a:r>
            <a:endParaRPr kumimoji="1" lang="zh-CN" altLang="en-US" kern="0" cap="none" spc="0" normalizeH="0" baseline="0" noProof="0" dirty="0">
              <a:solidFill>
                <a:srgbClr val="000000"/>
              </a:solidFill>
              <a:latin typeface="Helvetica"/>
              <a:ea typeface="MS PGothic" panose="020B0600070205080204" pitchFamily="34" charset="-128"/>
              <a:cs typeface="+mn-cs"/>
            </a:endParaRPr>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7394" name="Rectangle 2"/>
          <p:cNvSpPr>
            <a:spLocks noGrp="1"/>
          </p:cNvSpPr>
          <p:nvPr>
            <p:ph type="title"/>
          </p:nvPr>
        </p:nvSpPr>
        <p:spPr>
          <a:xfrm>
            <a:off x="1109663" y="214313"/>
            <a:ext cx="7577137" cy="576262"/>
          </a:xfrm>
        </p:spPr>
        <p:txBody>
          <a:bodyPr vert="horz" wrap="square" lIns="91440" tIns="45720" rIns="91440" bIns="45720" anchor="b" anchorCtr="0"/>
          <a:p>
            <a:pPr eaLnBrk="1" hangingPunct="1"/>
            <a:r>
              <a:rPr lang="en-US" altLang="en-US" dirty="0"/>
              <a:t>Deadlock detection</a:t>
            </a:r>
            <a:endParaRPr lang="en-US" altLang="en-US" dirty="0"/>
          </a:p>
        </p:txBody>
      </p:sp>
      <p:sp>
        <p:nvSpPr>
          <p:cNvPr id="5" name="Rectangle 3"/>
          <p:cNvSpPr txBox="1">
            <a:spLocks noChangeArrowheads="1"/>
          </p:cNvSpPr>
          <p:nvPr/>
        </p:nvSpPr>
        <p:spPr bwMode="auto">
          <a:xfrm>
            <a:off x="561975" y="1198563"/>
            <a:ext cx="8324850" cy="687388"/>
          </a:xfrm>
          <a:prstGeom prst="rect">
            <a:avLst/>
          </a:prstGeom>
          <a:noFill/>
          <a:ln>
            <a:noFill/>
          </a:ln>
        </p:spPr>
        <p:txBody>
          <a:bodyPr/>
          <a:lstStyle>
            <a:lvl1pPr marL="342900" indent="-342900" algn="l" rtl="0" eaLnBrk="0" fontAlgn="base" hangingPunct="0">
              <a:spcBef>
                <a:spcPct val="35000"/>
              </a:spcBef>
              <a:spcAft>
                <a:spcPct val="0"/>
              </a:spcAft>
              <a:buClr>
                <a:srgbClr val="993300"/>
              </a:buClr>
              <a:buSzPct val="90000"/>
              <a:buFont typeface="Monotype Sorts" pitchFamily="-84" charset="2"/>
              <a:buChar char="n"/>
              <a:defRPr kumimoji="1">
                <a:solidFill>
                  <a:schemeClr val="tx1"/>
                </a:solidFill>
                <a:latin typeface="+mn-lt"/>
                <a:ea typeface="MS PGothic" panose="020B0600070205080204" pitchFamily="34" charset="-128"/>
                <a:cs typeface="MS PGothic" panose="020B0600070205080204" pitchFamily="34" charset="-128"/>
              </a:defRPr>
            </a:lvl1pPr>
            <a:lvl2pPr marL="742950" indent="-285750" algn="l" rtl="0" eaLnBrk="0" fontAlgn="base" hangingPunct="0">
              <a:spcBef>
                <a:spcPct val="35000"/>
              </a:spcBef>
              <a:spcAft>
                <a:spcPct val="0"/>
              </a:spcAft>
              <a:buClr>
                <a:srgbClr val="CC6600"/>
              </a:buClr>
              <a:buSzPct val="80000"/>
              <a:buFont typeface="Monotype Sorts" pitchFamily="-84" charset="2"/>
              <a:buChar char="l"/>
              <a:defRPr kumimoji="1">
                <a:solidFill>
                  <a:schemeClr val="tx1"/>
                </a:solidFill>
                <a:latin typeface="+mn-lt"/>
                <a:ea typeface="MS PGothic" panose="020B0600070205080204" pitchFamily="34" charset="-128"/>
              </a:defRPr>
            </a:lvl2pPr>
            <a:lvl3pPr marL="1085850"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a:solidFill>
                  <a:schemeClr val="tx1"/>
                </a:solidFill>
                <a:latin typeface="+mn-lt"/>
                <a:ea typeface="MS PGothic" panose="020B0600070205080204" pitchFamily="34" charset="-128"/>
              </a:defRPr>
            </a:lvl3pPr>
            <a:lvl4pPr marL="1428750" indent="-228600" algn="l" rtl="0" eaLnBrk="0" fontAlgn="base" hangingPunct="0">
              <a:spcBef>
                <a:spcPct val="35000"/>
              </a:spcBef>
              <a:spcAft>
                <a:spcPct val="0"/>
              </a:spcAft>
              <a:buClr>
                <a:schemeClr val="hlink"/>
              </a:buClr>
              <a:buSzPct val="75000"/>
              <a:buChar char="–"/>
              <a:defRPr kumimoji="1">
                <a:solidFill>
                  <a:schemeClr val="tx1"/>
                </a:solidFill>
                <a:latin typeface="+mn-lt"/>
                <a:ea typeface="MS PGothic" panose="020B0600070205080204" pitchFamily="34" charset="-128"/>
              </a:defRPr>
            </a:lvl4pPr>
            <a:lvl5pPr marL="17716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anose="020B0600070205080204" pitchFamily="34" charset="-128"/>
              </a:defRPr>
            </a:lvl5pPr>
            <a:lvl6pPr marL="22288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anose="020B0600070205080204" pitchFamily="34" charset="-128"/>
              </a:defRPr>
            </a:lvl6pPr>
            <a:lvl7pPr marL="26860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anose="020B0600070205080204" pitchFamily="34" charset="-128"/>
              </a:defRPr>
            </a:lvl7pPr>
            <a:lvl8pPr marL="31432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anose="020B0600070205080204" pitchFamily="34" charset="-128"/>
              </a:defRPr>
            </a:lvl8pPr>
            <a:lvl9pPr marL="36004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anose="020B0600070205080204" pitchFamily="34" charset="-128"/>
              </a:defRPr>
            </a:lvl9pPr>
          </a:lstStyle>
          <a:p>
            <a:pPr marL="342900" marR="0" lvl="0" indent="-342900" algn="l" defTabSz="914400" rtl="0" eaLnBrk="0" fontAlgn="base" latinLnBrk="0" hangingPunct="0">
              <a:lnSpc>
                <a:spcPct val="100000"/>
              </a:lnSpc>
              <a:spcBef>
                <a:spcPct val="35000"/>
              </a:spcBef>
              <a:spcAft>
                <a:spcPct val="0"/>
              </a:spcAft>
              <a:buClr>
                <a:srgbClr val="993300"/>
              </a:buClr>
              <a:buSzPct val="90000"/>
              <a:buFont typeface="Wingdings" panose="05000000000000000000" pitchFamily="2" charset="2"/>
              <a:buChar char="q"/>
              <a:defRPr/>
            </a:pPr>
            <a:r>
              <a:rPr kumimoji="1" lang="en-US" altLang="en-US" sz="1800" b="0" i="0" u="none" strike="noStrike" kern="0" cap="none" spc="0" normalizeH="0" baseline="0" noProof="0" dirty="0">
                <a:ln>
                  <a:noFill/>
                </a:ln>
                <a:solidFill>
                  <a:srgbClr val="000000"/>
                </a:solidFill>
                <a:effectLst/>
                <a:uLnTx/>
                <a:uFillTx/>
                <a:latin typeface="+mn-lt"/>
                <a:ea typeface="MS PGothic" panose="020B0600070205080204" pitchFamily="34" charset="-128"/>
                <a:cs typeface="MS PGothic" panose="020B0600070205080204" pitchFamily="34" charset="-128"/>
              </a:rPr>
              <a:t>If the wait-for graph has no cycles, then:</a:t>
            </a:r>
            <a:endParaRPr kumimoji="1" lang="en-US" altLang="en-US" sz="1800" b="0" i="0" u="none" strike="noStrike" kern="0" cap="none" spc="0" normalizeH="0" baseline="0" noProof="0" dirty="0">
              <a:ln>
                <a:noFill/>
              </a:ln>
              <a:solidFill>
                <a:srgbClr val="000000"/>
              </a:solidFill>
              <a:effectLst/>
              <a:uLnTx/>
              <a:uFillTx/>
              <a:latin typeface="+mn-lt"/>
              <a:ea typeface="MS PGothic" panose="020B0600070205080204" pitchFamily="34" charset="-128"/>
              <a:cs typeface="MS PGothic" panose="020B0600070205080204" pitchFamily="34" charset="-128"/>
            </a:endParaRPr>
          </a:p>
          <a:p>
            <a:pPr marL="742950" marR="0" lvl="1" indent="-285750" algn="l" defTabSz="914400" rtl="0" eaLnBrk="0" fontAlgn="base" latinLnBrk="0" hangingPunct="0">
              <a:lnSpc>
                <a:spcPct val="100000"/>
              </a:lnSpc>
              <a:spcBef>
                <a:spcPct val="35000"/>
              </a:spcBef>
              <a:spcAft>
                <a:spcPct val="0"/>
              </a:spcAft>
              <a:buClr>
                <a:srgbClr val="CC6600"/>
              </a:buClr>
              <a:buSzPct val="80000"/>
              <a:buFont typeface="Wingdings" panose="05000000000000000000" pitchFamily="2" charset="2"/>
              <a:buChar char="Ø"/>
              <a:defRPr/>
            </a:pPr>
            <a:r>
              <a:rPr kumimoji="1" lang="en-US" altLang="en-US" sz="1800" b="0" i="0" u="none" strike="noStrike" kern="1200" cap="none" spc="0" normalizeH="0" baseline="0" noProof="0" dirty="0">
                <a:ln>
                  <a:noFill/>
                </a:ln>
                <a:solidFill>
                  <a:srgbClr val="000000"/>
                </a:solidFill>
                <a:effectLst/>
                <a:uLnTx/>
                <a:uFillTx/>
                <a:latin typeface="+mn-lt"/>
                <a:ea typeface="MS PGothic" panose="020B0600070205080204" pitchFamily="34" charset="-128"/>
                <a:cs typeface="+mn-cs"/>
              </a:rPr>
              <a:t>There is no deadlock </a:t>
            </a:r>
            <a:endParaRPr kumimoji="1" lang="en-US" altLang="en-US" sz="1800" b="0" i="0" u="none" strike="noStrike" kern="1200" cap="none" spc="0" normalizeH="0" baseline="0" noProof="0" dirty="0">
              <a:ln>
                <a:noFill/>
              </a:ln>
              <a:solidFill>
                <a:srgbClr val="000000"/>
              </a:solidFill>
              <a:effectLst/>
              <a:uLnTx/>
              <a:uFillTx/>
              <a:latin typeface="+mn-lt"/>
              <a:ea typeface="MS PGothic" panose="020B0600070205080204" pitchFamily="34" charset="-128"/>
              <a:cs typeface="+mn-cs"/>
            </a:endParaRPr>
          </a:p>
        </p:txBody>
      </p:sp>
      <p:pic>
        <p:nvPicPr>
          <p:cNvPr id="187396" name="图片 2"/>
          <p:cNvPicPr>
            <a:picLocks noChangeAspect="1"/>
          </p:cNvPicPr>
          <p:nvPr/>
        </p:nvPicPr>
        <p:blipFill>
          <a:blip r:embed="rId1"/>
          <a:stretch>
            <a:fillRect/>
          </a:stretch>
        </p:blipFill>
        <p:spPr>
          <a:xfrm>
            <a:off x="1428750" y="2019300"/>
            <a:ext cx="3035300" cy="1471613"/>
          </a:xfrm>
          <a:prstGeom prst="rect">
            <a:avLst/>
          </a:prstGeom>
          <a:noFill/>
          <a:ln w="9525">
            <a:noFill/>
          </a:ln>
        </p:spPr>
      </p:pic>
      <p:sp>
        <p:nvSpPr>
          <p:cNvPr id="9" name="文本框 8"/>
          <p:cNvSpPr txBox="1"/>
          <p:nvPr/>
        </p:nvSpPr>
        <p:spPr>
          <a:xfrm>
            <a:off x="646113" y="3771900"/>
            <a:ext cx="4600575" cy="369888"/>
          </a:xfrm>
          <a:prstGeom prst="rect">
            <a:avLst/>
          </a:prstGeom>
          <a:noFill/>
        </p:spPr>
        <p:txBody>
          <a:bodyPr>
            <a:spAutoFit/>
          </a:bodyPr>
          <a:lstStyle/>
          <a:p>
            <a:pPr marL="342900" marR="0" indent="-342900" defTabSz="914400">
              <a:spcBef>
                <a:spcPct val="35000"/>
              </a:spcBef>
              <a:buClr>
                <a:srgbClr val="993300"/>
              </a:buClr>
              <a:buSzPct val="90000"/>
              <a:buFont typeface="Wingdings" panose="05000000000000000000" pitchFamily="2" charset="2"/>
              <a:buChar char="q"/>
              <a:defRPr/>
            </a:pPr>
            <a:r>
              <a:rPr kumimoji="1" lang="en-US" altLang="zh-CN" kern="0" cap="none" spc="0" normalizeH="0" baseline="0" noProof="0" dirty="0">
                <a:solidFill>
                  <a:srgbClr val="000000"/>
                </a:solidFill>
                <a:latin typeface="Helvetica"/>
                <a:ea typeface="MS PGothic" panose="020B0600070205080204" pitchFamily="34" charset="-128"/>
                <a:cs typeface="+mn-cs"/>
              </a:rPr>
              <a:t>Completion order:</a:t>
            </a:r>
            <a:endParaRPr kumimoji="1" lang="zh-CN" altLang="en-US" kern="0" cap="none" spc="0" normalizeH="0" baseline="0" noProof="0" dirty="0">
              <a:solidFill>
                <a:srgbClr val="000000"/>
              </a:solidFill>
              <a:latin typeface="Helvetica"/>
              <a:ea typeface="MS PGothic" panose="020B0600070205080204" pitchFamily="34" charset="-128"/>
              <a:cs typeface="+mn-cs"/>
            </a:endParaRPr>
          </a:p>
        </p:txBody>
      </p:sp>
      <p:sp>
        <p:nvSpPr>
          <p:cNvPr id="187398" name="文本框 10"/>
          <p:cNvSpPr txBox="1"/>
          <p:nvPr/>
        </p:nvSpPr>
        <p:spPr>
          <a:xfrm>
            <a:off x="646113" y="4146550"/>
            <a:ext cx="7426325" cy="1671638"/>
          </a:xfrm>
          <a:prstGeom prst="rect">
            <a:avLst/>
          </a:prstGeom>
          <a:noFill/>
          <a:ln w="9525">
            <a:noFill/>
          </a:ln>
        </p:spPr>
        <p:txBody>
          <a:bodyPr>
            <a:spAutoFit/>
          </a:bodyPr>
          <a:lstStyle>
            <a:lvl1pPr marL="342900" indent="-342900" algn="l" rtl="0" eaLnBrk="0" fontAlgn="base" hangingPunct="0">
              <a:spcBef>
                <a:spcPct val="35000"/>
              </a:spcBef>
              <a:spcAft>
                <a:spcPct val="0"/>
              </a:spcAft>
              <a:buClr>
                <a:srgbClr val="993300"/>
              </a:buClr>
              <a:buSzPct val="90000"/>
              <a:buFont typeface="Monotype Sorts" pitchFamily="-84" charset="2"/>
              <a:buChar char="n"/>
              <a:defRPr kumimoji="1">
                <a:solidFill>
                  <a:schemeClr val="tx1"/>
                </a:solidFill>
                <a:latin typeface="+mn-lt"/>
                <a:ea typeface="MS PGothic" panose="020B0600070205080204" pitchFamily="34" charset="-128"/>
                <a:cs typeface="MS PGothic" panose="020B0600070205080204" pitchFamily="34" charset="-128"/>
              </a:defRPr>
            </a:lvl1pPr>
            <a:lvl2pPr marL="742950" indent="-285750" algn="l" rtl="0" eaLnBrk="0" fontAlgn="base" hangingPunct="0">
              <a:spcBef>
                <a:spcPct val="35000"/>
              </a:spcBef>
              <a:spcAft>
                <a:spcPct val="0"/>
              </a:spcAft>
              <a:buClr>
                <a:srgbClr val="CC6600"/>
              </a:buClr>
              <a:buSzPct val="80000"/>
              <a:buFont typeface="Monotype Sorts" pitchFamily="-84" charset="2"/>
              <a:buChar char="l"/>
              <a:defRPr kumimoji="1">
                <a:solidFill>
                  <a:schemeClr val="tx1"/>
                </a:solidFill>
                <a:latin typeface="+mn-lt"/>
                <a:ea typeface="MS PGothic" panose="020B0600070205080204" pitchFamily="34" charset="-128"/>
              </a:defRPr>
            </a:lvl2pPr>
            <a:lvl3pPr marL="1085850"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a:solidFill>
                  <a:schemeClr val="tx1"/>
                </a:solidFill>
                <a:latin typeface="+mn-lt"/>
                <a:ea typeface="MS PGothic" panose="020B0600070205080204" pitchFamily="34" charset="-128"/>
              </a:defRPr>
            </a:lvl3pPr>
            <a:lvl4pPr marL="1428750" indent="-228600" algn="l" rtl="0" eaLnBrk="0" fontAlgn="base" hangingPunct="0">
              <a:spcBef>
                <a:spcPct val="35000"/>
              </a:spcBef>
              <a:spcAft>
                <a:spcPct val="0"/>
              </a:spcAft>
              <a:buClr>
                <a:schemeClr val="hlink"/>
              </a:buClr>
              <a:buSzPct val="75000"/>
              <a:buChar char="–"/>
              <a:defRPr kumimoji="1">
                <a:solidFill>
                  <a:schemeClr val="tx1"/>
                </a:solidFill>
                <a:latin typeface="+mn-lt"/>
                <a:ea typeface="MS PGothic" panose="020B0600070205080204" pitchFamily="34" charset="-128"/>
              </a:defRPr>
            </a:lvl4pPr>
            <a:lvl5pPr marL="17716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anose="020B0600070205080204" pitchFamily="34" charset="-128"/>
              </a:defRPr>
            </a:lvl5pPr>
          </a:lstStyle>
          <a:p>
            <a:pPr marL="742950" lvl="1" indent="-285750">
              <a:buFont typeface="Wingdings" panose="05000000000000000000" pitchFamily="2" charset="2"/>
              <a:buChar char="Ø"/>
            </a:pPr>
            <a:r>
              <a:rPr lang="en-US" altLang="zh-CN" dirty="0">
                <a:solidFill>
                  <a:srgbClr val="000000"/>
                </a:solidFill>
              </a:rPr>
              <a:t>T1 will complete first (and releases its locks)</a:t>
            </a:r>
            <a:endParaRPr lang="en-US" altLang="zh-CN" dirty="0">
              <a:solidFill>
                <a:srgbClr val="000000"/>
              </a:solidFill>
            </a:endParaRPr>
          </a:p>
          <a:p>
            <a:pPr marL="742950" lvl="1" indent="-285750">
              <a:buFont typeface="Wingdings" panose="05000000000000000000" pitchFamily="2" charset="2"/>
              <a:buChar char="Ø"/>
            </a:pPr>
            <a:r>
              <a:rPr lang="en-US" altLang="zh-CN" dirty="0">
                <a:solidFill>
                  <a:srgbClr val="000000"/>
                </a:solidFill>
              </a:rPr>
              <a:t>Then T3 can obtain its locks after T1 unlocks and complete next (and releases its locks)</a:t>
            </a:r>
            <a:endParaRPr lang="en-US" altLang="zh-CN" dirty="0">
              <a:solidFill>
                <a:srgbClr val="000000"/>
              </a:solidFill>
            </a:endParaRPr>
          </a:p>
          <a:p>
            <a:pPr marL="742950" lvl="1" indent="-285750">
              <a:buFont typeface="Wingdings" panose="05000000000000000000" pitchFamily="2" charset="2"/>
              <a:buChar char="Ø"/>
            </a:pPr>
            <a:r>
              <a:rPr lang="en-US" altLang="zh-CN" dirty="0">
                <a:solidFill>
                  <a:srgbClr val="000000"/>
                </a:solidFill>
              </a:rPr>
              <a:t>Finally, T2 can obtain its locks after T3 unlocks and complete next (and releases its locks)</a:t>
            </a:r>
            <a:endParaRPr lang="en-US" altLang="zh-CN" dirty="0">
              <a:solidFill>
                <a:srgbClr val="000000"/>
              </a:solidFill>
            </a:endParaRPr>
          </a:p>
        </p:txBody>
      </p:sp>
      <p:pic>
        <p:nvPicPr>
          <p:cNvPr id="12" name="图片 11"/>
          <p:cNvPicPr>
            <a:picLocks noChangeAspect="1"/>
          </p:cNvPicPr>
          <p:nvPr/>
        </p:nvPicPr>
        <p:blipFill>
          <a:blip r:embed="rId2"/>
          <a:stretch>
            <a:fillRect/>
          </a:stretch>
        </p:blipFill>
        <p:spPr>
          <a:xfrm>
            <a:off x="6461125" y="2382838"/>
            <a:ext cx="2287588" cy="1401762"/>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9442" name="Rectangle 2"/>
          <p:cNvSpPr>
            <a:spLocks noGrp="1"/>
          </p:cNvSpPr>
          <p:nvPr>
            <p:ph type="title"/>
          </p:nvPr>
        </p:nvSpPr>
        <p:spPr>
          <a:xfrm>
            <a:off x="1109663" y="214313"/>
            <a:ext cx="7577137" cy="576262"/>
          </a:xfrm>
        </p:spPr>
        <p:txBody>
          <a:bodyPr vert="horz" wrap="square" lIns="91440" tIns="45720" rIns="91440" bIns="45720" anchor="b" anchorCtr="0"/>
          <a:p>
            <a:pPr eaLnBrk="1" hangingPunct="1"/>
            <a:r>
              <a:rPr lang="en-US" altLang="en-US" dirty="0"/>
              <a:t>Deadlock detection</a:t>
            </a:r>
            <a:endParaRPr lang="en-US" altLang="en-US" dirty="0"/>
          </a:p>
        </p:txBody>
      </p:sp>
      <p:sp>
        <p:nvSpPr>
          <p:cNvPr id="5" name="Rectangle 3"/>
          <p:cNvSpPr txBox="1">
            <a:spLocks noChangeArrowheads="1"/>
          </p:cNvSpPr>
          <p:nvPr/>
        </p:nvSpPr>
        <p:spPr bwMode="auto">
          <a:xfrm>
            <a:off x="561975" y="1198563"/>
            <a:ext cx="8324850" cy="687388"/>
          </a:xfrm>
          <a:prstGeom prst="rect">
            <a:avLst/>
          </a:prstGeom>
          <a:noFill/>
          <a:ln>
            <a:noFill/>
          </a:ln>
        </p:spPr>
        <p:txBody>
          <a:bodyPr/>
          <a:lstStyle>
            <a:lvl1pPr marL="342900" indent="-342900" algn="l" rtl="0" eaLnBrk="0" fontAlgn="base" hangingPunct="0">
              <a:spcBef>
                <a:spcPct val="35000"/>
              </a:spcBef>
              <a:spcAft>
                <a:spcPct val="0"/>
              </a:spcAft>
              <a:buClr>
                <a:srgbClr val="993300"/>
              </a:buClr>
              <a:buSzPct val="90000"/>
              <a:buFont typeface="Monotype Sorts" pitchFamily="-84" charset="2"/>
              <a:buChar char="n"/>
              <a:defRPr kumimoji="1">
                <a:solidFill>
                  <a:schemeClr val="tx1"/>
                </a:solidFill>
                <a:latin typeface="+mn-lt"/>
                <a:ea typeface="MS PGothic" panose="020B0600070205080204" pitchFamily="34" charset="-128"/>
                <a:cs typeface="MS PGothic" panose="020B0600070205080204" pitchFamily="34" charset="-128"/>
              </a:defRPr>
            </a:lvl1pPr>
            <a:lvl2pPr marL="742950" indent="-285750" algn="l" rtl="0" eaLnBrk="0" fontAlgn="base" hangingPunct="0">
              <a:spcBef>
                <a:spcPct val="35000"/>
              </a:spcBef>
              <a:spcAft>
                <a:spcPct val="0"/>
              </a:spcAft>
              <a:buClr>
                <a:srgbClr val="CC6600"/>
              </a:buClr>
              <a:buSzPct val="80000"/>
              <a:buFont typeface="Monotype Sorts" pitchFamily="-84" charset="2"/>
              <a:buChar char="l"/>
              <a:defRPr kumimoji="1">
                <a:solidFill>
                  <a:schemeClr val="tx1"/>
                </a:solidFill>
                <a:latin typeface="+mn-lt"/>
                <a:ea typeface="MS PGothic" panose="020B0600070205080204" pitchFamily="34" charset="-128"/>
              </a:defRPr>
            </a:lvl2pPr>
            <a:lvl3pPr marL="1085850"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a:solidFill>
                  <a:schemeClr val="tx1"/>
                </a:solidFill>
                <a:latin typeface="+mn-lt"/>
                <a:ea typeface="MS PGothic" panose="020B0600070205080204" pitchFamily="34" charset="-128"/>
              </a:defRPr>
            </a:lvl3pPr>
            <a:lvl4pPr marL="1428750" indent="-228600" algn="l" rtl="0" eaLnBrk="0" fontAlgn="base" hangingPunct="0">
              <a:spcBef>
                <a:spcPct val="35000"/>
              </a:spcBef>
              <a:spcAft>
                <a:spcPct val="0"/>
              </a:spcAft>
              <a:buClr>
                <a:schemeClr val="hlink"/>
              </a:buClr>
              <a:buSzPct val="75000"/>
              <a:buChar char="–"/>
              <a:defRPr kumimoji="1">
                <a:solidFill>
                  <a:schemeClr val="tx1"/>
                </a:solidFill>
                <a:latin typeface="+mn-lt"/>
                <a:ea typeface="MS PGothic" panose="020B0600070205080204" pitchFamily="34" charset="-128"/>
              </a:defRPr>
            </a:lvl4pPr>
            <a:lvl5pPr marL="17716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anose="020B0600070205080204" pitchFamily="34" charset="-128"/>
              </a:defRPr>
            </a:lvl5pPr>
            <a:lvl6pPr marL="22288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anose="020B0600070205080204" pitchFamily="34" charset="-128"/>
              </a:defRPr>
            </a:lvl6pPr>
            <a:lvl7pPr marL="26860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anose="020B0600070205080204" pitchFamily="34" charset="-128"/>
              </a:defRPr>
            </a:lvl7pPr>
            <a:lvl8pPr marL="31432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anose="020B0600070205080204" pitchFamily="34" charset="-128"/>
              </a:defRPr>
            </a:lvl8pPr>
            <a:lvl9pPr marL="36004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anose="020B0600070205080204" pitchFamily="34" charset="-128"/>
              </a:defRPr>
            </a:lvl9pPr>
          </a:lstStyle>
          <a:p>
            <a:pPr marL="342900" marR="0" lvl="0" indent="-342900" algn="l" defTabSz="914400" rtl="0" eaLnBrk="0" fontAlgn="base" latinLnBrk="0" hangingPunct="0">
              <a:lnSpc>
                <a:spcPct val="100000"/>
              </a:lnSpc>
              <a:spcBef>
                <a:spcPct val="35000"/>
              </a:spcBef>
              <a:spcAft>
                <a:spcPct val="0"/>
              </a:spcAft>
              <a:buClr>
                <a:srgbClr val="993300"/>
              </a:buClr>
              <a:buSzPct val="90000"/>
              <a:buFont typeface="Wingdings" panose="05000000000000000000" pitchFamily="2" charset="2"/>
              <a:buChar char="q"/>
              <a:defRPr/>
            </a:pPr>
            <a:r>
              <a:rPr kumimoji="1" lang="en-US" altLang="en-US" sz="1800" b="0" i="0" u="none" strike="noStrike" kern="0" cap="none" spc="0" normalizeH="0" baseline="0" noProof="0" dirty="0">
                <a:ln>
                  <a:noFill/>
                </a:ln>
                <a:solidFill>
                  <a:srgbClr val="000000"/>
                </a:solidFill>
                <a:effectLst/>
                <a:uLnTx/>
                <a:uFillTx/>
                <a:latin typeface="+mn-lt"/>
                <a:ea typeface="MS PGothic" panose="020B0600070205080204" pitchFamily="34" charset="-128"/>
                <a:cs typeface="MS PGothic" panose="020B0600070205080204" pitchFamily="34" charset="-128"/>
              </a:rPr>
              <a:t>Deadlock detect in a scheduler</a:t>
            </a:r>
            <a:endParaRPr kumimoji="1" lang="en-US" altLang="en-US" sz="1800" b="0" i="0" u="none" strike="noStrike" kern="0" cap="none" spc="0" normalizeH="0" baseline="0" noProof="0" dirty="0">
              <a:ln>
                <a:noFill/>
              </a:ln>
              <a:solidFill>
                <a:srgbClr val="000000"/>
              </a:solidFill>
              <a:effectLst/>
              <a:uLnTx/>
              <a:uFillTx/>
              <a:latin typeface="+mn-lt"/>
              <a:ea typeface="MS PGothic" panose="020B0600070205080204" pitchFamily="34" charset="-128"/>
              <a:cs typeface="MS PGothic" panose="020B0600070205080204" pitchFamily="34" charset="-128"/>
            </a:endParaRPr>
          </a:p>
          <a:p>
            <a:pPr marL="742950" marR="0" lvl="1" indent="-285750" algn="l" defTabSz="914400" rtl="0" eaLnBrk="0" fontAlgn="base" latinLnBrk="0" hangingPunct="0">
              <a:lnSpc>
                <a:spcPct val="100000"/>
              </a:lnSpc>
              <a:spcBef>
                <a:spcPct val="35000"/>
              </a:spcBef>
              <a:spcAft>
                <a:spcPct val="0"/>
              </a:spcAft>
              <a:buClr>
                <a:srgbClr val="CC6600"/>
              </a:buClr>
              <a:buSzPct val="80000"/>
              <a:buFont typeface="Wingdings" panose="05000000000000000000" pitchFamily="2" charset="2"/>
              <a:buChar char="Ø"/>
              <a:defRPr/>
            </a:pPr>
            <a:r>
              <a:rPr kumimoji="1" lang="en-US" altLang="en-US" sz="1800" b="0" i="0" u="none" strike="noStrike" kern="1200" cap="none" spc="0" normalizeH="0" baseline="0" noProof="0" dirty="0">
                <a:ln>
                  <a:noFill/>
                </a:ln>
                <a:solidFill>
                  <a:srgbClr val="000000"/>
                </a:solidFill>
                <a:effectLst/>
                <a:uLnTx/>
                <a:uFillTx/>
                <a:latin typeface="+mn-lt"/>
                <a:ea typeface="MS PGothic" panose="020B0600070205080204" pitchFamily="34" charset="-128"/>
                <a:cs typeface="+mn-cs"/>
              </a:rPr>
              <a:t>A process scheduler that uses locking to ensure serializability must</a:t>
            </a:r>
            <a:endParaRPr kumimoji="1" lang="en-US" altLang="en-US" sz="1800" b="0" i="0" u="none" strike="noStrike" kern="1200" cap="none" spc="0" normalizeH="0" baseline="0" noProof="0" dirty="0">
              <a:ln>
                <a:noFill/>
              </a:ln>
              <a:solidFill>
                <a:srgbClr val="000000"/>
              </a:solidFill>
              <a:effectLst/>
              <a:uLnTx/>
              <a:uFillTx/>
              <a:latin typeface="+mn-lt"/>
              <a:ea typeface="MS PGothic" panose="020B0600070205080204" pitchFamily="34" charset="-128"/>
              <a:cs typeface="+mn-cs"/>
            </a:endParaRPr>
          </a:p>
        </p:txBody>
      </p:sp>
      <p:sp>
        <p:nvSpPr>
          <p:cNvPr id="8" name="Rectangle 7"/>
          <p:cNvSpPr/>
          <p:nvPr/>
        </p:nvSpPr>
        <p:spPr bwMode="auto">
          <a:xfrm>
            <a:off x="1279525" y="2144713"/>
            <a:ext cx="7493000" cy="1171575"/>
          </a:xfrm>
          <a:prstGeom prst="rect">
            <a:avLst/>
          </a:prstGeom>
          <a:solidFill>
            <a:schemeClr val="accent2">
              <a:lumMod val="20000"/>
              <a:lumOff val="80000"/>
            </a:schemeClr>
          </a:solidFill>
          <a:ln w="9525" cap="flat" cmpd="sng" algn="ctr">
            <a:solidFill>
              <a:schemeClr val="tx1"/>
            </a:solidFill>
            <a:prstDash val="solid"/>
            <a:round/>
            <a:headEnd type="none" w="med" len="med"/>
            <a:tailEnd type="none" w="med" len="med"/>
          </a:ln>
          <a:effectLst/>
        </p:spPr>
        <p:txBody>
          <a:bodyPr wrap="none"/>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Verdana" panose="020B0604030504040204" pitchFamily="34" charset="0"/>
              <a:ea typeface="MS PGothic" panose="020B0600070205080204" pitchFamily="34" charset="-128"/>
              <a:cs typeface="+mn-cs"/>
            </a:endParaRPr>
          </a:p>
        </p:txBody>
      </p:sp>
      <p:sp>
        <p:nvSpPr>
          <p:cNvPr id="189445" name="TextBox 8"/>
          <p:cNvSpPr txBox="1"/>
          <p:nvPr/>
        </p:nvSpPr>
        <p:spPr>
          <a:xfrm>
            <a:off x="847725" y="2144713"/>
            <a:ext cx="7678738" cy="1117600"/>
          </a:xfrm>
          <a:prstGeom prst="rect">
            <a:avLst/>
          </a:prstGeom>
          <a:noFill/>
          <a:ln w="9525">
            <a:noFill/>
          </a:ln>
        </p:spPr>
        <p:txBody>
          <a:bodyPr>
            <a:spAutoFit/>
          </a:bodyPr>
          <a:lstStyle>
            <a:lvl1pPr marL="342900" indent="-342900" algn="l" rtl="0" eaLnBrk="0" fontAlgn="base" hangingPunct="0">
              <a:spcBef>
                <a:spcPct val="35000"/>
              </a:spcBef>
              <a:spcAft>
                <a:spcPct val="0"/>
              </a:spcAft>
              <a:buClr>
                <a:srgbClr val="993300"/>
              </a:buClr>
              <a:buSzPct val="90000"/>
              <a:buFont typeface="Monotype Sorts" pitchFamily="-84" charset="2"/>
              <a:buChar char="n"/>
              <a:defRPr kumimoji="1">
                <a:solidFill>
                  <a:schemeClr val="tx1"/>
                </a:solidFill>
                <a:latin typeface="+mn-lt"/>
                <a:ea typeface="MS PGothic" panose="020B0600070205080204" pitchFamily="34" charset="-128"/>
                <a:cs typeface="MS PGothic" panose="020B0600070205080204" pitchFamily="34" charset="-128"/>
              </a:defRPr>
            </a:lvl1pPr>
            <a:lvl2pPr marL="742950" indent="-285750" algn="l" rtl="0" eaLnBrk="0" fontAlgn="base" hangingPunct="0">
              <a:spcBef>
                <a:spcPct val="35000"/>
              </a:spcBef>
              <a:spcAft>
                <a:spcPct val="0"/>
              </a:spcAft>
              <a:buClr>
                <a:srgbClr val="CC6600"/>
              </a:buClr>
              <a:buSzPct val="80000"/>
              <a:buFont typeface="Monotype Sorts" pitchFamily="-84" charset="2"/>
              <a:buChar char="l"/>
              <a:defRPr kumimoji="1">
                <a:solidFill>
                  <a:schemeClr val="tx1"/>
                </a:solidFill>
                <a:latin typeface="+mn-lt"/>
                <a:ea typeface="MS PGothic" panose="020B0600070205080204" pitchFamily="34" charset="-128"/>
              </a:defRPr>
            </a:lvl2pPr>
            <a:lvl3pPr marL="1085850"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a:solidFill>
                  <a:schemeClr val="tx1"/>
                </a:solidFill>
                <a:latin typeface="+mn-lt"/>
                <a:ea typeface="MS PGothic" panose="020B0600070205080204" pitchFamily="34" charset="-128"/>
              </a:defRPr>
            </a:lvl3pPr>
            <a:lvl4pPr marL="1428750" indent="-228600" algn="l" rtl="0" eaLnBrk="0" fontAlgn="base" hangingPunct="0">
              <a:spcBef>
                <a:spcPct val="35000"/>
              </a:spcBef>
              <a:spcAft>
                <a:spcPct val="0"/>
              </a:spcAft>
              <a:buClr>
                <a:schemeClr val="hlink"/>
              </a:buClr>
              <a:buSzPct val="75000"/>
              <a:buChar char="–"/>
              <a:defRPr kumimoji="1">
                <a:solidFill>
                  <a:schemeClr val="tx1"/>
                </a:solidFill>
                <a:latin typeface="+mn-lt"/>
                <a:ea typeface="MS PGothic" panose="020B0600070205080204" pitchFamily="34" charset="-128"/>
              </a:defRPr>
            </a:lvl4pPr>
            <a:lvl5pPr marL="17716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anose="020B0600070205080204" pitchFamily="34" charset="-128"/>
              </a:defRPr>
            </a:lvl5pPr>
          </a:lstStyle>
          <a:p>
            <a:pPr marL="742950" lvl="1" indent="-285750">
              <a:buFont typeface="Wingdings" panose="05000000000000000000" pitchFamily="2" charset="2"/>
              <a:buChar char="Ø"/>
            </a:pPr>
            <a:r>
              <a:rPr lang="en-US" altLang="zh-CN" dirty="0">
                <a:solidFill>
                  <a:srgbClr val="000000"/>
                </a:solidFill>
              </a:rPr>
              <a:t>Maintain a </a:t>
            </a:r>
            <a:r>
              <a:rPr lang="en-US" altLang="zh-CN" dirty="0">
                <a:solidFill>
                  <a:srgbClr val="0000FF"/>
                </a:solidFill>
              </a:rPr>
              <a:t>wait-for</a:t>
            </a:r>
            <a:r>
              <a:rPr lang="en-US" altLang="zh-CN" dirty="0">
                <a:solidFill>
                  <a:srgbClr val="000000"/>
                </a:solidFill>
              </a:rPr>
              <a:t> graph on all processes</a:t>
            </a:r>
            <a:endParaRPr lang="en-US" altLang="zh-CN" dirty="0">
              <a:solidFill>
                <a:srgbClr val="000000"/>
              </a:solidFill>
            </a:endParaRPr>
          </a:p>
          <a:p>
            <a:pPr marL="742950" lvl="1" indent="-285750">
              <a:buFont typeface="Wingdings" panose="05000000000000000000" pitchFamily="2" charset="2"/>
              <a:buChar char="Ø"/>
            </a:pPr>
            <a:r>
              <a:rPr lang="en-US" altLang="zh-CN" dirty="0">
                <a:solidFill>
                  <a:srgbClr val="000000"/>
                </a:solidFill>
              </a:rPr>
              <a:t>If the wait-for graph contains a cycle:</a:t>
            </a:r>
            <a:endParaRPr lang="en-US" altLang="zh-CN" dirty="0">
              <a:solidFill>
                <a:srgbClr val="000000"/>
              </a:solidFill>
            </a:endParaRPr>
          </a:p>
          <a:p>
            <a:pPr marL="1143000" lvl="2" indent="-228600">
              <a:buFont typeface="Wingdings" panose="05000000000000000000" pitchFamily="2" charset="2"/>
              <a:buChar char="Ø"/>
            </a:pPr>
            <a:r>
              <a:rPr lang="en-US" altLang="zh-CN" dirty="0">
                <a:solidFill>
                  <a:srgbClr val="000000"/>
                </a:solidFill>
              </a:rPr>
              <a:t>The scheduler will </a:t>
            </a:r>
            <a:r>
              <a:rPr lang="en-US" altLang="zh-CN" b="1" dirty="0">
                <a:solidFill>
                  <a:srgbClr val="FF0000"/>
                </a:solidFill>
              </a:rPr>
              <a:t>abort </a:t>
            </a:r>
            <a:r>
              <a:rPr lang="en-US" altLang="zh-CN" dirty="0">
                <a:solidFill>
                  <a:srgbClr val="000000"/>
                </a:solidFill>
              </a:rPr>
              <a:t>one of the processes in the cycle </a:t>
            </a:r>
            <a:endParaRPr lang="en-US" altLang="zh-CN" dirty="0">
              <a:solidFill>
                <a:srgbClr val="000000"/>
              </a:solidFill>
            </a:endParaRPr>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1490" name="Rectangle 2"/>
          <p:cNvSpPr>
            <a:spLocks noGrp="1"/>
          </p:cNvSpPr>
          <p:nvPr>
            <p:ph type="title"/>
          </p:nvPr>
        </p:nvSpPr>
        <p:spPr>
          <a:xfrm>
            <a:off x="1109663" y="214313"/>
            <a:ext cx="7577137" cy="576262"/>
          </a:xfrm>
        </p:spPr>
        <p:txBody>
          <a:bodyPr vert="horz" wrap="square" lIns="91440" tIns="45720" rIns="91440" bIns="45720" anchor="b" anchorCtr="0"/>
          <a:p>
            <a:pPr eaLnBrk="1" hangingPunct="1"/>
            <a:r>
              <a:rPr lang="en-US" altLang="en-US" dirty="0"/>
              <a:t>Deadlock detection</a:t>
            </a:r>
            <a:endParaRPr lang="en-US" altLang="en-US" dirty="0"/>
          </a:p>
        </p:txBody>
      </p:sp>
      <p:pic>
        <p:nvPicPr>
          <p:cNvPr id="191491" name="图片 2"/>
          <p:cNvPicPr>
            <a:picLocks noChangeAspect="1"/>
          </p:cNvPicPr>
          <p:nvPr/>
        </p:nvPicPr>
        <p:blipFill>
          <a:blip r:embed="rId1"/>
          <a:stretch>
            <a:fillRect/>
          </a:stretch>
        </p:blipFill>
        <p:spPr>
          <a:xfrm>
            <a:off x="466725" y="976313"/>
            <a:ext cx="3340100" cy="1079500"/>
          </a:xfrm>
          <a:prstGeom prst="rect">
            <a:avLst/>
          </a:prstGeom>
          <a:noFill/>
          <a:ln w="9525">
            <a:noFill/>
          </a:ln>
        </p:spPr>
      </p:pic>
      <p:pic>
        <p:nvPicPr>
          <p:cNvPr id="6" name="图片 5"/>
          <p:cNvPicPr>
            <a:picLocks noChangeAspect="1"/>
          </p:cNvPicPr>
          <p:nvPr/>
        </p:nvPicPr>
        <p:blipFill>
          <a:blip r:embed="rId2"/>
          <a:stretch>
            <a:fillRect/>
          </a:stretch>
        </p:blipFill>
        <p:spPr>
          <a:xfrm>
            <a:off x="4283075" y="976313"/>
            <a:ext cx="4716463" cy="2439987"/>
          </a:xfrm>
          <a:prstGeom prst="rect">
            <a:avLst/>
          </a:prstGeom>
          <a:noFill/>
          <a:ln w="9525">
            <a:noFill/>
          </a:ln>
        </p:spPr>
      </p:pic>
      <p:pic>
        <p:nvPicPr>
          <p:cNvPr id="12" name="图片 11"/>
          <p:cNvPicPr>
            <a:picLocks noChangeAspect="1"/>
          </p:cNvPicPr>
          <p:nvPr/>
        </p:nvPicPr>
        <p:blipFill>
          <a:blip r:embed="rId3"/>
          <a:stretch>
            <a:fillRect/>
          </a:stretch>
        </p:blipFill>
        <p:spPr>
          <a:xfrm>
            <a:off x="1265238" y="887413"/>
            <a:ext cx="6334125" cy="4865687"/>
          </a:xfrm>
          <a:prstGeom prst="rect">
            <a:avLst/>
          </a:prstGeom>
          <a:noFill/>
          <a:ln w="9525">
            <a:noFill/>
          </a:ln>
        </p:spPr>
      </p:pic>
      <p:sp>
        <p:nvSpPr>
          <p:cNvPr id="15" name="文本框 14"/>
          <p:cNvSpPr txBox="1"/>
          <p:nvPr/>
        </p:nvSpPr>
        <p:spPr>
          <a:xfrm>
            <a:off x="1290638" y="5842000"/>
            <a:ext cx="6686550" cy="647700"/>
          </a:xfrm>
          <a:prstGeom prst="rect">
            <a:avLst/>
          </a:prstGeom>
          <a:noFill/>
        </p:spPr>
        <p:txBody>
          <a:bodyPr>
            <a:spAutoFit/>
          </a:bodyPr>
          <a:lstStyle/>
          <a:p>
            <a:pPr marR="0" defTabSz="914400">
              <a:buClrTx/>
              <a:buSzTx/>
              <a:buFontTx/>
              <a:buNone/>
              <a:defRPr/>
            </a:pPr>
            <a:r>
              <a:rPr kumimoji="1" lang="en-US" altLang="zh-CN" kern="0" cap="none" spc="0" normalizeH="0" baseline="0" noProof="0" dirty="0">
                <a:solidFill>
                  <a:srgbClr val="000000"/>
                </a:solidFill>
                <a:latin typeface="Helvetica"/>
                <a:ea typeface="MS PGothic" panose="020B0600070205080204" pitchFamily="34" charset="-128"/>
                <a:cs typeface="+mn-cs"/>
              </a:rPr>
              <a:t>The process manager will now have to abort some process T1, T2 and T3 that are involved in the deadlock</a:t>
            </a:r>
            <a:endParaRPr kumimoji="1" lang="zh-CN" altLang="en-US" kern="0" cap="none" spc="0" normalizeH="0" baseline="0" noProof="0" dirty="0">
              <a:solidFill>
                <a:srgbClr val="000000"/>
              </a:solidFill>
              <a:latin typeface="Helvetica"/>
              <a:ea typeface="MS PGothic" panose="020B0600070205080204" pitchFamily="34" charset="-128"/>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5586" name="Rectangle 2"/>
          <p:cNvSpPr>
            <a:spLocks noGrp="1"/>
          </p:cNvSpPr>
          <p:nvPr>
            <p:ph type="title"/>
          </p:nvPr>
        </p:nvSpPr>
        <p:spPr>
          <a:xfrm>
            <a:off x="1109663" y="214313"/>
            <a:ext cx="7577137" cy="576262"/>
          </a:xfrm>
        </p:spPr>
        <p:txBody>
          <a:bodyPr vert="horz" wrap="square" lIns="91440" tIns="45720" rIns="91440" bIns="45720" anchor="b" anchorCtr="0"/>
          <a:p>
            <a:pPr eaLnBrk="1" hangingPunct="1"/>
            <a:r>
              <a:rPr lang="en-US" altLang="en-US" dirty="0"/>
              <a:t>Revi</a:t>
            </a:r>
            <a:r>
              <a:rPr lang="en-US" altLang="zh-CN" dirty="0"/>
              <a:t>sit</a:t>
            </a:r>
            <a:r>
              <a:rPr lang="en-US" altLang="en-US" dirty="0"/>
              <a:t>: banker’s algorithm</a:t>
            </a:r>
            <a:endParaRPr lang="en-US" altLang="en-US" dirty="0"/>
          </a:p>
        </p:txBody>
      </p:sp>
      <p:pic>
        <p:nvPicPr>
          <p:cNvPr id="195587" name="图片 2"/>
          <p:cNvPicPr>
            <a:picLocks noChangeAspect="1"/>
          </p:cNvPicPr>
          <p:nvPr/>
        </p:nvPicPr>
        <p:blipFill>
          <a:blip r:embed="rId1"/>
          <a:stretch>
            <a:fillRect/>
          </a:stretch>
        </p:blipFill>
        <p:spPr>
          <a:xfrm>
            <a:off x="0" y="1277938"/>
            <a:ext cx="9144000" cy="2781300"/>
          </a:xfrm>
          <a:prstGeom prst="rect">
            <a:avLst/>
          </a:prstGeom>
          <a:noFill/>
          <a:ln w="9525">
            <a:noFill/>
          </a:ln>
        </p:spPr>
      </p:pic>
      <p:sp>
        <p:nvSpPr>
          <p:cNvPr id="195588" name="文本框 10"/>
          <p:cNvSpPr txBox="1"/>
          <p:nvPr/>
        </p:nvSpPr>
        <p:spPr>
          <a:xfrm>
            <a:off x="3225800" y="5062538"/>
            <a:ext cx="4603750" cy="368300"/>
          </a:xfrm>
          <a:prstGeom prst="rect">
            <a:avLst/>
          </a:prstGeom>
          <a:noFill/>
          <a:ln w="9525">
            <a:noFill/>
          </a:ln>
        </p:spPr>
        <p:txBody>
          <a:bodyPr>
            <a:spAutoFit/>
          </a:bodyPr>
          <a:lstStyle>
            <a:lvl1pPr marL="342900" indent="-342900" algn="l" rtl="0" eaLnBrk="0" fontAlgn="base" hangingPunct="0">
              <a:spcBef>
                <a:spcPct val="35000"/>
              </a:spcBef>
              <a:spcAft>
                <a:spcPct val="0"/>
              </a:spcAft>
              <a:buClr>
                <a:srgbClr val="993300"/>
              </a:buClr>
              <a:buSzPct val="90000"/>
              <a:buFont typeface="Monotype Sorts" pitchFamily="-84" charset="2"/>
              <a:buChar char="n"/>
              <a:defRPr kumimoji="1">
                <a:solidFill>
                  <a:schemeClr val="tx1"/>
                </a:solidFill>
                <a:latin typeface="+mn-lt"/>
                <a:ea typeface="MS PGothic" panose="020B0600070205080204" pitchFamily="34" charset="-128"/>
                <a:cs typeface="MS PGothic" panose="020B0600070205080204" pitchFamily="34" charset="-128"/>
              </a:defRPr>
            </a:lvl1pPr>
            <a:lvl2pPr marL="742950" indent="-285750" algn="l" rtl="0" eaLnBrk="0" fontAlgn="base" hangingPunct="0">
              <a:spcBef>
                <a:spcPct val="35000"/>
              </a:spcBef>
              <a:spcAft>
                <a:spcPct val="0"/>
              </a:spcAft>
              <a:buClr>
                <a:srgbClr val="CC6600"/>
              </a:buClr>
              <a:buSzPct val="80000"/>
              <a:buFont typeface="Monotype Sorts" pitchFamily="-84" charset="2"/>
              <a:buChar char="l"/>
              <a:defRPr kumimoji="1">
                <a:solidFill>
                  <a:schemeClr val="tx1"/>
                </a:solidFill>
                <a:latin typeface="+mn-lt"/>
                <a:ea typeface="MS PGothic" panose="020B0600070205080204" pitchFamily="34" charset="-128"/>
              </a:defRPr>
            </a:lvl2pPr>
            <a:lvl3pPr marL="1085850"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a:solidFill>
                  <a:schemeClr val="tx1"/>
                </a:solidFill>
                <a:latin typeface="+mn-lt"/>
                <a:ea typeface="MS PGothic" panose="020B0600070205080204" pitchFamily="34" charset="-128"/>
              </a:defRPr>
            </a:lvl3pPr>
            <a:lvl4pPr marL="1428750" indent="-228600" algn="l" rtl="0" eaLnBrk="0" fontAlgn="base" hangingPunct="0">
              <a:spcBef>
                <a:spcPct val="35000"/>
              </a:spcBef>
              <a:spcAft>
                <a:spcPct val="0"/>
              </a:spcAft>
              <a:buClr>
                <a:schemeClr val="hlink"/>
              </a:buClr>
              <a:buSzPct val="75000"/>
              <a:buChar char="–"/>
              <a:defRPr kumimoji="1">
                <a:solidFill>
                  <a:schemeClr val="tx1"/>
                </a:solidFill>
                <a:latin typeface="+mn-lt"/>
                <a:ea typeface="MS PGothic" panose="020B0600070205080204" pitchFamily="34" charset="-128"/>
              </a:defRPr>
            </a:lvl4pPr>
            <a:lvl5pPr marL="17716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anose="020B0600070205080204" pitchFamily="34" charset="-128"/>
              </a:defRPr>
            </a:lvl5pPr>
          </a:lstStyle>
          <a:p>
            <a:pPr marL="0" lvl="0" indent="0">
              <a:spcBef>
                <a:spcPct val="0"/>
              </a:spcBef>
              <a:buClrTx/>
              <a:buSzTx/>
              <a:buFontTx/>
              <a:buNone/>
            </a:pPr>
            <a:r>
              <a:rPr lang="en-US" altLang="zh-CN" dirty="0">
                <a:solidFill>
                  <a:srgbClr val="FF0000"/>
                </a:solidFill>
                <a:latin typeface="Verdana" panose="020B0604030504040204" pitchFamily="34" charset="0"/>
              </a:rPr>
              <a:t>What are safe sequences?</a:t>
            </a:r>
            <a:endParaRPr lang="zh-CN" altLang="en-US" dirty="0">
              <a:solidFill>
                <a:srgbClr val="FF0000"/>
              </a:solidFill>
              <a:latin typeface="Verdana" panose="020B0604030504040204" pitchFamily="34" charset="0"/>
            </a:endParaRPr>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7634" name="Rectangle 2"/>
          <p:cNvSpPr>
            <a:spLocks noGrp="1"/>
          </p:cNvSpPr>
          <p:nvPr>
            <p:ph type="title"/>
          </p:nvPr>
        </p:nvSpPr>
        <p:spPr>
          <a:xfrm>
            <a:off x="1109663" y="214313"/>
            <a:ext cx="7577137" cy="576262"/>
          </a:xfrm>
        </p:spPr>
        <p:txBody>
          <a:bodyPr vert="horz" wrap="square" lIns="91440" tIns="45720" rIns="91440" bIns="45720" anchor="b" anchorCtr="0"/>
          <a:p>
            <a:pPr eaLnBrk="1" hangingPunct="1"/>
            <a:r>
              <a:rPr lang="en-US" altLang="en-US" dirty="0"/>
              <a:t>Revi</a:t>
            </a:r>
            <a:r>
              <a:rPr lang="en-US" altLang="zh-CN" dirty="0"/>
              <a:t>sit</a:t>
            </a:r>
            <a:r>
              <a:rPr lang="en-US" altLang="en-US" dirty="0"/>
              <a:t>: banker’s algorithm</a:t>
            </a:r>
            <a:endParaRPr lang="en-US" altLang="en-US" dirty="0">
              <a:solidFill>
                <a:srgbClr val="FF0000"/>
              </a:solidFill>
            </a:endParaRPr>
          </a:p>
        </p:txBody>
      </p:sp>
      <p:pic>
        <p:nvPicPr>
          <p:cNvPr id="197635" name="图片 2"/>
          <p:cNvPicPr>
            <a:picLocks noChangeAspect="1"/>
          </p:cNvPicPr>
          <p:nvPr/>
        </p:nvPicPr>
        <p:blipFill>
          <a:blip r:embed="rId1"/>
          <a:stretch>
            <a:fillRect/>
          </a:stretch>
        </p:blipFill>
        <p:spPr>
          <a:xfrm>
            <a:off x="709613" y="887413"/>
            <a:ext cx="7242175" cy="2203450"/>
          </a:xfrm>
          <a:prstGeom prst="rect">
            <a:avLst/>
          </a:prstGeom>
          <a:noFill/>
          <a:ln w="9525">
            <a:noFill/>
          </a:ln>
        </p:spPr>
      </p:pic>
      <p:sp>
        <p:nvSpPr>
          <p:cNvPr id="197636" name="文本框 7"/>
          <p:cNvSpPr txBox="1"/>
          <p:nvPr/>
        </p:nvSpPr>
        <p:spPr>
          <a:xfrm>
            <a:off x="709613" y="3362325"/>
            <a:ext cx="8362950" cy="1016000"/>
          </a:xfrm>
          <a:prstGeom prst="rect">
            <a:avLst/>
          </a:prstGeom>
          <a:noFill/>
          <a:ln w="9525">
            <a:noFill/>
          </a:ln>
        </p:spPr>
        <p:txBody>
          <a:bodyPr>
            <a:spAutoFit/>
          </a:bodyPr>
          <a:lstStyle>
            <a:lvl1pPr marL="342900" indent="-342900" algn="l" rtl="0" eaLnBrk="0" fontAlgn="base" hangingPunct="0">
              <a:spcBef>
                <a:spcPct val="35000"/>
              </a:spcBef>
              <a:spcAft>
                <a:spcPct val="0"/>
              </a:spcAft>
              <a:buClr>
                <a:srgbClr val="993300"/>
              </a:buClr>
              <a:buSzPct val="90000"/>
              <a:buFont typeface="Monotype Sorts" pitchFamily="-84" charset="2"/>
              <a:buChar char="n"/>
              <a:defRPr kumimoji="1">
                <a:solidFill>
                  <a:schemeClr val="tx1"/>
                </a:solidFill>
                <a:latin typeface="+mn-lt"/>
                <a:ea typeface="MS PGothic" panose="020B0600070205080204" pitchFamily="34" charset="-128"/>
                <a:cs typeface="MS PGothic" panose="020B0600070205080204" pitchFamily="34" charset="-128"/>
              </a:defRPr>
            </a:lvl1pPr>
            <a:lvl2pPr marL="742950" indent="-285750" algn="l" rtl="0" eaLnBrk="0" fontAlgn="base" hangingPunct="0">
              <a:spcBef>
                <a:spcPct val="35000"/>
              </a:spcBef>
              <a:spcAft>
                <a:spcPct val="0"/>
              </a:spcAft>
              <a:buClr>
                <a:srgbClr val="CC6600"/>
              </a:buClr>
              <a:buSzPct val="80000"/>
              <a:buFont typeface="Monotype Sorts" pitchFamily="-84" charset="2"/>
              <a:buChar char="l"/>
              <a:defRPr kumimoji="1">
                <a:solidFill>
                  <a:schemeClr val="tx1"/>
                </a:solidFill>
                <a:latin typeface="+mn-lt"/>
                <a:ea typeface="MS PGothic" panose="020B0600070205080204" pitchFamily="34" charset="-128"/>
              </a:defRPr>
            </a:lvl2pPr>
            <a:lvl3pPr marL="1085850"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a:solidFill>
                  <a:schemeClr val="tx1"/>
                </a:solidFill>
                <a:latin typeface="+mn-lt"/>
                <a:ea typeface="MS PGothic" panose="020B0600070205080204" pitchFamily="34" charset="-128"/>
              </a:defRPr>
            </a:lvl3pPr>
            <a:lvl4pPr marL="1428750" indent="-228600" algn="l" rtl="0" eaLnBrk="0" fontAlgn="base" hangingPunct="0">
              <a:spcBef>
                <a:spcPct val="35000"/>
              </a:spcBef>
              <a:spcAft>
                <a:spcPct val="0"/>
              </a:spcAft>
              <a:buClr>
                <a:schemeClr val="hlink"/>
              </a:buClr>
              <a:buSzPct val="75000"/>
              <a:buChar char="–"/>
              <a:defRPr kumimoji="1">
                <a:solidFill>
                  <a:schemeClr val="tx1"/>
                </a:solidFill>
                <a:latin typeface="+mn-lt"/>
                <a:ea typeface="MS PGothic" panose="020B0600070205080204" pitchFamily="34" charset="-128"/>
              </a:defRPr>
            </a:lvl4pPr>
            <a:lvl5pPr marL="17716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anose="020B0600070205080204" pitchFamily="34" charset="-128"/>
              </a:defRPr>
            </a:lvl5pPr>
          </a:lstStyle>
          <a:p>
            <a:pPr marL="0" lvl="0" indent="0">
              <a:spcBef>
                <a:spcPct val="0"/>
              </a:spcBef>
              <a:buClrTx/>
              <a:buSzTx/>
              <a:buFontTx/>
              <a:buNone/>
            </a:pPr>
            <a:r>
              <a:rPr lang="en-US" altLang="zh-CN" sz="2000" b="1" dirty="0">
                <a:solidFill>
                  <a:srgbClr val="212529"/>
                </a:solidFill>
                <a:latin typeface="system-ui"/>
              </a:rPr>
              <a:t>1</a:t>
            </a:r>
            <a:r>
              <a:rPr lang="en-US" altLang="zh-CN" sz="2000" dirty="0">
                <a:solidFill>
                  <a:srgbClr val="212529"/>
                </a:solidFill>
                <a:latin typeface="system-ui"/>
              </a:rPr>
              <a:t>. The</a:t>
            </a:r>
            <a:r>
              <a:rPr lang="en-US" altLang="zh-CN" sz="2000" b="1" dirty="0">
                <a:solidFill>
                  <a:srgbClr val="212529"/>
                </a:solidFill>
                <a:latin typeface="system-ui"/>
              </a:rPr>
              <a:t> </a:t>
            </a:r>
            <a:r>
              <a:rPr lang="en-US" altLang="zh-CN" sz="2000" dirty="0">
                <a:solidFill>
                  <a:srgbClr val="212529"/>
                </a:solidFill>
                <a:latin typeface="system-ui"/>
              </a:rPr>
              <a:t>Content of the need matrix can be calculated by using the formula given below:</a:t>
            </a:r>
            <a:endParaRPr lang="en-US" altLang="zh-CN" sz="2000" dirty="0">
              <a:solidFill>
                <a:srgbClr val="212529"/>
              </a:solidFill>
              <a:latin typeface="system-ui"/>
            </a:endParaRPr>
          </a:p>
          <a:p>
            <a:pPr marL="0" lvl="0" indent="0" algn="ctr">
              <a:spcBef>
                <a:spcPct val="0"/>
              </a:spcBef>
              <a:buClrTx/>
              <a:buSzTx/>
              <a:buFontTx/>
              <a:buNone/>
            </a:pPr>
            <a:r>
              <a:rPr lang="en-US" altLang="zh-CN" sz="2000" b="1" dirty="0">
                <a:solidFill>
                  <a:srgbClr val="212529"/>
                </a:solidFill>
                <a:latin typeface="system-ui"/>
              </a:rPr>
              <a:t>Need = Max – Allocation</a:t>
            </a:r>
            <a:endParaRPr lang="en-US" altLang="zh-CN" sz="2000" dirty="0">
              <a:solidFill>
                <a:srgbClr val="212529"/>
              </a:solidFill>
              <a:latin typeface="system-ui"/>
            </a:endParaRPr>
          </a:p>
        </p:txBody>
      </p:sp>
      <p:pic>
        <p:nvPicPr>
          <p:cNvPr id="197637" name="图片 6"/>
          <p:cNvPicPr>
            <a:picLocks noChangeAspect="1"/>
          </p:cNvPicPr>
          <p:nvPr/>
        </p:nvPicPr>
        <p:blipFill>
          <a:blip r:embed="rId2"/>
          <a:stretch>
            <a:fillRect/>
          </a:stretch>
        </p:blipFill>
        <p:spPr>
          <a:xfrm>
            <a:off x="2022475" y="4649788"/>
            <a:ext cx="4133850" cy="1819275"/>
          </a:xfrm>
          <a:prstGeom prst="rect">
            <a:avLst/>
          </a:prstGeom>
          <a:noFill/>
          <a:ln w="9525">
            <a:noFill/>
          </a:ln>
        </p:spPr>
      </p:pic>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9682" name="Rectangle 2"/>
          <p:cNvSpPr>
            <a:spLocks noGrp="1"/>
          </p:cNvSpPr>
          <p:nvPr>
            <p:ph type="title"/>
          </p:nvPr>
        </p:nvSpPr>
        <p:spPr>
          <a:xfrm>
            <a:off x="1109663" y="214313"/>
            <a:ext cx="7577137" cy="576262"/>
          </a:xfrm>
        </p:spPr>
        <p:txBody>
          <a:bodyPr vert="horz" wrap="square" lIns="91440" tIns="45720" rIns="91440" bIns="45720" anchor="b" anchorCtr="0"/>
          <a:p>
            <a:pPr eaLnBrk="1" hangingPunct="1"/>
            <a:r>
              <a:rPr lang="en-US" altLang="en-US" dirty="0"/>
              <a:t>Revi</a:t>
            </a:r>
            <a:r>
              <a:rPr lang="en-US" altLang="zh-CN" dirty="0"/>
              <a:t>sit</a:t>
            </a:r>
            <a:r>
              <a:rPr lang="en-US" altLang="en-US" dirty="0"/>
              <a:t>: banker’s algorithm</a:t>
            </a:r>
            <a:endParaRPr lang="en-US" altLang="en-US" dirty="0">
              <a:solidFill>
                <a:srgbClr val="FF0000"/>
              </a:solidFill>
            </a:endParaRPr>
          </a:p>
        </p:txBody>
      </p:sp>
      <p:pic>
        <p:nvPicPr>
          <p:cNvPr id="199683" name="图片 2"/>
          <p:cNvPicPr>
            <a:picLocks noChangeAspect="1"/>
          </p:cNvPicPr>
          <p:nvPr/>
        </p:nvPicPr>
        <p:blipFill>
          <a:blip r:embed="rId1"/>
          <a:stretch>
            <a:fillRect/>
          </a:stretch>
        </p:blipFill>
        <p:spPr>
          <a:xfrm>
            <a:off x="390525" y="971550"/>
            <a:ext cx="7243763" cy="2203450"/>
          </a:xfrm>
          <a:prstGeom prst="rect">
            <a:avLst/>
          </a:prstGeom>
          <a:noFill/>
          <a:ln w="9525">
            <a:noFill/>
          </a:ln>
        </p:spPr>
      </p:pic>
      <p:pic>
        <p:nvPicPr>
          <p:cNvPr id="199684" name="图片 5"/>
          <p:cNvPicPr>
            <a:picLocks noChangeAspect="1"/>
          </p:cNvPicPr>
          <p:nvPr/>
        </p:nvPicPr>
        <p:blipFill>
          <a:blip r:embed="rId2"/>
          <a:stretch>
            <a:fillRect/>
          </a:stretch>
        </p:blipFill>
        <p:spPr>
          <a:xfrm>
            <a:off x="438150" y="3355975"/>
            <a:ext cx="4133850" cy="1819275"/>
          </a:xfrm>
          <a:prstGeom prst="rect">
            <a:avLst/>
          </a:prstGeom>
          <a:noFill/>
          <a:ln w="9525">
            <a:noFill/>
          </a:ln>
        </p:spPr>
      </p:pic>
      <p:sp>
        <p:nvSpPr>
          <p:cNvPr id="199685" name="文本框 9"/>
          <p:cNvSpPr txBox="1"/>
          <p:nvPr/>
        </p:nvSpPr>
        <p:spPr>
          <a:xfrm>
            <a:off x="1711325" y="5286375"/>
            <a:ext cx="6446838" cy="1200150"/>
          </a:xfrm>
          <a:prstGeom prst="rect">
            <a:avLst/>
          </a:prstGeom>
          <a:noFill/>
          <a:ln w="9525">
            <a:noFill/>
          </a:ln>
        </p:spPr>
        <p:txBody>
          <a:bodyPr>
            <a:spAutoFit/>
          </a:bodyPr>
          <a:lstStyle>
            <a:lvl1pPr marL="342900" indent="-342900" algn="l" rtl="0" eaLnBrk="0" fontAlgn="base" hangingPunct="0">
              <a:spcBef>
                <a:spcPct val="35000"/>
              </a:spcBef>
              <a:spcAft>
                <a:spcPct val="0"/>
              </a:spcAft>
              <a:buClr>
                <a:srgbClr val="993300"/>
              </a:buClr>
              <a:buSzPct val="90000"/>
              <a:buFont typeface="Monotype Sorts" pitchFamily="-84" charset="2"/>
              <a:buChar char="n"/>
              <a:defRPr kumimoji="1">
                <a:solidFill>
                  <a:schemeClr val="tx1"/>
                </a:solidFill>
                <a:latin typeface="+mn-lt"/>
                <a:ea typeface="MS PGothic" panose="020B0600070205080204" pitchFamily="34" charset="-128"/>
                <a:cs typeface="MS PGothic" panose="020B0600070205080204" pitchFamily="34" charset="-128"/>
              </a:defRPr>
            </a:lvl1pPr>
            <a:lvl2pPr marL="742950" indent="-285750" algn="l" rtl="0" eaLnBrk="0" fontAlgn="base" hangingPunct="0">
              <a:spcBef>
                <a:spcPct val="35000"/>
              </a:spcBef>
              <a:spcAft>
                <a:spcPct val="0"/>
              </a:spcAft>
              <a:buClr>
                <a:srgbClr val="CC6600"/>
              </a:buClr>
              <a:buSzPct val="80000"/>
              <a:buFont typeface="Monotype Sorts" pitchFamily="-84" charset="2"/>
              <a:buChar char="l"/>
              <a:defRPr kumimoji="1">
                <a:solidFill>
                  <a:schemeClr val="tx1"/>
                </a:solidFill>
                <a:latin typeface="+mn-lt"/>
                <a:ea typeface="MS PGothic" panose="020B0600070205080204" pitchFamily="34" charset="-128"/>
              </a:defRPr>
            </a:lvl2pPr>
            <a:lvl3pPr marL="1085850"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a:solidFill>
                  <a:schemeClr val="tx1"/>
                </a:solidFill>
                <a:latin typeface="+mn-lt"/>
                <a:ea typeface="MS PGothic" panose="020B0600070205080204" pitchFamily="34" charset="-128"/>
              </a:defRPr>
            </a:lvl3pPr>
            <a:lvl4pPr marL="1428750" indent="-228600" algn="l" rtl="0" eaLnBrk="0" fontAlgn="base" hangingPunct="0">
              <a:spcBef>
                <a:spcPct val="35000"/>
              </a:spcBef>
              <a:spcAft>
                <a:spcPct val="0"/>
              </a:spcAft>
              <a:buClr>
                <a:schemeClr val="hlink"/>
              </a:buClr>
              <a:buSzPct val="75000"/>
              <a:buChar char="–"/>
              <a:defRPr kumimoji="1">
                <a:solidFill>
                  <a:schemeClr val="tx1"/>
                </a:solidFill>
                <a:latin typeface="+mn-lt"/>
                <a:ea typeface="MS PGothic" panose="020B0600070205080204" pitchFamily="34" charset="-128"/>
              </a:defRPr>
            </a:lvl4pPr>
            <a:lvl5pPr marL="17716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anose="020B0600070205080204" pitchFamily="34" charset="-128"/>
              </a:defRPr>
            </a:lvl5pPr>
          </a:lstStyle>
          <a:p>
            <a:pPr marL="0" lvl="0" indent="0">
              <a:spcBef>
                <a:spcPct val="0"/>
              </a:spcBef>
              <a:buClrTx/>
              <a:buSzTx/>
              <a:buFontTx/>
              <a:buNone/>
            </a:pPr>
            <a:r>
              <a:rPr lang="en-US" altLang="zh-CN" dirty="0">
                <a:solidFill>
                  <a:srgbClr val="FF0000"/>
                </a:solidFill>
                <a:latin typeface="system-ui"/>
              </a:rPr>
              <a:t>For process P0, Need = (3, 2, 1) and</a:t>
            </a:r>
            <a:endParaRPr lang="en-US" altLang="zh-CN" dirty="0">
              <a:solidFill>
                <a:srgbClr val="FF0000"/>
              </a:solidFill>
              <a:latin typeface="system-ui"/>
            </a:endParaRPr>
          </a:p>
          <a:p>
            <a:pPr marL="0" lvl="0" indent="0">
              <a:spcBef>
                <a:spcPct val="0"/>
              </a:spcBef>
              <a:buClrTx/>
              <a:buSzTx/>
              <a:buFontTx/>
              <a:buNone/>
            </a:pPr>
            <a:r>
              <a:rPr lang="en-US" altLang="zh-CN" dirty="0">
                <a:solidFill>
                  <a:srgbClr val="FF0000"/>
                </a:solidFill>
                <a:latin typeface="system-ui"/>
              </a:rPr>
              <a:t>Available = (2, 1, 0)</a:t>
            </a:r>
            <a:endParaRPr lang="en-US" altLang="zh-CN" dirty="0">
              <a:solidFill>
                <a:srgbClr val="FF0000"/>
              </a:solidFill>
              <a:latin typeface="system-ui"/>
            </a:endParaRPr>
          </a:p>
          <a:p>
            <a:pPr marL="0" lvl="0" indent="0">
              <a:spcBef>
                <a:spcPct val="0"/>
              </a:spcBef>
              <a:buClrTx/>
              <a:buSzTx/>
              <a:buFontTx/>
              <a:buNone/>
            </a:pPr>
            <a:r>
              <a:rPr lang="en-US" altLang="zh-CN" dirty="0">
                <a:solidFill>
                  <a:srgbClr val="FF0000"/>
                </a:solidFill>
                <a:latin typeface="system-ui"/>
              </a:rPr>
              <a:t>Need &lt;=Available = False</a:t>
            </a:r>
            <a:endParaRPr lang="en-US" altLang="zh-CN" dirty="0">
              <a:solidFill>
                <a:srgbClr val="FF0000"/>
              </a:solidFill>
              <a:latin typeface="system-ui"/>
            </a:endParaRPr>
          </a:p>
          <a:p>
            <a:pPr marL="0" lvl="0" indent="0">
              <a:spcBef>
                <a:spcPct val="0"/>
              </a:spcBef>
              <a:buClrTx/>
              <a:buSzTx/>
              <a:buFontTx/>
              <a:buNone/>
            </a:pPr>
            <a:r>
              <a:rPr lang="en-US" altLang="zh-CN" dirty="0">
                <a:solidFill>
                  <a:srgbClr val="FF0000"/>
                </a:solidFill>
                <a:latin typeface="system-ui"/>
              </a:rPr>
              <a:t>So, the system will move to the next process.</a:t>
            </a:r>
            <a:endParaRPr lang="en-US" altLang="zh-CN" dirty="0">
              <a:solidFill>
                <a:srgbClr val="FF0000"/>
              </a:solidFill>
              <a:latin typeface="system-ui"/>
            </a:endParaRPr>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1730" name="Rectangle 2"/>
          <p:cNvSpPr>
            <a:spLocks noGrp="1"/>
          </p:cNvSpPr>
          <p:nvPr>
            <p:ph type="title"/>
          </p:nvPr>
        </p:nvSpPr>
        <p:spPr>
          <a:xfrm>
            <a:off x="1109663" y="214313"/>
            <a:ext cx="7577137" cy="576262"/>
          </a:xfrm>
        </p:spPr>
        <p:txBody>
          <a:bodyPr vert="horz" wrap="square" lIns="91440" tIns="45720" rIns="91440" bIns="45720" anchor="b" anchorCtr="0"/>
          <a:p>
            <a:pPr eaLnBrk="1" hangingPunct="1"/>
            <a:r>
              <a:rPr lang="en-US" altLang="en-US" dirty="0"/>
              <a:t>Revi</a:t>
            </a:r>
            <a:r>
              <a:rPr lang="en-US" altLang="zh-CN" dirty="0"/>
              <a:t>sit</a:t>
            </a:r>
            <a:r>
              <a:rPr lang="en-US" altLang="en-US" dirty="0"/>
              <a:t>: banker’s algorithm</a:t>
            </a:r>
            <a:endParaRPr lang="en-US" altLang="en-US" dirty="0">
              <a:solidFill>
                <a:srgbClr val="FF0000"/>
              </a:solidFill>
            </a:endParaRPr>
          </a:p>
        </p:txBody>
      </p:sp>
      <p:pic>
        <p:nvPicPr>
          <p:cNvPr id="201731" name="图片 2"/>
          <p:cNvPicPr>
            <a:picLocks noChangeAspect="1"/>
          </p:cNvPicPr>
          <p:nvPr/>
        </p:nvPicPr>
        <p:blipFill>
          <a:blip r:embed="rId1"/>
          <a:stretch>
            <a:fillRect/>
          </a:stretch>
        </p:blipFill>
        <p:spPr>
          <a:xfrm>
            <a:off x="390525" y="971550"/>
            <a:ext cx="7243763" cy="2203450"/>
          </a:xfrm>
          <a:prstGeom prst="rect">
            <a:avLst/>
          </a:prstGeom>
          <a:noFill/>
          <a:ln w="9525">
            <a:noFill/>
          </a:ln>
        </p:spPr>
      </p:pic>
      <p:pic>
        <p:nvPicPr>
          <p:cNvPr id="201732" name="图片 5"/>
          <p:cNvPicPr>
            <a:picLocks noChangeAspect="1"/>
          </p:cNvPicPr>
          <p:nvPr/>
        </p:nvPicPr>
        <p:blipFill>
          <a:blip r:embed="rId2"/>
          <a:stretch>
            <a:fillRect/>
          </a:stretch>
        </p:blipFill>
        <p:spPr>
          <a:xfrm>
            <a:off x="438150" y="3355975"/>
            <a:ext cx="4133850" cy="1819275"/>
          </a:xfrm>
          <a:prstGeom prst="rect">
            <a:avLst/>
          </a:prstGeom>
          <a:noFill/>
          <a:ln w="9525">
            <a:noFill/>
          </a:ln>
        </p:spPr>
      </p:pic>
      <p:sp>
        <p:nvSpPr>
          <p:cNvPr id="201733" name="文本框 7"/>
          <p:cNvSpPr txBox="1"/>
          <p:nvPr/>
        </p:nvSpPr>
        <p:spPr>
          <a:xfrm>
            <a:off x="4897438" y="4062413"/>
            <a:ext cx="4008437" cy="2032000"/>
          </a:xfrm>
          <a:prstGeom prst="rect">
            <a:avLst/>
          </a:prstGeom>
          <a:noFill/>
          <a:ln w="9525">
            <a:noFill/>
          </a:ln>
        </p:spPr>
        <p:txBody>
          <a:bodyPr>
            <a:spAutoFit/>
          </a:bodyPr>
          <a:lstStyle>
            <a:lvl1pPr marL="342900" indent="-342900" algn="l" rtl="0" eaLnBrk="0" fontAlgn="base" hangingPunct="0">
              <a:spcBef>
                <a:spcPct val="35000"/>
              </a:spcBef>
              <a:spcAft>
                <a:spcPct val="0"/>
              </a:spcAft>
              <a:buClr>
                <a:srgbClr val="993300"/>
              </a:buClr>
              <a:buSzPct val="90000"/>
              <a:buFont typeface="Monotype Sorts" pitchFamily="-84" charset="2"/>
              <a:buChar char="n"/>
              <a:defRPr kumimoji="1">
                <a:solidFill>
                  <a:schemeClr val="tx1"/>
                </a:solidFill>
                <a:latin typeface="+mn-lt"/>
                <a:ea typeface="MS PGothic" panose="020B0600070205080204" pitchFamily="34" charset="-128"/>
                <a:cs typeface="MS PGothic" panose="020B0600070205080204" pitchFamily="34" charset="-128"/>
              </a:defRPr>
            </a:lvl1pPr>
            <a:lvl2pPr marL="742950" indent="-285750" algn="l" rtl="0" eaLnBrk="0" fontAlgn="base" hangingPunct="0">
              <a:spcBef>
                <a:spcPct val="35000"/>
              </a:spcBef>
              <a:spcAft>
                <a:spcPct val="0"/>
              </a:spcAft>
              <a:buClr>
                <a:srgbClr val="CC6600"/>
              </a:buClr>
              <a:buSzPct val="80000"/>
              <a:buFont typeface="Monotype Sorts" pitchFamily="-84" charset="2"/>
              <a:buChar char="l"/>
              <a:defRPr kumimoji="1">
                <a:solidFill>
                  <a:schemeClr val="tx1"/>
                </a:solidFill>
                <a:latin typeface="+mn-lt"/>
                <a:ea typeface="MS PGothic" panose="020B0600070205080204" pitchFamily="34" charset="-128"/>
              </a:defRPr>
            </a:lvl2pPr>
            <a:lvl3pPr marL="1085850"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a:solidFill>
                  <a:schemeClr val="tx1"/>
                </a:solidFill>
                <a:latin typeface="+mn-lt"/>
                <a:ea typeface="MS PGothic" panose="020B0600070205080204" pitchFamily="34" charset="-128"/>
              </a:defRPr>
            </a:lvl3pPr>
            <a:lvl4pPr marL="1428750" indent="-228600" algn="l" rtl="0" eaLnBrk="0" fontAlgn="base" hangingPunct="0">
              <a:spcBef>
                <a:spcPct val="35000"/>
              </a:spcBef>
              <a:spcAft>
                <a:spcPct val="0"/>
              </a:spcAft>
              <a:buClr>
                <a:schemeClr val="hlink"/>
              </a:buClr>
              <a:buSzPct val="75000"/>
              <a:buChar char="–"/>
              <a:defRPr kumimoji="1">
                <a:solidFill>
                  <a:schemeClr val="tx1"/>
                </a:solidFill>
                <a:latin typeface="+mn-lt"/>
                <a:ea typeface="MS PGothic" panose="020B0600070205080204" pitchFamily="34" charset="-128"/>
              </a:defRPr>
            </a:lvl4pPr>
            <a:lvl5pPr marL="17716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anose="020B0600070205080204" pitchFamily="34" charset="-128"/>
              </a:defRPr>
            </a:lvl5pPr>
          </a:lstStyle>
          <a:p>
            <a:pPr marL="0" lvl="0" indent="0">
              <a:spcBef>
                <a:spcPct val="0"/>
              </a:spcBef>
              <a:buClrTx/>
              <a:buSzTx/>
              <a:buFontTx/>
              <a:buNone/>
            </a:pPr>
            <a:r>
              <a:rPr lang="en-US" altLang="zh-CN" dirty="0">
                <a:solidFill>
                  <a:srgbClr val="FF0000"/>
                </a:solidFill>
                <a:latin typeface="system-ui"/>
              </a:rPr>
              <a:t>For Process P1, Need = (1, 1, 0)</a:t>
            </a:r>
            <a:endParaRPr lang="en-US" altLang="zh-CN" dirty="0">
              <a:solidFill>
                <a:srgbClr val="FF0000"/>
              </a:solidFill>
              <a:latin typeface="system-ui"/>
            </a:endParaRPr>
          </a:p>
          <a:p>
            <a:pPr marL="0" lvl="0" indent="0">
              <a:spcBef>
                <a:spcPct val="0"/>
              </a:spcBef>
              <a:buClrTx/>
              <a:buSzTx/>
              <a:buFontTx/>
              <a:buNone/>
            </a:pPr>
            <a:r>
              <a:rPr lang="en-US" altLang="zh-CN" dirty="0">
                <a:solidFill>
                  <a:srgbClr val="FF0000"/>
                </a:solidFill>
                <a:latin typeface="system-ui"/>
              </a:rPr>
              <a:t>Available = (2, 1, 0)</a:t>
            </a:r>
            <a:endParaRPr lang="en-US" altLang="zh-CN" dirty="0">
              <a:solidFill>
                <a:srgbClr val="FF0000"/>
              </a:solidFill>
              <a:latin typeface="system-ui"/>
            </a:endParaRPr>
          </a:p>
          <a:p>
            <a:pPr marL="0" lvl="0" indent="0">
              <a:spcBef>
                <a:spcPct val="0"/>
              </a:spcBef>
              <a:buClrTx/>
              <a:buSzTx/>
              <a:buFontTx/>
              <a:buNone/>
            </a:pPr>
            <a:r>
              <a:rPr lang="en-US" altLang="zh-CN" dirty="0">
                <a:solidFill>
                  <a:srgbClr val="FF0000"/>
                </a:solidFill>
                <a:latin typeface="system-ui"/>
              </a:rPr>
              <a:t>Need &lt;= Available = True</a:t>
            </a:r>
            <a:endParaRPr lang="en-US" altLang="zh-CN" dirty="0">
              <a:solidFill>
                <a:srgbClr val="FF0000"/>
              </a:solidFill>
              <a:latin typeface="system-ui"/>
            </a:endParaRPr>
          </a:p>
          <a:p>
            <a:pPr marL="0" lvl="0" indent="0">
              <a:spcBef>
                <a:spcPct val="0"/>
              </a:spcBef>
              <a:buClrTx/>
              <a:buSzTx/>
              <a:buFontTx/>
              <a:buNone/>
            </a:pPr>
            <a:r>
              <a:rPr lang="en-US" altLang="zh-CN" dirty="0">
                <a:solidFill>
                  <a:srgbClr val="FF0000"/>
                </a:solidFill>
                <a:latin typeface="system-ui"/>
              </a:rPr>
              <a:t>Request of P1 is granted.</a:t>
            </a:r>
            <a:endParaRPr lang="en-US" altLang="zh-CN" dirty="0">
              <a:solidFill>
                <a:srgbClr val="FF0000"/>
              </a:solidFill>
              <a:latin typeface="system-ui"/>
            </a:endParaRPr>
          </a:p>
          <a:p>
            <a:pPr marL="0" lvl="0" indent="0">
              <a:spcBef>
                <a:spcPct val="0"/>
              </a:spcBef>
              <a:buClrTx/>
              <a:buSzTx/>
              <a:buFontTx/>
              <a:buNone/>
            </a:pPr>
            <a:r>
              <a:rPr lang="en-US" altLang="zh-CN" dirty="0">
                <a:solidFill>
                  <a:srgbClr val="FF0000"/>
                </a:solidFill>
                <a:latin typeface="system-ui"/>
              </a:rPr>
              <a:t>Available = Available +Allocation</a:t>
            </a:r>
            <a:endParaRPr lang="en-US" altLang="zh-CN" dirty="0">
              <a:solidFill>
                <a:srgbClr val="FF0000"/>
              </a:solidFill>
              <a:latin typeface="system-ui"/>
            </a:endParaRPr>
          </a:p>
          <a:p>
            <a:pPr marL="0" lvl="0" indent="0">
              <a:spcBef>
                <a:spcPct val="0"/>
              </a:spcBef>
              <a:buClrTx/>
              <a:buSzTx/>
              <a:buFontTx/>
              <a:buNone/>
            </a:pPr>
            <a:r>
              <a:rPr lang="en-US" altLang="zh-CN" dirty="0">
                <a:solidFill>
                  <a:srgbClr val="FF0000"/>
                </a:solidFill>
                <a:latin typeface="system-ui"/>
              </a:rPr>
              <a:t>= (2, 1, 0) + (2, 1, 2)</a:t>
            </a:r>
            <a:endParaRPr lang="en-US" altLang="zh-CN" dirty="0">
              <a:solidFill>
                <a:srgbClr val="FF0000"/>
              </a:solidFill>
              <a:latin typeface="system-ui"/>
            </a:endParaRPr>
          </a:p>
          <a:p>
            <a:pPr marL="0" lvl="0" indent="0">
              <a:spcBef>
                <a:spcPct val="0"/>
              </a:spcBef>
              <a:buClrTx/>
              <a:buSzTx/>
              <a:buFontTx/>
              <a:buNone/>
            </a:pPr>
            <a:r>
              <a:rPr lang="en-US" altLang="zh-CN" dirty="0">
                <a:solidFill>
                  <a:srgbClr val="FF0000"/>
                </a:solidFill>
                <a:latin typeface="system-ui"/>
              </a:rPr>
              <a:t>= (4, 2, 2) (New Available)</a:t>
            </a:r>
            <a:endParaRPr lang="en-US" altLang="zh-CN" dirty="0">
              <a:solidFill>
                <a:srgbClr val="FF0000"/>
              </a:solidFill>
              <a:latin typeface="system-ui"/>
            </a:endParaRPr>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3778" name="Rectangle 2"/>
          <p:cNvSpPr>
            <a:spLocks noGrp="1"/>
          </p:cNvSpPr>
          <p:nvPr>
            <p:ph type="title"/>
          </p:nvPr>
        </p:nvSpPr>
        <p:spPr>
          <a:xfrm>
            <a:off x="1109663" y="214313"/>
            <a:ext cx="7577137" cy="576262"/>
          </a:xfrm>
        </p:spPr>
        <p:txBody>
          <a:bodyPr vert="horz" wrap="square" lIns="91440" tIns="45720" rIns="91440" bIns="45720" anchor="b" anchorCtr="0"/>
          <a:p>
            <a:pPr eaLnBrk="1" hangingPunct="1"/>
            <a:r>
              <a:rPr lang="en-US" altLang="en-US" dirty="0"/>
              <a:t>Revi</a:t>
            </a:r>
            <a:r>
              <a:rPr lang="en-US" altLang="zh-CN" dirty="0"/>
              <a:t>sit</a:t>
            </a:r>
            <a:r>
              <a:rPr lang="en-US" altLang="en-US" dirty="0"/>
              <a:t>: banker’s algorithm</a:t>
            </a:r>
            <a:endParaRPr lang="en-US" altLang="en-US" dirty="0">
              <a:solidFill>
                <a:srgbClr val="FF0000"/>
              </a:solidFill>
            </a:endParaRPr>
          </a:p>
        </p:txBody>
      </p:sp>
      <p:pic>
        <p:nvPicPr>
          <p:cNvPr id="203779" name="图片 2"/>
          <p:cNvPicPr>
            <a:picLocks noChangeAspect="1"/>
          </p:cNvPicPr>
          <p:nvPr/>
        </p:nvPicPr>
        <p:blipFill>
          <a:blip r:embed="rId1"/>
          <a:stretch>
            <a:fillRect/>
          </a:stretch>
        </p:blipFill>
        <p:spPr>
          <a:xfrm>
            <a:off x="390525" y="971550"/>
            <a:ext cx="7243763" cy="2203450"/>
          </a:xfrm>
          <a:prstGeom prst="rect">
            <a:avLst/>
          </a:prstGeom>
          <a:noFill/>
          <a:ln w="9525">
            <a:noFill/>
          </a:ln>
        </p:spPr>
      </p:pic>
      <p:pic>
        <p:nvPicPr>
          <p:cNvPr id="203780" name="图片 5"/>
          <p:cNvPicPr>
            <a:picLocks noChangeAspect="1"/>
          </p:cNvPicPr>
          <p:nvPr/>
        </p:nvPicPr>
        <p:blipFill>
          <a:blip r:embed="rId2"/>
          <a:stretch>
            <a:fillRect/>
          </a:stretch>
        </p:blipFill>
        <p:spPr>
          <a:xfrm>
            <a:off x="438150" y="3355975"/>
            <a:ext cx="4133850" cy="1819275"/>
          </a:xfrm>
          <a:prstGeom prst="rect">
            <a:avLst/>
          </a:prstGeom>
          <a:noFill/>
          <a:ln w="9525">
            <a:noFill/>
          </a:ln>
        </p:spPr>
      </p:pic>
      <p:sp>
        <p:nvSpPr>
          <p:cNvPr id="203781" name="文本框 9"/>
          <p:cNvSpPr txBox="1"/>
          <p:nvPr/>
        </p:nvSpPr>
        <p:spPr>
          <a:xfrm>
            <a:off x="4675188" y="4486275"/>
            <a:ext cx="4602162" cy="1200150"/>
          </a:xfrm>
          <a:prstGeom prst="rect">
            <a:avLst/>
          </a:prstGeom>
          <a:noFill/>
          <a:ln w="9525">
            <a:noFill/>
          </a:ln>
        </p:spPr>
        <p:txBody>
          <a:bodyPr>
            <a:spAutoFit/>
          </a:bodyPr>
          <a:lstStyle>
            <a:lvl1pPr marL="342900" indent="-342900" algn="l" rtl="0" eaLnBrk="0" fontAlgn="base" hangingPunct="0">
              <a:spcBef>
                <a:spcPct val="35000"/>
              </a:spcBef>
              <a:spcAft>
                <a:spcPct val="0"/>
              </a:spcAft>
              <a:buClr>
                <a:srgbClr val="993300"/>
              </a:buClr>
              <a:buSzPct val="90000"/>
              <a:buFont typeface="Monotype Sorts" pitchFamily="-84" charset="2"/>
              <a:buChar char="n"/>
              <a:defRPr kumimoji="1">
                <a:solidFill>
                  <a:schemeClr val="tx1"/>
                </a:solidFill>
                <a:latin typeface="+mn-lt"/>
                <a:ea typeface="MS PGothic" panose="020B0600070205080204" pitchFamily="34" charset="-128"/>
                <a:cs typeface="MS PGothic" panose="020B0600070205080204" pitchFamily="34" charset="-128"/>
              </a:defRPr>
            </a:lvl1pPr>
            <a:lvl2pPr marL="742950" indent="-285750" algn="l" rtl="0" eaLnBrk="0" fontAlgn="base" hangingPunct="0">
              <a:spcBef>
                <a:spcPct val="35000"/>
              </a:spcBef>
              <a:spcAft>
                <a:spcPct val="0"/>
              </a:spcAft>
              <a:buClr>
                <a:srgbClr val="CC6600"/>
              </a:buClr>
              <a:buSzPct val="80000"/>
              <a:buFont typeface="Monotype Sorts" pitchFamily="-84" charset="2"/>
              <a:buChar char="l"/>
              <a:defRPr kumimoji="1">
                <a:solidFill>
                  <a:schemeClr val="tx1"/>
                </a:solidFill>
                <a:latin typeface="+mn-lt"/>
                <a:ea typeface="MS PGothic" panose="020B0600070205080204" pitchFamily="34" charset="-128"/>
              </a:defRPr>
            </a:lvl2pPr>
            <a:lvl3pPr marL="1085850"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a:solidFill>
                  <a:schemeClr val="tx1"/>
                </a:solidFill>
                <a:latin typeface="+mn-lt"/>
                <a:ea typeface="MS PGothic" panose="020B0600070205080204" pitchFamily="34" charset="-128"/>
              </a:defRPr>
            </a:lvl3pPr>
            <a:lvl4pPr marL="1428750" indent="-228600" algn="l" rtl="0" eaLnBrk="0" fontAlgn="base" hangingPunct="0">
              <a:spcBef>
                <a:spcPct val="35000"/>
              </a:spcBef>
              <a:spcAft>
                <a:spcPct val="0"/>
              </a:spcAft>
              <a:buClr>
                <a:schemeClr val="hlink"/>
              </a:buClr>
              <a:buSzPct val="75000"/>
              <a:buChar char="–"/>
              <a:defRPr kumimoji="1">
                <a:solidFill>
                  <a:schemeClr val="tx1"/>
                </a:solidFill>
                <a:latin typeface="+mn-lt"/>
                <a:ea typeface="MS PGothic" panose="020B0600070205080204" pitchFamily="34" charset="-128"/>
              </a:defRPr>
            </a:lvl4pPr>
            <a:lvl5pPr marL="17716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anose="020B0600070205080204" pitchFamily="34" charset="-128"/>
              </a:defRPr>
            </a:lvl5pPr>
          </a:lstStyle>
          <a:p>
            <a:pPr marL="0" lvl="0" indent="0">
              <a:spcBef>
                <a:spcPct val="0"/>
              </a:spcBef>
              <a:buClrTx/>
              <a:buSzTx/>
              <a:buFontTx/>
              <a:buNone/>
            </a:pPr>
            <a:r>
              <a:rPr lang="en-US" altLang="zh-CN" dirty="0">
                <a:solidFill>
                  <a:srgbClr val="FF0000"/>
                </a:solidFill>
                <a:latin typeface="system-ui"/>
              </a:rPr>
              <a:t>For Process P2, Need = (5, 0, 1)</a:t>
            </a:r>
            <a:endParaRPr lang="en-US" altLang="zh-CN" dirty="0">
              <a:solidFill>
                <a:srgbClr val="FF0000"/>
              </a:solidFill>
              <a:latin typeface="system-ui"/>
            </a:endParaRPr>
          </a:p>
          <a:p>
            <a:pPr marL="0" lvl="0" indent="0">
              <a:spcBef>
                <a:spcPct val="0"/>
              </a:spcBef>
              <a:buClrTx/>
              <a:buSzTx/>
              <a:buFontTx/>
              <a:buNone/>
            </a:pPr>
            <a:r>
              <a:rPr lang="en-US" altLang="zh-CN" dirty="0">
                <a:solidFill>
                  <a:srgbClr val="FF0000"/>
                </a:solidFill>
                <a:latin typeface="system-ui"/>
              </a:rPr>
              <a:t>Available = (4, 2, 2)</a:t>
            </a:r>
            <a:endParaRPr lang="en-US" altLang="zh-CN" dirty="0">
              <a:solidFill>
                <a:srgbClr val="FF0000"/>
              </a:solidFill>
              <a:latin typeface="system-ui"/>
            </a:endParaRPr>
          </a:p>
          <a:p>
            <a:pPr marL="0" lvl="0" indent="0">
              <a:spcBef>
                <a:spcPct val="0"/>
              </a:spcBef>
              <a:buClrTx/>
              <a:buSzTx/>
              <a:buFontTx/>
              <a:buNone/>
            </a:pPr>
            <a:r>
              <a:rPr lang="en-US" altLang="zh-CN" dirty="0">
                <a:solidFill>
                  <a:srgbClr val="FF0000"/>
                </a:solidFill>
                <a:latin typeface="system-ui"/>
              </a:rPr>
              <a:t>Need &lt;=Available = False</a:t>
            </a:r>
            <a:endParaRPr lang="en-US" altLang="zh-CN" dirty="0">
              <a:solidFill>
                <a:srgbClr val="FF0000"/>
              </a:solidFill>
              <a:latin typeface="system-ui"/>
            </a:endParaRPr>
          </a:p>
          <a:p>
            <a:pPr marL="0" lvl="0" indent="0">
              <a:spcBef>
                <a:spcPct val="0"/>
              </a:spcBef>
              <a:buClrTx/>
              <a:buSzTx/>
              <a:buFontTx/>
              <a:buNone/>
            </a:pPr>
            <a:r>
              <a:rPr lang="en-US" altLang="zh-CN" dirty="0">
                <a:solidFill>
                  <a:srgbClr val="FF0000"/>
                </a:solidFill>
                <a:latin typeface="system-ui"/>
              </a:rPr>
              <a:t>So, the system will move to the next process.</a:t>
            </a:r>
            <a:endParaRPr lang="en-US" altLang="zh-CN" dirty="0">
              <a:solidFill>
                <a:srgbClr val="FF0000"/>
              </a:solidFill>
              <a:latin typeface="system-ui"/>
            </a:endParaRPr>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5826" name="Rectangle 2"/>
          <p:cNvSpPr>
            <a:spLocks noGrp="1"/>
          </p:cNvSpPr>
          <p:nvPr>
            <p:ph type="title"/>
          </p:nvPr>
        </p:nvSpPr>
        <p:spPr>
          <a:xfrm>
            <a:off x="1109663" y="214313"/>
            <a:ext cx="7577137" cy="576262"/>
          </a:xfrm>
        </p:spPr>
        <p:txBody>
          <a:bodyPr vert="horz" wrap="square" lIns="91440" tIns="45720" rIns="91440" bIns="45720" anchor="b" anchorCtr="0"/>
          <a:p>
            <a:pPr eaLnBrk="1" hangingPunct="1"/>
            <a:r>
              <a:rPr lang="en-US" altLang="en-US" dirty="0"/>
              <a:t>Revi</a:t>
            </a:r>
            <a:r>
              <a:rPr lang="en-US" altLang="zh-CN" dirty="0"/>
              <a:t>sit</a:t>
            </a:r>
            <a:r>
              <a:rPr lang="en-US" altLang="en-US" dirty="0"/>
              <a:t>: banker’s algorithm</a:t>
            </a:r>
            <a:endParaRPr lang="en-US" altLang="en-US" dirty="0">
              <a:solidFill>
                <a:srgbClr val="FF0000"/>
              </a:solidFill>
            </a:endParaRPr>
          </a:p>
        </p:txBody>
      </p:sp>
      <p:pic>
        <p:nvPicPr>
          <p:cNvPr id="205827" name="图片 2"/>
          <p:cNvPicPr>
            <a:picLocks noChangeAspect="1"/>
          </p:cNvPicPr>
          <p:nvPr/>
        </p:nvPicPr>
        <p:blipFill>
          <a:blip r:embed="rId1"/>
          <a:stretch>
            <a:fillRect/>
          </a:stretch>
        </p:blipFill>
        <p:spPr>
          <a:xfrm>
            <a:off x="390525" y="971550"/>
            <a:ext cx="7243763" cy="2203450"/>
          </a:xfrm>
          <a:prstGeom prst="rect">
            <a:avLst/>
          </a:prstGeom>
          <a:noFill/>
          <a:ln w="9525">
            <a:noFill/>
          </a:ln>
        </p:spPr>
      </p:pic>
      <p:pic>
        <p:nvPicPr>
          <p:cNvPr id="205828" name="图片 5"/>
          <p:cNvPicPr>
            <a:picLocks noChangeAspect="1"/>
          </p:cNvPicPr>
          <p:nvPr/>
        </p:nvPicPr>
        <p:blipFill>
          <a:blip r:embed="rId2"/>
          <a:stretch>
            <a:fillRect/>
          </a:stretch>
        </p:blipFill>
        <p:spPr>
          <a:xfrm>
            <a:off x="438150" y="3355975"/>
            <a:ext cx="4133850" cy="1819275"/>
          </a:xfrm>
          <a:prstGeom prst="rect">
            <a:avLst/>
          </a:prstGeom>
          <a:noFill/>
          <a:ln w="9525">
            <a:noFill/>
          </a:ln>
        </p:spPr>
      </p:pic>
      <p:sp>
        <p:nvSpPr>
          <p:cNvPr id="205829" name="文本框 6"/>
          <p:cNvSpPr txBox="1"/>
          <p:nvPr/>
        </p:nvSpPr>
        <p:spPr>
          <a:xfrm>
            <a:off x="3924300" y="5175250"/>
            <a:ext cx="4603750" cy="1200150"/>
          </a:xfrm>
          <a:prstGeom prst="rect">
            <a:avLst/>
          </a:prstGeom>
          <a:noFill/>
          <a:ln w="9525">
            <a:noFill/>
          </a:ln>
        </p:spPr>
        <p:txBody>
          <a:bodyPr>
            <a:spAutoFit/>
          </a:bodyPr>
          <a:lstStyle>
            <a:lvl1pPr marL="342900" indent="-342900" algn="l" rtl="0" eaLnBrk="0" fontAlgn="base" hangingPunct="0">
              <a:spcBef>
                <a:spcPct val="35000"/>
              </a:spcBef>
              <a:spcAft>
                <a:spcPct val="0"/>
              </a:spcAft>
              <a:buClr>
                <a:srgbClr val="993300"/>
              </a:buClr>
              <a:buSzPct val="90000"/>
              <a:buFont typeface="Monotype Sorts" pitchFamily="-84" charset="2"/>
              <a:buChar char="n"/>
              <a:defRPr kumimoji="1">
                <a:solidFill>
                  <a:schemeClr val="tx1"/>
                </a:solidFill>
                <a:latin typeface="+mn-lt"/>
                <a:ea typeface="MS PGothic" panose="020B0600070205080204" pitchFamily="34" charset="-128"/>
                <a:cs typeface="MS PGothic" panose="020B0600070205080204" pitchFamily="34" charset="-128"/>
              </a:defRPr>
            </a:lvl1pPr>
            <a:lvl2pPr marL="742950" indent="-285750" algn="l" rtl="0" eaLnBrk="0" fontAlgn="base" hangingPunct="0">
              <a:spcBef>
                <a:spcPct val="35000"/>
              </a:spcBef>
              <a:spcAft>
                <a:spcPct val="0"/>
              </a:spcAft>
              <a:buClr>
                <a:srgbClr val="CC6600"/>
              </a:buClr>
              <a:buSzPct val="80000"/>
              <a:buFont typeface="Monotype Sorts" pitchFamily="-84" charset="2"/>
              <a:buChar char="l"/>
              <a:defRPr kumimoji="1">
                <a:solidFill>
                  <a:schemeClr val="tx1"/>
                </a:solidFill>
                <a:latin typeface="+mn-lt"/>
                <a:ea typeface="MS PGothic" panose="020B0600070205080204" pitchFamily="34" charset="-128"/>
              </a:defRPr>
            </a:lvl2pPr>
            <a:lvl3pPr marL="1085850"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a:solidFill>
                  <a:schemeClr val="tx1"/>
                </a:solidFill>
                <a:latin typeface="+mn-lt"/>
                <a:ea typeface="MS PGothic" panose="020B0600070205080204" pitchFamily="34" charset="-128"/>
              </a:defRPr>
            </a:lvl3pPr>
            <a:lvl4pPr marL="1428750" indent="-228600" algn="l" rtl="0" eaLnBrk="0" fontAlgn="base" hangingPunct="0">
              <a:spcBef>
                <a:spcPct val="35000"/>
              </a:spcBef>
              <a:spcAft>
                <a:spcPct val="0"/>
              </a:spcAft>
              <a:buClr>
                <a:schemeClr val="hlink"/>
              </a:buClr>
              <a:buSzPct val="75000"/>
              <a:buChar char="–"/>
              <a:defRPr kumimoji="1">
                <a:solidFill>
                  <a:schemeClr val="tx1"/>
                </a:solidFill>
                <a:latin typeface="+mn-lt"/>
                <a:ea typeface="MS PGothic" panose="020B0600070205080204" pitchFamily="34" charset="-128"/>
              </a:defRPr>
            </a:lvl4pPr>
            <a:lvl5pPr marL="17716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anose="020B0600070205080204" pitchFamily="34" charset="-128"/>
              </a:defRPr>
            </a:lvl5pPr>
          </a:lstStyle>
          <a:p>
            <a:pPr marL="0" lvl="0" indent="0">
              <a:spcBef>
                <a:spcPct val="0"/>
              </a:spcBef>
              <a:buClrTx/>
              <a:buSzTx/>
              <a:buFontTx/>
              <a:buNone/>
            </a:pPr>
            <a:r>
              <a:rPr lang="en-US" altLang="zh-CN" dirty="0">
                <a:solidFill>
                  <a:srgbClr val="FF0000"/>
                </a:solidFill>
                <a:latin typeface="system-ui"/>
              </a:rPr>
              <a:t>For Process P3, Need = (7, 3, 3)</a:t>
            </a:r>
            <a:endParaRPr lang="en-US" altLang="zh-CN" dirty="0">
              <a:solidFill>
                <a:srgbClr val="FF0000"/>
              </a:solidFill>
              <a:latin typeface="system-ui"/>
            </a:endParaRPr>
          </a:p>
          <a:p>
            <a:pPr marL="0" lvl="0" indent="0">
              <a:spcBef>
                <a:spcPct val="0"/>
              </a:spcBef>
              <a:buClrTx/>
              <a:buSzTx/>
              <a:buFontTx/>
              <a:buNone/>
            </a:pPr>
            <a:r>
              <a:rPr lang="en-US" altLang="zh-CN" dirty="0">
                <a:solidFill>
                  <a:srgbClr val="FF0000"/>
                </a:solidFill>
                <a:latin typeface="system-ui"/>
              </a:rPr>
              <a:t>Available = (4, 2, 2)</a:t>
            </a:r>
            <a:endParaRPr lang="en-US" altLang="zh-CN" dirty="0">
              <a:solidFill>
                <a:srgbClr val="FF0000"/>
              </a:solidFill>
              <a:latin typeface="system-ui"/>
            </a:endParaRPr>
          </a:p>
          <a:p>
            <a:pPr marL="0" lvl="0" indent="0">
              <a:spcBef>
                <a:spcPct val="0"/>
              </a:spcBef>
              <a:buClrTx/>
              <a:buSzTx/>
              <a:buFontTx/>
              <a:buNone/>
            </a:pPr>
            <a:r>
              <a:rPr lang="en-US" altLang="zh-CN" dirty="0">
                <a:solidFill>
                  <a:srgbClr val="FF0000"/>
                </a:solidFill>
                <a:latin typeface="system-ui"/>
              </a:rPr>
              <a:t>Need &lt;=Available = False</a:t>
            </a:r>
            <a:endParaRPr lang="en-US" altLang="zh-CN" dirty="0">
              <a:solidFill>
                <a:srgbClr val="FF0000"/>
              </a:solidFill>
              <a:latin typeface="system-ui"/>
            </a:endParaRPr>
          </a:p>
          <a:p>
            <a:pPr marL="0" lvl="0" indent="0">
              <a:spcBef>
                <a:spcPct val="0"/>
              </a:spcBef>
              <a:buClrTx/>
              <a:buSzTx/>
              <a:buFontTx/>
              <a:buNone/>
            </a:pPr>
            <a:r>
              <a:rPr lang="en-US" altLang="zh-CN" dirty="0">
                <a:solidFill>
                  <a:srgbClr val="FF0000"/>
                </a:solidFill>
                <a:latin typeface="system-ui"/>
              </a:rPr>
              <a:t>So, the system will move to the next process.</a:t>
            </a:r>
            <a:endParaRPr lang="en-US" altLang="zh-CN" dirty="0">
              <a:solidFill>
                <a:srgbClr val="FF0000"/>
              </a:solidFill>
              <a:latin typeface="system-ui"/>
            </a:endParaRPr>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7874" name="Rectangle 2"/>
          <p:cNvSpPr>
            <a:spLocks noGrp="1"/>
          </p:cNvSpPr>
          <p:nvPr>
            <p:ph type="title"/>
          </p:nvPr>
        </p:nvSpPr>
        <p:spPr>
          <a:xfrm>
            <a:off x="1109663" y="214313"/>
            <a:ext cx="7577137" cy="576262"/>
          </a:xfrm>
        </p:spPr>
        <p:txBody>
          <a:bodyPr vert="horz" wrap="square" lIns="91440" tIns="45720" rIns="91440" bIns="45720" anchor="b" anchorCtr="0"/>
          <a:p>
            <a:pPr eaLnBrk="1" hangingPunct="1"/>
            <a:r>
              <a:rPr lang="en-US" altLang="en-US" dirty="0"/>
              <a:t>Revi</a:t>
            </a:r>
            <a:r>
              <a:rPr lang="en-US" altLang="zh-CN" dirty="0"/>
              <a:t>sit</a:t>
            </a:r>
            <a:r>
              <a:rPr lang="en-US" altLang="en-US" dirty="0"/>
              <a:t>: banker’s algorithm</a:t>
            </a:r>
            <a:endParaRPr lang="en-US" altLang="en-US" dirty="0">
              <a:solidFill>
                <a:srgbClr val="FF0000"/>
              </a:solidFill>
            </a:endParaRPr>
          </a:p>
        </p:txBody>
      </p:sp>
      <p:pic>
        <p:nvPicPr>
          <p:cNvPr id="207875" name="图片 2"/>
          <p:cNvPicPr>
            <a:picLocks noChangeAspect="1"/>
          </p:cNvPicPr>
          <p:nvPr/>
        </p:nvPicPr>
        <p:blipFill>
          <a:blip r:embed="rId1"/>
          <a:stretch>
            <a:fillRect/>
          </a:stretch>
        </p:blipFill>
        <p:spPr>
          <a:xfrm>
            <a:off x="390525" y="971550"/>
            <a:ext cx="7243763" cy="2203450"/>
          </a:xfrm>
          <a:prstGeom prst="rect">
            <a:avLst/>
          </a:prstGeom>
          <a:noFill/>
          <a:ln w="9525">
            <a:noFill/>
          </a:ln>
        </p:spPr>
      </p:pic>
      <p:pic>
        <p:nvPicPr>
          <p:cNvPr id="207876" name="图片 5"/>
          <p:cNvPicPr>
            <a:picLocks noChangeAspect="1"/>
          </p:cNvPicPr>
          <p:nvPr/>
        </p:nvPicPr>
        <p:blipFill>
          <a:blip r:embed="rId2"/>
          <a:stretch>
            <a:fillRect/>
          </a:stretch>
        </p:blipFill>
        <p:spPr>
          <a:xfrm>
            <a:off x="438150" y="3355975"/>
            <a:ext cx="4133850" cy="1819275"/>
          </a:xfrm>
          <a:prstGeom prst="rect">
            <a:avLst/>
          </a:prstGeom>
          <a:noFill/>
          <a:ln w="9525">
            <a:noFill/>
          </a:ln>
        </p:spPr>
      </p:pic>
      <p:sp>
        <p:nvSpPr>
          <p:cNvPr id="207877" name="文本框 7"/>
          <p:cNvSpPr txBox="1"/>
          <p:nvPr/>
        </p:nvSpPr>
        <p:spPr>
          <a:xfrm>
            <a:off x="4846638" y="4159250"/>
            <a:ext cx="4603750" cy="2032000"/>
          </a:xfrm>
          <a:prstGeom prst="rect">
            <a:avLst/>
          </a:prstGeom>
          <a:noFill/>
          <a:ln w="9525">
            <a:noFill/>
          </a:ln>
        </p:spPr>
        <p:txBody>
          <a:bodyPr>
            <a:spAutoFit/>
          </a:bodyPr>
          <a:lstStyle>
            <a:lvl1pPr marL="342900" indent="-342900" algn="l" rtl="0" eaLnBrk="0" fontAlgn="base" hangingPunct="0">
              <a:spcBef>
                <a:spcPct val="35000"/>
              </a:spcBef>
              <a:spcAft>
                <a:spcPct val="0"/>
              </a:spcAft>
              <a:buClr>
                <a:srgbClr val="993300"/>
              </a:buClr>
              <a:buSzPct val="90000"/>
              <a:buFont typeface="Monotype Sorts" pitchFamily="-84" charset="2"/>
              <a:buChar char="n"/>
              <a:defRPr kumimoji="1">
                <a:solidFill>
                  <a:schemeClr val="tx1"/>
                </a:solidFill>
                <a:latin typeface="+mn-lt"/>
                <a:ea typeface="MS PGothic" panose="020B0600070205080204" pitchFamily="34" charset="-128"/>
                <a:cs typeface="MS PGothic" panose="020B0600070205080204" pitchFamily="34" charset="-128"/>
              </a:defRPr>
            </a:lvl1pPr>
            <a:lvl2pPr marL="742950" indent="-285750" algn="l" rtl="0" eaLnBrk="0" fontAlgn="base" hangingPunct="0">
              <a:spcBef>
                <a:spcPct val="35000"/>
              </a:spcBef>
              <a:spcAft>
                <a:spcPct val="0"/>
              </a:spcAft>
              <a:buClr>
                <a:srgbClr val="CC6600"/>
              </a:buClr>
              <a:buSzPct val="80000"/>
              <a:buFont typeface="Monotype Sorts" pitchFamily="-84" charset="2"/>
              <a:buChar char="l"/>
              <a:defRPr kumimoji="1">
                <a:solidFill>
                  <a:schemeClr val="tx1"/>
                </a:solidFill>
                <a:latin typeface="+mn-lt"/>
                <a:ea typeface="MS PGothic" panose="020B0600070205080204" pitchFamily="34" charset="-128"/>
              </a:defRPr>
            </a:lvl2pPr>
            <a:lvl3pPr marL="1085850"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a:solidFill>
                  <a:schemeClr val="tx1"/>
                </a:solidFill>
                <a:latin typeface="+mn-lt"/>
                <a:ea typeface="MS PGothic" panose="020B0600070205080204" pitchFamily="34" charset="-128"/>
              </a:defRPr>
            </a:lvl3pPr>
            <a:lvl4pPr marL="1428750" indent="-228600" algn="l" rtl="0" eaLnBrk="0" fontAlgn="base" hangingPunct="0">
              <a:spcBef>
                <a:spcPct val="35000"/>
              </a:spcBef>
              <a:spcAft>
                <a:spcPct val="0"/>
              </a:spcAft>
              <a:buClr>
                <a:schemeClr val="hlink"/>
              </a:buClr>
              <a:buSzPct val="75000"/>
              <a:buChar char="–"/>
              <a:defRPr kumimoji="1">
                <a:solidFill>
                  <a:schemeClr val="tx1"/>
                </a:solidFill>
                <a:latin typeface="+mn-lt"/>
                <a:ea typeface="MS PGothic" panose="020B0600070205080204" pitchFamily="34" charset="-128"/>
              </a:defRPr>
            </a:lvl4pPr>
            <a:lvl5pPr marL="17716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anose="020B0600070205080204" pitchFamily="34" charset="-128"/>
              </a:defRPr>
            </a:lvl5pPr>
          </a:lstStyle>
          <a:p>
            <a:pPr marL="0" lvl="0" indent="0">
              <a:spcBef>
                <a:spcPct val="0"/>
              </a:spcBef>
              <a:buClrTx/>
              <a:buSzTx/>
              <a:buFontTx/>
              <a:buNone/>
            </a:pPr>
            <a:r>
              <a:rPr lang="en-US" altLang="zh-CN" dirty="0">
                <a:solidFill>
                  <a:srgbClr val="FF0000"/>
                </a:solidFill>
                <a:latin typeface="system-ui"/>
              </a:rPr>
              <a:t>For Process P4, Need = (0, 0, 0)</a:t>
            </a:r>
            <a:endParaRPr lang="en-US" altLang="zh-CN" dirty="0">
              <a:solidFill>
                <a:srgbClr val="FF0000"/>
              </a:solidFill>
              <a:latin typeface="system-ui"/>
            </a:endParaRPr>
          </a:p>
          <a:p>
            <a:pPr marL="0" lvl="0" indent="0">
              <a:spcBef>
                <a:spcPct val="0"/>
              </a:spcBef>
              <a:buClrTx/>
              <a:buSzTx/>
              <a:buFontTx/>
              <a:buNone/>
            </a:pPr>
            <a:r>
              <a:rPr lang="en-US" altLang="zh-CN" dirty="0">
                <a:solidFill>
                  <a:srgbClr val="FF0000"/>
                </a:solidFill>
                <a:latin typeface="system-ui"/>
              </a:rPr>
              <a:t>Available = (4, 2, 2)</a:t>
            </a:r>
            <a:endParaRPr lang="en-US" altLang="zh-CN" dirty="0">
              <a:solidFill>
                <a:srgbClr val="FF0000"/>
              </a:solidFill>
              <a:latin typeface="system-ui"/>
            </a:endParaRPr>
          </a:p>
          <a:p>
            <a:pPr marL="0" lvl="0" indent="0">
              <a:spcBef>
                <a:spcPct val="0"/>
              </a:spcBef>
              <a:buClrTx/>
              <a:buSzTx/>
              <a:buFontTx/>
              <a:buNone/>
            </a:pPr>
            <a:r>
              <a:rPr lang="en-US" altLang="zh-CN" dirty="0">
                <a:solidFill>
                  <a:srgbClr val="FF0000"/>
                </a:solidFill>
                <a:latin typeface="system-ui"/>
              </a:rPr>
              <a:t>Need &lt;= Available = True</a:t>
            </a:r>
            <a:endParaRPr lang="en-US" altLang="zh-CN" dirty="0">
              <a:solidFill>
                <a:srgbClr val="FF0000"/>
              </a:solidFill>
              <a:latin typeface="system-ui"/>
            </a:endParaRPr>
          </a:p>
          <a:p>
            <a:pPr marL="0" lvl="0" indent="0">
              <a:spcBef>
                <a:spcPct val="0"/>
              </a:spcBef>
              <a:buClrTx/>
              <a:buSzTx/>
              <a:buFontTx/>
              <a:buNone/>
            </a:pPr>
            <a:r>
              <a:rPr lang="en-US" altLang="zh-CN" dirty="0">
                <a:solidFill>
                  <a:srgbClr val="FF0000"/>
                </a:solidFill>
                <a:latin typeface="system-ui"/>
              </a:rPr>
              <a:t>Request of P4 is granted.</a:t>
            </a:r>
            <a:endParaRPr lang="en-US" altLang="zh-CN" dirty="0">
              <a:solidFill>
                <a:srgbClr val="FF0000"/>
              </a:solidFill>
              <a:latin typeface="system-ui"/>
            </a:endParaRPr>
          </a:p>
          <a:p>
            <a:pPr marL="0" lvl="0" indent="0">
              <a:spcBef>
                <a:spcPct val="0"/>
              </a:spcBef>
              <a:buClrTx/>
              <a:buSzTx/>
              <a:buFontTx/>
              <a:buNone/>
            </a:pPr>
            <a:r>
              <a:rPr lang="en-US" altLang="zh-CN" dirty="0">
                <a:solidFill>
                  <a:srgbClr val="FF0000"/>
                </a:solidFill>
                <a:latin typeface="system-ui"/>
              </a:rPr>
              <a:t>Available = Available + Allocation</a:t>
            </a:r>
            <a:endParaRPr lang="en-US" altLang="zh-CN" dirty="0">
              <a:solidFill>
                <a:srgbClr val="FF0000"/>
              </a:solidFill>
              <a:latin typeface="system-ui"/>
            </a:endParaRPr>
          </a:p>
          <a:p>
            <a:pPr marL="0" lvl="0" indent="0">
              <a:spcBef>
                <a:spcPct val="0"/>
              </a:spcBef>
              <a:buClrTx/>
              <a:buSzTx/>
              <a:buFontTx/>
              <a:buNone/>
            </a:pPr>
            <a:r>
              <a:rPr lang="en-US" altLang="zh-CN" dirty="0">
                <a:solidFill>
                  <a:srgbClr val="FF0000"/>
                </a:solidFill>
                <a:latin typeface="system-ui"/>
              </a:rPr>
              <a:t>= (4, 2, 2) + (1, 1, 2)</a:t>
            </a:r>
            <a:endParaRPr lang="en-US" altLang="zh-CN" dirty="0">
              <a:solidFill>
                <a:srgbClr val="FF0000"/>
              </a:solidFill>
              <a:latin typeface="system-ui"/>
            </a:endParaRPr>
          </a:p>
          <a:p>
            <a:pPr marL="0" lvl="0" indent="0">
              <a:spcBef>
                <a:spcPct val="0"/>
              </a:spcBef>
              <a:buClrTx/>
              <a:buSzTx/>
              <a:buFontTx/>
              <a:buNone/>
            </a:pPr>
            <a:r>
              <a:rPr lang="en-US" altLang="zh-CN" dirty="0">
                <a:solidFill>
                  <a:srgbClr val="FF0000"/>
                </a:solidFill>
                <a:latin typeface="system-ui"/>
              </a:rPr>
              <a:t>= (5, 3, 4) now, (New Available)</a:t>
            </a:r>
            <a:endParaRPr lang="en-US" altLang="zh-CN" dirty="0">
              <a:solidFill>
                <a:srgbClr val="FF0000"/>
              </a:solidFill>
              <a:latin typeface="system-ui"/>
            </a:endParaRPr>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9922" name="Rectangle 2"/>
          <p:cNvSpPr>
            <a:spLocks noGrp="1"/>
          </p:cNvSpPr>
          <p:nvPr>
            <p:ph type="title"/>
          </p:nvPr>
        </p:nvSpPr>
        <p:spPr>
          <a:xfrm>
            <a:off x="1109663" y="214313"/>
            <a:ext cx="7577137" cy="576262"/>
          </a:xfrm>
        </p:spPr>
        <p:txBody>
          <a:bodyPr vert="horz" wrap="square" lIns="91440" tIns="45720" rIns="91440" bIns="45720" anchor="b" anchorCtr="0"/>
          <a:p>
            <a:pPr eaLnBrk="1" hangingPunct="1"/>
            <a:r>
              <a:rPr lang="en-US" altLang="en-US" dirty="0"/>
              <a:t>Revi</a:t>
            </a:r>
            <a:r>
              <a:rPr lang="en-US" altLang="zh-CN" dirty="0"/>
              <a:t>sit</a:t>
            </a:r>
            <a:r>
              <a:rPr lang="en-US" altLang="en-US" dirty="0"/>
              <a:t>: banker’s algorithm</a:t>
            </a:r>
            <a:endParaRPr lang="en-US" altLang="en-US" dirty="0">
              <a:solidFill>
                <a:srgbClr val="FF0000"/>
              </a:solidFill>
            </a:endParaRPr>
          </a:p>
        </p:txBody>
      </p:sp>
      <p:pic>
        <p:nvPicPr>
          <p:cNvPr id="209923" name="图片 2"/>
          <p:cNvPicPr>
            <a:picLocks noChangeAspect="1"/>
          </p:cNvPicPr>
          <p:nvPr/>
        </p:nvPicPr>
        <p:blipFill>
          <a:blip r:embed="rId1"/>
          <a:stretch>
            <a:fillRect/>
          </a:stretch>
        </p:blipFill>
        <p:spPr>
          <a:xfrm>
            <a:off x="390525" y="971550"/>
            <a:ext cx="7243763" cy="2203450"/>
          </a:xfrm>
          <a:prstGeom prst="rect">
            <a:avLst/>
          </a:prstGeom>
          <a:noFill/>
          <a:ln w="9525">
            <a:noFill/>
          </a:ln>
        </p:spPr>
      </p:pic>
      <p:pic>
        <p:nvPicPr>
          <p:cNvPr id="209924" name="图片 5"/>
          <p:cNvPicPr>
            <a:picLocks noChangeAspect="1"/>
          </p:cNvPicPr>
          <p:nvPr/>
        </p:nvPicPr>
        <p:blipFill>
          <a:blip r:embed="rId2"/>
          <a:stretch>
            <a:fillRect/>
          </a:stretch>
        </p:blipFill>
        <p:spPr>
          <a:xfrm>
            <a:off x="438150" y="3355975"/>
            <a:ext cx="4133850" cy="1819275"/>
          </a:xfrm>
          <a:prstGeom prst="rect">
            <a:avLst/>
          </a:prstGeom>
          <a:noFill/>
          <a:ln w="9525">
            <a:noFill/>
          </a:ln>
        </p:spPr>
      </p:pic>
      <p:sp>
        <p:nvSpPr>
          <p:cNvPr id="209925" name="文本框 6"/>
          <p:cNvSpPr txBox="1"/>
          <p:nvPr/>
        </p:nvSpPr>
        <p:spPr>
          <a:xfrm>
            <a:off x="4572000" y="3817938"/>
            <a:ext cx="4602163" cy="2308225"/>
          </a:xfrm>
          <a:prstGeom prst="rect">
            <a:avLst/>
          </a:prstGeom>
          <a:noFill/>
          <a:ln w="9525">
            <a:noFill/>
          </a:ln>
        </p:spPr>
        <p:txBody>
          <a:bodyPr>
            <a:spAutoFit/>
          </a:bodyPr>
          <a:lstStyle>
            <a:lvl1pPr marL="342900" indent="-342900" algn="l" rtl="0" eaLnBrk="0" fontAlgn="base" hangingPunct="0">
              <a:spcBef>
                <a:spcPct val="35000"/>
              </a:spcBef>
              <a:spcAft>
                <a:spcPct val="0"/>
              </a:spcAft>
              <a:buClr>
                <a:srgbClr val="993300"/>
              </a:buClr>
              <a:buSzPct val="90000"/>
              <a:buFont typeface="Monotype Sorts" pitchFamily="-84" charset="2"/>
              <a:buChar char="n"/>
              <a:defRPr kumimoji="1">
                <a:solidFill>
                  <a:schemeClr val="tx1"/>
                </a:solidFill>
                <a:latin typeface="+mn-lt"/>
                <a:ea typeface="MS PGothic" panose="020B0600070205080204" pitchFamily="34" charset="-128"/>
                <a:cs typeface="MS PGothic" panose="020B0600070205080204" pitchFamily="34" charset="-128"/>
              </a:defRPr>
            </a:lvl1pPr>
            <a:lvl2pPr marL="742950" indent="-285750" algn="l" rtl="0" eaLnBrk="0" fontAlgn="base" hangingPunct="0">
              <a:spcBef>
                <a:spcPct val="35000"/>
              </a:spcBef>
              <a:spcAft>
                <a:spcPct val="0"/>
              </a:spcAft>
              <a:buClr>
                <a:srgbClr val="CC6600"/>
              </a:buClr>
              <a:buSzPct val="80000"/>
              <a:buFont typeface="Monotype Sorts" pitchFamily="-84" charset="2"/>
              <a:buChar char="l"/>
              <a:defRPr kumimoji="1">
                <a:solidFill>
                  <a:schemeClr val="tx1"/>
                </a:solidFill>
                <a:latin typeface="+mn-lt"/>
                <a:ea typeface="MS PGothic" panose="020B0600070205080204" pitchFamily="34" charset="-128"/>
              </a:defRPr>
            </a:lvl2pPr>
            <a:lvl3pPr marL="1085850"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a:solidFill>
                  <a:schemeClr val="tx1"/>
                </a:solidFill>
                <a:latin typeface="+mn-lt"/>
                <a:ea typeface="MS PGothic" panose="020B0600070205080204" pitchFamily="34" charset="-128"/>
              </a:defRPr>
            </a:lvl3pPr>
            <a:lvl4pPr marL="1428750" indent="-228600" algn="l" rtl="0" eaLnBrk="0" fontAlgn="base" hangingPunct="0">
              <a:spcBef>
                <a:spcPct val="35000"/>
              </a:spcBef>
              <a:spcAft>
                <a:spcPct val="0"/>
              </a:spcAft>
              <a:buClr>
                <a:schemeClr val="hlink"/>
              </a:buClr>
              <a:buSzPct val="75000"/>
              <a:buChar char="–"/>
              <a:defRPr kumimoji="1">
                <a:solidFill>
                  <a:schemeClr val="tx1"/>
                </a:solidFill>
                <a:latin typeface="+mn-lt"/>
                <a:ea typeface="MS PGothic" panose="020B0600070205080204" pitchFamily="34" charset="-128"/>
              </a:defRPr>
            </a:lvl4pPr>
            <a:lvl5pPr marL="17716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anose="020B0600070205080204" pitchFamily="34" charset="-128"/>
              </a:defRPr>
            </a:lvl5pPr>
          </a:lstStyle>
          <a:p>
            <a:pPr marL="0" lvl="0" indent="0">
              <a:spcBef>
                <a:spcPct val="0"/>
              </a:spcBef>
              <a:buClrTx/>
              <a:buSzTx/>
              <a:buFontTx/>
              <a:buNone/>
            </a:pPr>
            <a:r>
              <a:rPr lang="en-US" altLang="zh-CN" dirty="0">
                <a:solidFill>
                  <a:srgbClr val="FF0000"/>
                </a:solidFill>
                <a:latin typeface="system-ui"/>
              </a:rPr>
              <a:t>Now again check for Process P2, Need = (5, 0, 1)</a:t>
            </a:r>
            <a:endParaRPr lang="en-US" altLang="zh-CN" dirty="0">
              <a:solidFill>
                <a:srgbClr val="FF0000"/>
              </a:solidFill>
              <a:latin typeface="system-ui"/>
            </a:endParaRPr>
          </a:p>
          <a:p>
            <a:pPr marL="0" lvl="0" indent="0">
              <a:spcBef>
                <a:spcPct val="0"/>
              </a:spcBef>
              <a:buClrTx/>
              <a:buSzTx/>
              <a:buFontTx/>
              <a:buNone/>
            </a:pPr>
            <a:r>
              <a:rPr lang="en-US" altLang="zh-CN" dirty="0">
                <a:solidFill>
                  <a:srgbClr val="FF0000"/>
                </a:solidFill>
                <a:latin typeface="system-ui"/>
              </a:rPr>
              <a:t>Available = (5, 3, 4)</a:t>
            </a:r>
            <a:endParaRPr lang="en-US" altLang="zh-CN" dirty="0">
              <a:solidFill>
                <a:srgbClr val="FF0000"/>
              </a:solidFill>
              <a:latin typeface="system-ui"/>
            </a:endParaRPr>
          </a:p>
          <a:p>
            <a:pPr marL="0" lvl="0" indent="0">
              <a:spcBef>
                <a:spcPct val="0"/>
              </a:spcBef>
              <a:buClrTx/>
              <a:buSzTx/>
              <a:buFontTx/>
              <a:buNone/>
            </a:pPr>
            <a:r>
              <a:rPr lang="en-US" altLang="zh-CN" dirty="0">
                <a:solidFill>
                  <a:srgbClr val="FF0000"/>
                </a:solidFill>
                <a:latin typeface="system-ui"/>
              </a:rPr>
              <a:t>Need &lt;= Available = True</a:t>
            </a:r>
            <a:endParaRPr lang="en-US" altLang="zh-CN" dirty="0">
              <a:solidFill>
                <a:srgbClr val="FF0000"/>
              </a:solidFill>
              <a:latin typeface="system-ui"/>
            </a:endParaRPr>
          </a:p>
          <a:p>
            <a:pPr marL="0" lvl="0" indent="0">
              <a:spcBef>
                <a:spcPct val="0"/>
              </a:spcBef>
              <a:buClrTx/>
              <a:buSzTx/>
              <a:buFontTx/>
              <a:buNone/>
            </a:pPr>
            <a:r>
              <a:rPr lang="en-US" altLang="zh-CN" dirty="0">
                <a:solidFill>
                  <a:srgbClr val="FF0000"/>
                </a:solidFill>
                <a:latin typeface="system-ui"/>
              </a:rPr>
              <a:t>Request of P2 is granted.</a:t>
            </a:r>
            <a:endParaRPr lang="en-US" altLang="zh-CN" dirty="0">
              <a:solidFill>
                <a:srgbClr val="FF0000"/>
              </a:solidFill>
              <a:latin typeface="system-ui"/>
            </a:endParaRPr>
          </a:p>
          <a:p>
            <a:pPr marL="0" lvl="0" indent="0">
              <a:spcBef>
                <a:spcPct val="0"/>
              </a:spcBef>
              <a:buClrTx/>
              <a:buSzTx/>
              <a:buFontTx/>
              <a:buNone/>
            </a:pPr>
            <a:r>
              <a:rPr lang="en-US" altLang="zh-CN" dirty="0">
                <a:solidFill>
                  <a:srgbClr val="FF0000"/>
                </a:solidFill>
                <a:latin typeface="system-ui"/>
              </a:rPr>
              <a:t>Available = Available + Allocation</a:t>
            </a:r>
            <a:endParaRPr lang="en-US" altLang="zh-CN" dirty="0">
              <a:solidFill>
                <a:srgbClr val="FF0000"/>
              </a:solidFill>
              <a:latin typeface="system-ui"/>
            </a:endParaRPr>
          </a:p>
          <a:p>
            <a:pPr marL="0" lvl="0" indent="0">
              <a:spcBef>
                <a:spcPct val="0"/>
              </a:spcBef>
              <a:buClrTx/>
              <a:buSzTx/>
              <a:buFontTx/>
              <a:buNone/>
            </a:pPr>
            <a:r>
              <a:rPr lang="en-US" altLang="zh-CN" dirty="0">
                <a:solidFill>
                  <a:srgbClr val="FF0000"/>
                </a:solidFill>
                <a:latin typeface="system-ui"/>
              </a:rPr>
              <a:t>= (5, 3, 4) + (4, 0, 1)</a:t>
            </a:r>
            <a:endParaRPr lang="en-US" altLang="zh-CN" dirty="0">
              <a:solidFill>
                <a:srgbClr val="FF0000"/>
              </a:solidFill>
              <a:latin typeface="system-ui"/>
            </a:endParaRPr>
          </a:p>
          <a:p>
            <a:pPr marL="0" lvl="0" indent="0">
              <a:spcBef>
                <a:spcPct val="0"/>
              </a:spcBef>
              <a:buClrTx/>
              <a:buSzTx/>
              <a:buFontTx/>
              <a:buNone/>
            </a:pPr>
            <a:r>
              <a:rPr lang="en-US" altLang="zh-CN" dirty="0">
                <a:solidFill>
                  <a:srgbClr val="FF0000"/>
                </a:solidFill>
                <a:latin typeface="system-ui"/>
              </a:rPr>
              <a:t>= (9, 3, 5) now, (New Available)</a:t>
            </a:r>
            <a:endParaRPr lang="en-US" altLang="zh-CN" dirty="0">
              <a:solidFill>
                <a:srgbClr val="FF0000"/>
              </a:solidFill>
              <a:latin typeface="system-ui"/>
            </a:endParaRPr>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1970" name="Rectangle 2"/>
          <p:cNvSpPr>
            <a:spLocks noGrp="1"/>
          </p:cNvSpPr>
          <p:nvPr>
            <p:ph type="title"/>
          </p:nvPr>
        </p:nvSpPr>
        <p:spPr>
          <a:xfrm>
            <a:off x="1109663" y="214313"/>
            <a:ext cx="7577137" cy="576262"/>
          </a:xfrm>
        </p:spPr>
        <p:txBody>
          <a:bodyPr vert="horz" wrap="square" lIns="91440" tIns="45720" rIns="91440" bIns="45720" anchor="b" anchorCtr="0"/>
          <a:p>
            <a:pPr eaLnBrk="1" hangingPunct="1"/>
            <a:r>
              <a:rPr lang="en-US" altLang="en-US" dirty="0"/>
              <a:t>Revi</a:t>
            </a:r>
            <a:r>
              <a:rPr lang="en-US" altLang="zh-CN" dirty="0"/>
              <a:t>sit</a:t>
            </a:r>
            <a:r>
              <a:rPr lang="en-US" altLang="en-US" dirty="0"/>
              <a:t>: banker’s algorithm</a:t>
            </a:r>
            <a:endParaRPr lang="en-US" altLang="en-US" dirty="0">
              <a:solidFill>
                <a:srgbClr val="FF0000"/>
              </a:solidFill>
            </a:endParaRPr>
          </a:p>
        </p:txBody>
      </p:sp>
      <p:pic>
        <p:nvPicPr>
          <p:cNvPr id="211971" name="图片 2"/>
          <p:cNvPicPr>
            <a:picLocks noChangeAspect="1"/>
          </p:cNvPicPr>
          <p:nvPr/>
        </p:nvPicPr>
        <p:blipFill>
          <a:blip r:embed="rId1"/>
          <a:stretch>
            <a:fillRect/>
          </a:stretch>
        </p:blipFill>
        <p:spPr>
          <a:xfrm>
            <a:off x="390525" y="971550"/>
            <a:ext cx="7243763" cy="2203450"/>
          </a:xfrm>
          <a:prstGeom prst="rect">
            <a:avLst/>
          </a:prstGeom>
          <a:noFill/>
          <a:ln w="9525">
            <a:noFill/>
          </a:ln>
        </p:spPr>
      </p:pic>
      <p:pic>
        <p:nvPicPr>
          <p:cNvPr id="211972" name="图片 5"/>
          <p:cNvPicPr>
            <a:picLocks noChangeAspect="1"/>
          </p:cNvPicPr>
          <p:nvPr/>
        </p:nvPicPr>
        <p:blipFill>
          <a:blip r:embed="rId2"/>
          <a:stretch>
            <a:fillRect/>
          </a:stretch>
        </p:blipFill>
        <p:spPr>
          <a:xfrm>
            <a:off x="438150" y="3355975"/>
            <a:ext cx="4133850" cy="1819275"/>
          </a:xfrm>
          <a:prstGeom prst="rect">
            <a:avLst/>
          </a:prstGeom>
          <a:noFill/>
          <a:ln w="9525">
            <a:noFill/>
          </a:ln>
        </p:spPr>
      </p:pic>
      <p:sp>
        <p:nvSpPr>
          <p:cNvPr id="211973" name="文本框 7"/>
          <p:cNvSpPr txBox="1"/>
          <p:nvPr/>
        </p:nvSpPr>
        <p:spPr>
          <a:xfrm>
            <a:off x="4102100" y="4889500"/>
            <a:ext cx="4603750" cy="1754188"/>
          </a:xfrm>
          <a:prstGeom prst="rect">
            <a:avLst/>
          </a:prstGeom>
          <a:noFill/>
          <a:ln w="9525">
            <a:noFill/>
          </a:ln>
        </p:spPr>
        <p:txBody>
          <a:bodyPr>
            <a:spAutoFit/>
          </a:bodyPr>
          <a:lstStyle>
            <a:lvl1pPr marL="342900" indent="-342900" algn="l" rtl="0" eaLnBrk="0" fontAlgn="base" hangingPunct="0">
              <a:spcBef>
                <a:spcPct val="35000"/>
              </a:spcBef>
              <a:spcAft>
                <a:spcPct val="0"/>
              </a:spcAft>
              <a:buClr>
                <a:srgbClr val="993300"/>
              </a:buClr>
              <a:buSzPct val="90000"/>
              <a:buFont typeface="Monotype Sorts" pitchFamily="-84" charset="2"/>
              <a:buChar char="n"/>
              <a:defRPr kumimoji="1">
                <a:solidFill>
                  <a:schemeClr val="tx1"/>
                </a:solidFill>
                <a:latin typeface="+mn-lt"/>
                <a:ea typeface="MS PGothic" panose="020B0600070205080204" pitchFamily="34" charset="-128"/>
                <a:cs typeface="MS PGothic" panose="020B0600070205080204" pitchFamily="34" charset="-128"/>
              </a:defRPr>
            </a:lvl1pPr>
            <a:lvl2pPr marL="742950" indent="-285750" algn="l" rtl="0" eaLnBrk="0" fontAlgn="base" hangingPunct="0">
              <a:spcBef>
                <a:spcPct val="35000"/>
              </a:spcBef>
              <a:spcAft>
                <a:spcPct val="0"/>
              </a:spcAft>
              <a:buClr>
                <a:srgbClr val="CC6600"/>
              </a:buClr>
              <a:buSzPct val="80000"/>
              <a:buFont typeface="Monotype Sorts" pitchFamily="-84" charset="2"/>
              <a:buChar char="l"/>
              <a:defRPr kumimoji="1">
                <a:solidFill>
                  <a:schemeClr val="tx1"/>
                </a:solidFill>
                <a:latin typeface="+mn-lt"/>
                <a:ea typeface="MS PGothic" panose="020B0600070205080204" pitchFamily="34" charset="-128"/>
              </a:defRPr>
            </a:lvl2pPr>
            <a:lvl3pPr marL="1085850"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a:solidFill>
                  <a:schemeClr val="tx1"/>
                </a:solidFill>
                <a:latin typeface="+mn-lt"/>
                <a:ea typeface="MS PGothic" panose="020B0600070205080204" pitchFamily="34" charset="-128"/>
              </a:defRPr>
            </a:lvl3pPr>
            <a:lvl4pPr marL="1428750" indent="-228600" algn="l" rtl="0" eaLnBrk="0" fontAlgn="base" hangingPunct="0">
              <a:spcBef>
                <a:spcPct val="35000"/>
              </a:spcBef>
              <a:spcAft>
                <a:spcPct val="0"/>
              </a:spcAft>
              <a:buClr>
                <a:schemeClr val="hlink"/>
              </a:buClr>
              <a:buSzPct val="75000"/>
              <a:buChar char="–"/>
              <a:defRPr kumimoji="1">
                <a:solidFill>
                  <a:schemeClr val="tx1"/>
                </a:solidFill>
                <a:latin typeface="+mn-lt"/>
                <a:ea typeface="MS PGothic" panose="020B0600070205080204" pitchFamily="34" charset="-128"/>
              </a:defRPr>
            </a:lvl4pPr>
            <a:lvl5pPr marL="17716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anose="020B0600070205080204" pitchFamily="34" charset="-128"/>
              </a:defRPr>
            </a:lvl5pPr>
          </a:lstStyle>
          <a:p>
            <a:pPr marL="0" lvl="0" indent="0">
              <a:spcBef>
                <a:spcPct val="0"/>
              </a:spcBef>
              <a:buClrTx/>
              <a:buSzTx/>
              <a:buFontTx/>
              <a:buNone/>
            </a:pPr>
            <a:r>
              <a:rPr lang="en-US" altLang="zh-CN" dirty="0">
                <a:solidFill>
                  <a:srgbClr val="FF0000"/>
                </a:solidFill>
                <a:latin typeface="system-ui"/>
              </a:rPr>
              <a:t>Now again check for Process P0, = Need (3, 2, 1)</a:t>
            </a:r>
            <a:endParaRPr lang="en-US" altLang="zh-CN" dirty="0">
              <a:solidFill>
                <a:srgbClr val="FF0000"/>
              </a:solidFill>
              <a:latin typeface="system-ui"/>
            </a:endParaRPr>
          </a:p>
          <a:p>
            <a:pPr marL="0" lvl="0" indent="0">
              <a:spcBef>
                <a:spcPct val="0"/>
              </a:spcBef>
              <a:buClrTx/>
              <a:buSzTx/>
              <a:buFontTx/>
              <a:buNone/>
            </a:pPr>
            <a:r>
              <a:rPr lang="en-US" altLang="zh-CN" dirty="0">
                <a:solidFill>
                  <a:srgbClr val="FF0000"/>
                </a:solidFill>
                <a:latin typeface="system-ui"/>
              </a:rPr>
              <a:t>= Available (9, 5, 5)</a:t>
            </a:r>
            <a:endParaRPr lang="en-US" altLang="zh-CN" dirty="0">
              <a:solidFill>
                <a:srgbClr val="FF0000"/>
              </a:solidFill>
              <a:latin typeface="system-ui"/>
            </a:endParaRPr>
          </a:p>
          <a:p>
            <a:pPr marL="0" lvl="0" indent="0">
              <a:spcBef>
                <a:spcPct val="0"/>
              </a:spcBef>
              <a:buClrTx/>
              <a:buSzTx/>
              <a:buFontTx/>
              <a:buNone/>
            </a:pPr>
            <a:r>
              <a:rPr lang="en-US" altLang="zh-CN" dirty="0">
                <a:solidFill>
                  <a:srgbClr val="FF0000"/>
                </a:solidFill>
                <a:latin typeface="system-ui"/>
              </a:rPr>
              <a:t>Need &lt;= Available = True</a:t>
            </a:r>
            <a:endParaRPr lang="en-US" altLang="zh-CN" dirty="0">
              <a:solidFill>
                <a:srgbClr val="FF0000"/>
              </a:solidFill>
              <a:latin typeface="system-ui"/>
            </a:endParaRPr>
          </a:p>
          <a:p>
            <a:pPr marL="0" lvl="0" indent="0">
              <a:spcBef>
                <a:spcPct val="0"/>
              </a:spcBef>
              <a:buClrTx/>
              <a:buSzTx/>
              <a:buFontTx/>
              <a:buNone/>
            </a:pPr>
            <a:r>
              <a:rPr lang="en-US" altLang="zh-CN" dirty="0">
                <a:solidFill>
                  <a:srgbClr val="FF0000"/>
                </a:solidFill>
                <a:latin typeface="system-ui"/>
              </a:rPr>
              <a:t>So, the request will be granted to P0.</a:t>
            </a:r>
            <a:endParaRPr lang="en-US" altLang="zh-CN" dirty="0">
              <a:solidFill>
                <a:srgbClr val="FF0000"/>
              </a:solidFill>
              <a:latin typeface="system-ui"/>
            </a:endParaRPr>
          </a:p>
          <a:p>
            <a:pPr marL="0" lvl="0" indent="0">
              <a:spcBef>
                <a:spcPct val="0"/>
              </a:spcBef>
              <a:buClrTx/>
              <a:buSzTx/>
              <a:buFontTx/>
              <a:buNone/>
            </a:pPr>
            <a:r>
              <a:rPr lang="en-US" altLang="zh-CN" dirty="0">
                <a:solidFill>
                  <a:srgbClr val="FF0000"/>
                </a:solidFill>
                <a:latin typeface="system-ui"/>
              </a:rPr>
              <a:t>Safe sequence: &lt; P1, P4, P2, P3, P0&gt;</a:t>
            </a:r>
            <a:endParaRPr lang="en-US" altLang="zh-CN" dirty="0">
              <a:solidFill>
                <a:srgbClr val="FF0000"/>
              </a:solidFill>
              <a:latin typeface="system-ui"/>
            </a:endParaRPr>
          </a:p>
        </p:txBody>
      </p:sp>
      <p:sp>
        <p:nvSpPr>
          <p:cNvPr id="9" name="文本框 8"/>
          <p:cNvSpPr txBox="1"/>
          <p:nvPr/>
        </p:nvSpPr>
        <p:spPr>
          <a:xfrm>
            <a:off x="4972050" y="3429000"/>
            <a:ext cx="3597275" cy="1200150"/>
          </a:xfrm>
          <a:prstGeom prst="rect">
            <a:avLst/>
          </a:prstGeom>
          <a:noFill/>
          <a:ln w="9525">
            <a:noFill/>
          </a:ln>
        </p:spPr>
        <p:txBody>
          <a:bodyPr>
            <a:spAutoFit/>
          </a:bodyPr>
          <a:lstStyle>
            <a:lvl1pPr marL="342900" indent="-342900" algn="l" rtl="0" eaLnBrk="0" fontAlgn="base" hangingPunct="0">
              <a:spcBef>
                <a:spcPct val="35000"/>
              </a:spcBef>
              <a:spcAft>
                <a:spcPct val="0"/>
              </a:spcAft>
              <a:buClr>
                <a:srgbClr val="993300"/>
              </a:buClr>
              <a:buSzPct val="90000"/>
              <a:buFont typeface="Monotype Sorts" pitchFamily="-84" charset="2"/>
              <a:buChar char="n"/>
              <a:defRPr kumimoji="1">
                <a:solidFill>
                  <a:schemeClr val="tx1"/>
                </a:solidFill>
                <a:latin typeface="+mn-lt"/>
                <a:ea typeface="MS PGothic" panose="020B0600070205080204" pitchFamily="34" charset="-128"/>
                <a:cs typeface="MS PGothic" panose="020B0600070205080204" pitchFamily="34" charset="-128"/>
              </a:defRPr>
            </a:lvl1pPr>
            <a:lvl2pPr marL="742950" indent="-285750" algn="l" rtl="0" eaLnBrk="0" fontAlgn="base" hangingPunct="0">
              <a:spcBef>
                <a:spcPct val="35000"/>
              </a:spcBef>
              <a:spcAft>
                <a:spcPct val="0"/>
              </a:spcAft>
              <a:buClr>
                <a:srgbClr val="CC6600"/>
              </a:buClr>
              <a:buSzPct val="80000"/>
              <a:buFont typeface="Monotype Sorts" pitchFamily="-84" charset="2"/>
              <a:buChar char="l"/>
              <a:defRPr kumimoji="1">
                <a:solidFill>
                  <a:schemeClr val="tx1"/>
                </a:solidFill>
                <a:latin typeface="+mn-lt"/>
                <a:ea typeface="MS PGothic" panose="020B0600070205080204" pitchFamily="34" charset="-128"/>
              </a:defRPr>
            </a:lvl2pPr>
            <a:lvl3pPr marL="1085850"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a:solidFill>
                  <a:schemeClr val="tx1"/>
                </a:solidFill>
                <a:latin typeface="+mn-lt"/>
                <a:ea typeface="MS PGothic" panose="020B0600070205080204" pitchFamily="34" charset="-128"/>
              </a:defRPr>
            </a:lvl3pPr>
            <a:lvl4pPr marL="1428750" indent="-228600" algn="l" rtl="0" eaLnBrk="0" fontAlgn="base" hangingPunct="0">
              <a:spcBef>
                <a:spcPct val="35000"/>
              </a:spcBef>
              <a:spcAft>
                <a:spcPct val="0"/>
              </a:spcAft>
              <a:buClr>
                <a:schemeClr val="hlink"/>
              </a:buClr>
              <a:buSzPct val="75000"/>
              <a:buChar char="–"/>
              <a:defRPr kumimoji="1">
                <a:solidFill>
                  <a:schemeClr val="tx1"/>
                </a:solidFill>
                <a:latin typeface="+mn-lt"/>
                <a:ea typeface="MS PGothic" panose="020B0600070205080204" pitchFamily="34" charset="-128"/>
              </a:defRPr>
            </a:lvl4pPr>
            <a:lvl5pPr marL="17716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anose="020B0600070205080204" pitchFamily="34" charset="-128"/>
              </a:defRPr>
            </a:lvl5pPr>
          </a:lstStyle>
          <a:p>
            <a:pPr marL="0" lvl="0" indent="0">
              <a:spcBef>
                <a:spcPct val="0"/>
              </a:spcBef>
              <a:buClrTx/>
              <a:buSzTx/>
              <a:buFontTx/>
              <a:buNone/>
            </a:pPr>
            <a:r>
              <a:rPr lang="en-US" altLang="zh-CN" dirty="0">
                <a:solidFill>
                  <a:srgbClr val="FF0000"/>
                </a:solidFill>
                <a:latin typeface="Verdana" panose="020B0604030504040204" pitchFamily="34" charset="0"/>
              </a:rPr>
              <a:t>The system allocates all the needed resources to each process. So, we can say that the system is in a safe state.</a:t>
            </a:r>
            <a:endParaRPr lang="zh-CN" altLang="en-US" dirty="0">
              <a:solidFill>
                <a:srgbClr val="FF0000"/>
              </a:solidFill>
              <a:latin typeface="Verdana" panose="020B060403050404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9">
                                            <p:txEl>
                                              <p:charRg st="0" end="114"/>
                                            </p:txEl>
                                          </p:spTgt>
                                        </p:tgtEl>
                                        <p:attrNameLst>
                                          <p:attrName>style.visibility</p:attrName>
                                        </p:attrNameLst>
                                      </p:cBhvr>
                                      <p:to>
                                        <p:strVal val="visible"/>
                                      </p:to>
                                    </p:set>
                                    <p:anim calcmode="lin" valueType="num">
                                      <p:cBhvr additive="base">
                                        <p:cTn id="7" dur="500" fill="hold"/>
                                        <p:tgtEl>
                                          <p:spTgt spid="9">
                                            <p:txEl>
                                              <p:charRg st="0" end="114"/>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9">
                                            <p:txEl>
                                              <p:charRg st="0" end="11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49" name="Rectangle 2"/>
          <p:cNvSpPr>
            <a:spLocks noGrp="1" noChangeArrowheads="1"/>
          </p:cNvSpPr>
          <p:nvPr>
            <p:ph type="title"/>
          </p:nvPr>
        </p:nvSpPr>
        <p:spPr>
          <a:xfrm>
            <a:off x="1100138" y="230188"/>
            <a:ext cx="7586662" cy="576262"/>
          </a:xfrm>
        </p:spPr>
        <p:txBody>
          <a:bodyPr/>
          <a:lstStyle/>
          <a:p>
            <a:pPr eaLnBrk="1" hangingPunct="1"/>
            <a:r>
              <a:rPr lang="en-US" altLang="en-US" dirty="0"/>
              <a:t>Detection-Algorithm Usage</a:t>
            </a:r>
            <a:endParaRPr lang="en-US" altLang="en-US" dirty="0"/>
          </a:p>
        </p:txBody>
      </p:sp>
      <p:sp>
        <p:nvSpPr>
          <p:cNvPr id="78850" name="Rectangle 3"/>
          <p:cNvSpPr>
            <a:spLocks noGrp="1" noChangeArrowheads="1"/>
          </p:cNvSpPr>
          <p:nvPr>
            <p:ph type="body" idx="1"/>
          </p:nvPr>
        </p:nvSpPr>
        <p:spPr>
          <a:xfrm>
            <a:off x="869949" y="1122363"/>
            <a:ext cx="7742205" cy="4530725"/>
          </a:xfrm>
        </p:spPr>
        <p:txBody>
          <a:bodyPr/>
          <a:lstStyle/>
          <a:p>
            <a:r>
              <a:rPr lang="en-US" altLang="en-US" dirty="0"/>
              <a:t>When, and how often, to invoke depends on:</a:t>
            </a:r>
            <a:endParaRPr lang="en-US" altLang="en-US" dirty="0"/>
          </a:p>
          <a:p>
            <a:pPr lvl="1"/>
            <a:r>
              <a:rPr lang="en-US" altLang="en-US" dirty="0"/>
              <a:t>How often a deadlock is likely to occur?</a:t>
            </a:r>
            <a:endParaRPr lang="en-US" altLang="en-US" dirty="0"/>
          </a:p>
          <a:p>
            <a:pPr lvl="1"/>
            <a:r>
              <a:rPr lang="en-US" altLang="en-US" dirty="0"/>
              <a:t>How many processes will need to be rolled back?</a:t>
            </a:r>
            <a:endParaRPr lang="en-US" altLang="en-US" dirty="0"/>
          </a:p>
          <a:p>
            <a:pPr lvl="2"/>
            <a:r>
              <a:rPr lang="en-US" altLang="en-US" dirty="0"/>
              <a:t>one for each disjoint cycle</a:t>
            </a:r>
            <a:br>
              <a:rPr lang="en-US" altLang="en-US" dirty="0"/>
            </a:br>
            <a:endParaRPr lang="en-US" altLang="en-US" dirty="0"/>
          </a:p>
          <a:p>
            <a:r>
              <a:rPr lang="en-US" altLang="en-US" dirty="0"/>
              <a:t>If detection algorithm is invoked arbitrarily, there may be many cycles in the resource graph and so we would not be able to tell which of the many deadlocked threads </a:t>
            </a:r>
            <a:r>
              <a:rPr lang="ja-JP" altLang="en-US" dirty="0"/>
              <a:t>“</a:t>
            </a:r>
            <a:r>
              <a:rPr lang="en-US" altLang="ja-JP" dirty="0"/>
              <a:t>caused</a:t>
            </a:r>
            <a:r>
              <a:rPr lang="ja-JP" altLang="en-US" dirty="0"/>
              <a:t>”</a:t>
            </a:r>
            <a:r>
              <a:rPr lang="en-US" altLang="ja-JP" dirty="0"/>
              <a:t> the deadlock.</a:t>
            </a:r>
            <a:endParaRPr lang="en-US" altLang="en-US" dirty="0"/>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3" name="Rectangle 2"/>
          <p:cNvSpPr>
            <a:spLocks noGrp="1" noChangeArrowheads="1"/>
          </p:cNvSpPr>
          <p:nvPr>
            <p:ph type="ctrTitle"/>
          </p:nvPr>
        </p:nvSpPr>
        <p:spPr>
          <a:xfrm>
            <a:off x="685800" y="814388"/>
            <a:ext cx="7772400" cy="2127250"/>
          </a:xfrm>
        </p:spPr>
        <p:txBody>
          <a:bodyPr/>
          <a:lstStyle/>
          <a:p>
            <a:pPr eaLnBrk="1" hangingPunct="1"/>
            <a:r>
              <a:rPr lang="en-US" altLang="en-US"/>
              <a:t>End of Chapter 8</a:t>
            </a:r>
            <a:endParaRPr lang="en-US" altLang="en-US"/>
          </a:p>
        </p:txBody>
      </p:sp>
    </p:spTree>
  </p:cSld>
  <p:clrMapOvr>
    <a:masterClrMapping/>
  </p:clrMapOvr>
</p:sld>
</file>

<file path=ppt/theme/theme1.xml><?xml version="1.0" encoding="utf-8"?>
<a:theme xmlns:a="http://schemas.openxmlformats.org/drawingml/2006/main" name="os-8">
  <a:themeElements>
    <a:clrScheme name="os-8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fontScheme name="os-8">
      <a:majorFont>
        <a:latin typeface="Arial"/>
        <a:ea typeface=""/>
        <a:cs typeface=""/>
      </a:majorFont>
      <a:minorFont>
        <a:latin typeface="Helvetic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non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sz="1800" b="0" i="0" u="none" strike="noStrike" cap="none" normalizeH="0" baseline="0">
            <a:ln>
              <a:noFill/>
            </a:ln>
            <a:solidFill>
              <a:schemeClr val="tx1"/>
            </a:solidFill>
            <a:effectLst/>
            <a:latin typeface="Verdana" panose="020B0604030504040204"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non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sz="1800" b="0" i="0" u="none" strike="noStrike" cap="none" normalizeH="0" baseline="0">
            <a:ln>
              <a:noFill/>
            </a:ln>
            <a:solidFill>
              <a:schemeClr val="tx1"/>
            </a:solidFill>
            <a:effectLst/>
            <a:latin typeface="Verdana" panose="020B0604030504040204" pitchFamily="34" charset="0"/>
          </a:defRPr>
        </a:defPPr>
      </a:lstStyle>
    </a:lnDef>
  </a:objectDefaults>
  <a:extraClrSchemeLst>
    <a:extraClrScheme>
      <a:clrScheme name="os-8 1">
        <a:dk1>
          <a:srgbClr val="006699"/>
        </a:dk1>
        <a:lt1>
          <a:srgbClr val="FFFFFF"/>
        </a:lt1>
        <a:dk2>
          <a:srgbClr val="000000"/>
        </a:dk2>
        <a:lt2>
          <a:srgbClr val="99FF99"/>
        </a:lt2>
        <a:accent1>
          <a:srgbClr val="00CC99"/>
        </a:accent1>
        <a:accent2>
          <a:srgbClr val="009999"/>
        </a:accent2>
        <a:accent3>
          <a:srgbClr val="AAAAAA"/>
        </a:accent3>
        <a:accent4>
          <a:srgbClr val="DADADA"/>
        </a:accent4>
        <a:accent5>
          <a:srgbClr val="AAE2CA"/>
        </a:accent5>
        <a:accent6>
          <a:srgbClr val="008A8A"/>
        </a:accent6>
        <a:hlink>
          <a:srgbClr val="0066FF"/>
        </a:hlink>
        <a:folHlink>
          <a:srgbClr val="989CBA"/>
        </a:folHlink>
      </a:clrScheme>
      <a:clrMap bg1="dk2" tx1="lt1" bg2="dk1" tx2="lt2" accent1="accent1" accent2="accent2" accent3="accent3" accent4="accent4" accent5="accent5" accent6="accent6" hlink="hlink" folHlink="folHlink"/>
    </a:extraClrScheme>
    <a:extraClrScheme>
      <a:clrScheme name="os-8 2">
        <a:dk1>
          <a:srgbClr val="808000"/>
        </a:dk1>
        <a:lt1>
          <a:srgbClr val="FFFFFF"/>
        </a:lt1>
        <a:dk2>
          <a:srgbClr val="5C271E"/>
        </a:dk2>
        <a:lt2>
          <a:srgbClr val="FFDD89"/>
        </a:lt2>
        <a:accent1>
          <a:srgbClr val="CC6600"/>
        </a:accent1>
        <a:accent2>
          <a:srgbClr val="CC9900"/>
        </a:accent2>
        <a:accent3>
          <a:srgbClr val="B5ACAB"/>
        </a:accent3>
        <a:accent4>
          <a:srgbClr val="DADADA"/>
        </a:accent4>
        <a:accent5>
          <a:srgbClr val="E2B8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os-8 3">
        <a:dk1>
          <a:srgbClr val="763B00"/>
        </a:dk1>
        <a:lt1>
          <a:srgbClr val="FFFFFF"/>
        </a:lt1>
        <a:dk2>
          <a:srgbClr val="330000"/>
        </a:dk2>
        <a:lt2>
          <a:srgbClr val="CC9900"/>
        </a:lt2>
        <a:accent1>
          <a:srgbClr val="FFCC00"/>
        </a:accent1>
        <a:accent2>
          <a:srgbClr val="CC3300"/>
        </a:accent2>
        <a:accent3>
          <a:srgbClr val="ADAAAA"/>
        </a:accent3>
        <a:accent4>
          <a:srgbClr val="DADADA"/>
        </a:accent4>
        <a:accent5>
          <a:srgbClr val="FFE2AA"/>
        </a:accent5>
        <a:accent6>
          <a:srgbClr val="B92D00"/>
        </a:accent6>
        <a:hlink>
          <a:srgbClr val="666699"/>
        </a:hlink>
        <a:folHlink>
          <a:srgbClr val="999966"/>
        </a:folHlink>
      </a:clrScheme>
      <a:clrMap bg1="dk2" tx1="lt1" bg2="dk1" tx2="lt2" accent1="accent1" accent2="accent2" accent3="accent3" accent4="accent4" accent5="accent5" accent6="accent6" hlink="hlink" folHlink="folHlink"/>
    </a:extraClrScheme>
    <a:extraClrScheme>
      <a:clrScheme name="os-8 4">
        <a:dk1>
          <a:srgbClr val="6D3696"/>
        </a:dk1>
        <a:lt1>
          <a:srgbClr val="FFFFFF"/>
        </a:lt1>
        <a:dk2>
          <a:srgbClr val="51255D"/>
        </a:dk2>
        <a:lt2>
          <a:srgbClr val="FFFFCC"/>
        </a:lt2>
        <a:accent1>
          <a:srgbClr val="666699"/>
        </a:accent1>
        <a:accent2>
          <a:srgbClr val="800080"/>
        </a:accent2>
        <a:accent3>
          <a:srgbClr val="B3ACB6"/>
        </a:accent3>
        <a:accent4>
          <a:srgbClr val="DADADA"/>
        </a:accent4>
        <a:accent5>
          <a:srgbClr val="B8B8CA"/>
        </a:accent5>
        <a:accent6>
          <a:srgbClr val="730073"/>
        </a:accent6>
        <a:hlink>
          <a:srgbClr val="CCCC00"/>
        </a:hlink>
        <a:folHlink>
          <a:srgbClr val="A3A274"/>
        </a:folHlink>
      </a:clrScheme>
      <a:clrMap bg1="dk2" tx1="lt1" bg2="dk1" tx2="lt2" accent1="accent1" accent2="accent2" accent3="accent3" accent4="accent4" accent5="accent5" accent6="accent6" hlink="hlink" folHlink="folHlink"/>
    </a:extraClrScheme>
    <a:extraClrScheme>
      <a:clrScheme name="os-8 5">
        <a:dk1>
          <a:srgbClr val="CC6600"/>
        </a:dk1>
        <a:lt1>
          <a:srgbClr val="FFFFFF"/>
        </a:lt1>
        <a:dk2>
          <a:srgbClr val="4A553B"/>
        </a:dk2>
        <a:lt2>
          <a:srgbClr val="FFBF1F"/>
        </a:lt2>
        <a:accent1>
          <a:srgbClr val="FFCC00"/>
        </a:accent1>
        <a:accent2>
          <a:srgbClr val="CC9900"/>
        </a:accent2>
        <a:accent3>
          <a:srgbClr val="B1B4AF"/>
        </a:accent3>
        <a:accent4>
          <a:srgbClr val="DADADA"/>
        </a:accent4>
        <a:accent5>
          <a:srgbClr val="FFE2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os-8 6">
        <a:dk1>
          <a:srgbClr val="000000"/>
        </a:dk1>
        <a:lt1>
          <a:srgbClr val="FFFFFF"/>
        </a:lt1>
        <a:dk2>
          <a:srgbClr val="666699"/>
        </a:dk2>
        <a:lt2>
          <a:srgbClr val="FFCC00"/>
        </a:lt2>
        <a:accent1>
          <a:srgbClr val="FF9900"/>
        </a:accent1>
        <a:accent2>
          <a:srgbClr val="FF0000"/>
        </a:accent2>
        <a:accent3>
          <a:srgbClr val="FFFFFF"/>
        </a:accent3>
        <a:accent4>
          <a:srgbClr val="000000"/>
        </a:accent4>
        <a:accent5>
          <a:srgbClr val="FFCAAA"/>
        </a:accent5>
        <a:accent6>
          <a:srgbClr val="E70000"/>
        </a:accent6>
        <a:hlink>
          <a:srgbClr val="666699"/>
        </a:hlink>
        <a:folHlink>
          <a:srgbClr val="999966"/>
        </a:folHlink>
      </a:clrScheme>
      <a:clrMap bg1="lt1" tx1="dk1" bg2="lt2" tx2="dk2" accent1="accent1" accent2="accent2" accent3="accent3" accent4="accent4" accent5="accent5" accent6="accent6" hlink="hlink" folHlink="folHlink"/>
    </a:extraClrScheme>
    <a:extraClrScheme>
      <a:clrScheme name="os-8 7">
        <a:dk1>
          <a:srgbClr val="000000"/>
        </a:dk1>
        <a:lt1>
          <a:srgbClr val="FFFFFF"/>
        </a:lt1>
        <a:dk2>
          <a:srgbClr val="CC3300"/>
        </a:dk2>
        <a:lt2>
          <a:srgbClr val="663300"/>
        </a:lt2>
        <a:accent1>
          <a:srgbClr val="FFCC00"/>
        </a:accent1>
        <a:accent2>
          <a:srgbClr val="CC6600"/>
        </a:accent2>
        <a:accent3>
          <a:srgbClr val="FFFFFF"/>
        </a:accent3>
        <a:accent4>
          <a:srgbClr val="000000"/>
        </a:accent4>
        <a:accent5>
          <a:srgbClr val="FFE2AA"/>
        </a:accent5>
        <a:accent6>
          <a:srgbClr val="B95C00"/>
        </a:accent6>
        <a:hlink>
          <a:srgbClr val="CC9900"/>
        </a:hlink>
        <a:folHlink>
          <a:srgbClr val="996633"/>
        </a:folHlink>
      </a:clrScheme>
      <a:clrMap bg1="lt1" tx1="dk1" bg2="lt2" tx2="dk2" accent1="accent1" accent2="accent2" accent3="accent3" accent4="accent4" accent5="accent5" accent6="accent6" hlink="hlink" folHlink="folHlink"/>
    </a:extraClrScheme>
    <a:extraClrScheme>
      <a:clrScheme name="os-8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OS8</Template>
  <TotalTime>0</TotalTime>
  <Words>31553</Words>
  <Application>WPS 演示</Application>
  <PresentationFormat>On-screen Show (4:3)</PresentationFormat>
  <Paragraphs>1198</Paragraphs>
  <Slides>124</Slides>
  <Notes>41</Notes>
  <HiddenSlides>0</HiddenSlides>
  <MMClips>0</MMClips>
  <ScaleCrop>false</ScaleCrop>
  <HeadingPairs>
    <vt:vector size="6" baseType="variant">
      <vt:variant>
        <vt:lpstr>已用的字体</vt:lpstr>
      </vt:variant>
      <vt:variant>
        <vt:i4>21</vt:i4>
      </vt:variant>
      <vt:variant>
        <vt:lpstr>主题</vt:lpstr>
      </vt:variant>
      <vt:variant>
        <vt:i4>1</vt:i4>
      </vt:variant>
      <vt:variant>
        <vt:lpstr>幻灯片标题</vt:lpstr>
      </vt:variant>
      <vt:variant>
        <vt:i4>124</vt:i4>
      </vt:variant>
    </vt:vector>
  </HeadingPairs>
  <TitlesOfParts>
    <vt:vector size="146" baseType="lpstr">
      <vt:lpstr>Arial</vt:lpstr>
      <vt:lpstr>宋体</vt:lpstr>
      <vt:lpstr>Wingdings</vt:lpstr>
      <vt:lpstr>Verdana</vt:lpstr>
      <vt:lpstr>MS PGothic</vt:lpstr>
      <vt:lpstr>Times New Roman</vt:lpstr>
      <vt:lpstr>Helvetica</vt:lpstr>
      <vt:lpstr>Webdings</vt:lpstr>
      <vt:lpstr>黑体</vt:lpstr>
      <vt:lpstr>Comic Sans MS</vt:lpstr>
      <vt:lpstr>Consolas</vt:lpstr>
      <vt:lpstr>Calibri</vt:lpstr>
      <vt:lpstr>Monotype Sorts</vt:lpstr>
      <vt:lpstr>Wingdings</vt:lpstr>
      <vt:lpstr>Courier New</vt:lpstr>
      <vt:lpstr>微软雅黑</vt:lpstr>
      <vt:lpstr>Arial Unicode MS</vt:lpstr>
      <vt:lpstr>Symbol</vt:lpstr>
      <vt:lpstr>Helvetica</vt:lpstr>
      <vt:lpstr>system-ui</vt:lpstr>
      <vt:lpstr>Segoe Print</vt:lpstr>
      <vt:lpstr>os-8</vt:lpstr>
      <vt:lpstr>PowerPoint 演示文稿</vt:lpstr>
      <vt:lpstr>Outline</vt:lpstr>
      <vt:lpstr>Exercises 8.21, 8.27, 8.28  (By hands only)</vt:lpstr>
      <vt:lpstr>Exercises 8.21, 8.27, 8.28</vt:lpstr>
      <vt:lpstr>Exercises 8.21, 8.27, 8.28</vt:lpstr>
      <vt:lpstr>Chapter Objectives</vt:lpstr>
      <vt:lpstr>PowerPoint 演示文稿</vt:lpstr>
      <vt:lpstr>An Example </vt:lpstr>
      <vt:lpstr>System Model</vt:lpstr>
      <vt:lpstr>Deadlock with Mutex Locks / Semaphores</vt:lpstr>
      <vt:lpstr>Deadlock Example</vt:lpstr>
      <vt:lpstr>Deadlock Characterization</vt:lpstr>
      <vt:lpstr>Resource-Allocation Graph</vt:lpstr>
      <vt:lpstr>Resource-Allocation Graph (Cont.)</vt:lpstr>
      <vt:lpstr>Example of a Resource Allocation Graph</vt:lpstr>
      <vt:lpstr>Resource Allocation Graph With A Deadlock</vt:lpstr>
      <vt:lpstr>Graph With A Cycle But No Deadlock</vt:lpstr>
      <vt:lpstr>Basic Facts</vt:lpstr>
      <vt:lpstr>Quiz</vt:lpstr>
      <vt:lpstr>Quiz</vt:lpstr>
      <vt:lpstr>Quiz</vt:lpstr>
      <vt:lpstr>Methods for Handling Deadlocks</vt:lpstr>
      <vt:lpstr>Deadlock Prevention</vt:lpstr>
      <vt:lpstr>Deadlock Prevention</vt:lpstr>
      <vt:lpstr>Deadlock Prevention</vt:lpstr>
      <vt:lpstr>Deadlock Prevention (Cont.)</vt:lpstr>
      <vt:lpstr>Deadlock Prevention (Cont.)</vt:lpstr>
      <vt:lpstr>Deadlock Example</vt:lpstr>
      <vt:lpstr>Deadlock Avoidance</vt:lpstr>
      <vt:lpstr>Deadlock Avoidance</vt:lpstr>
      <vt:lpstr>Deadlock Avoidance</vt:lpstr>
      <vt:lpstr>Safe State</vt:lpstr>
      <vt:lpstr>Basic Facts</vt:lpstr>
      <vt:lpstr>Safe, Unsafe, Deadlock State </vt:lpstr>
      <vt:lpstr>Avoidance Algorithms</vt:lpstr>
      <vt:lpstr>Resource-Allocation Graph Scheme</vt:lpstr>
      <vt:lpstr>Resource-Allocation Graph</vt:lpstr>
      <vt:lpstr>Unsafe State In Resource-Allocation Graph</vt:lpstr>
      <vt:lpstr>Resource-Allocation Graph Algorithm</vt:lpstr>
      <vt:lpstr>Banker’s Algorithm</vt:lpstr>
      <vt:lpstr>Banker’s Algorithm</vt:lpstr>
      <vt:lpstr>Data Structures for the Banker’s Algorithm </vt:lpstr>
      <vt:lpstr>Safety Algorithm</vt:lpstr>
      <vt:lpstr>Resource-Request Algorithm for Process Pi</vt:lpstr>
      <vt:lpstr>Banker’s Algorithm</vt:lpstr>
      <vt:lpstr>Banker’s Algorithm</vt:lpstr>
      <vt:lpstr>Banker’s Algorithm</vt:lpstr>
      <vt:lpstr>Banker’s Algorithm</vt:lpstr>
      <vt:lpstr>Banker’s Algorithm</vt:lpstr>
      <vt:lpstr>Banker’s Algorithm</vt:lpstr>
      <vt:lpstr>Banker’s Algorithm</vt:lpstr>
      <vt:lpstr>Banker’s Algorithm</vt:lpstr>
      <vt:lpstr>Banker’s Algorithm</vt:lpstr>
      <vt:lpstr>Quiz</vt:lpstr>
      <vt:lpstr>Deadlock Detection</vt:lpstr>
      <vt:lpstr>Recovery from Deadlock:  Process Termination</vt:lpstr>
      <vt:lpstr>Recovery from Deadlock:  Resource Preemption</vt:lpstr>
      <vt:lpstr>Deadlock prevention</vt:lpstr>
      <vt:lpstr>Deadlock prevention</vt:lpstr>
      <vt:lpstr>Deadlock prevention</vt:lpstr>
      <vt:lpstr>Deadlock prevention</vt:lpstr>
      <vt:lpstr>Deadlock prevention</vt:lpstr>
      <vt:lpstr>Deadlock prevention</vt:lpstr>
      <vt:lpstr>Deadlock prevention</vt:lpstr>
      <vt:lpstr>Deadlock prevention</vt:lpstr>
      <vt:lpstr>Deadlock prevention</vt:lpstr>
      <vt:lpstr>Deadlock prevention</vt:lpstr>
      <vt:lpstr>Deadlock prevention</vt:lpstr>
      <vt:lpstr>Deadlock prevention</vt:lpstr>
      <vt:lpstr>Deadlock prevention</vt:lpstr>
      <vt:lpstr>Deadlock prevention</vt:lpstr>
      <vt:lpstr>Deadlock prevention</vt:lpstr>
      <vt:lpstr>Deadlock prevention</vt:lpstr>
      <vt:lpstr>Deadlock prevention</vt:lpstr>
      <vt:lpstr>Deadlock prevention</vt:lpstr>
      <vt:lpstr>Deadlock prevention</vt:lpstr>
      <vt:lpstr>Wait-Die Method</vt:lpstr>
      <vt:lpstr>Wait-Die Method</vt:lpstr>
      <vt:lpstr>Wait-Die Method</vt:lpstr>
      <vt:lpstr>Wait-Die Method</vt:lpstr>
      <vt:lpstr>Wait-Die Method</vt:lpstr>
      <vt:lpstr>Wait-Die Method</vt:lpstr>
      <vt:lpstr>Deadlock prevention</vt:lpstr>
      <vt:lpstr>Wound-Wait Method</vt:lpstr>
      <vt:lpstr>Wound-Wait Method</vt:lpstr>
      <vt:lpstr>Wound-Wait Method</vt:lpstr>
      <vt:lpstr>Wound-Wait Method</vt:lpstr>
      <vt:lpstr>Deadlock prevention</vt:lpstr>
      <vt:lpstr>Comparing</vt:lpstr>
      <vt:lpstr>Comparing</vt:lpstr>
      <vt:lpstr>Comparing</vt:lpstr>
      <vt:lpstr>Comparing</vt:lpstr>
      <vt:lpstr>Comparing</vt:lpstr>
      <vt:lpstr>Comparing</vt:lpstr>
      <vt:lpstr>Comparing</vt:lpstr>
      <vt:lpstr>Comparing</vt:lpstr>
      <vt:lpstr>Comparing</vt:lpstr>
      <vt:lpstr>Comparing</vt:lpstr>
      <vt:lpstr>Comparing</vt:lpstr>
      <vt:lpstr>Comparing</vt:lpstr>
      <vt:lpstr>Comparing</vt:lpstr>
      <vt:lpstr>Comparing</vt:lpstr>
      <vt:lpstr>Comparing</vt:lpstr>
      <vt:lpstr>Deadlock Detection</vt:lpstr>
      <vt:lpstr>Deadlock detection</vt:lpstr>
      <vt:lpstr>Deadlock detection</vt:lpstr>
      <vt:lpstr>Deadlock Detection</vt:lpstr>
      <vt:lpstr>Deadlock detection</vt:lpstr>
      <vt:lpstr>Deadlock detection</vt:lpstr>
      <vt:lpstr>Deadlock detection</vt:lpstr>
      <vt:lpstr>Deadlock detection</vt:lpstr>
      <vt:lpstr>Deadlock detection</vt:lpstr>
      <vt:lpstr>Deadlock detection</vt:lpstr>
      <vt:lpstr>Revisit: banker’s algorithm</vt:lpstr>
      <vt:lpstr>Revisit: banker’s algorithm</vt:lpstr>
      <vt:lpstr>Revisit: banker’s algorithm</vt:lpstr>
      <vt:lpstr>Revisit: banker’s algorithm</vt:lpstr>
      <vt:lpstr>Revisit: banker’s algorithm</vt:lpstr>
      <vt:lpstr>Revisit: banker’s algorithm</vt:lpstr>
      <vt:lpstr>Revisit: banker’s algorithm</vt:lpstr>
      <vt:lpstr>Revisit: banker’s algorithm</vt:lpstr>
      <vt:lpstr>Revisit: banker’s algorithm</vt:lpstr>
      <vt:lpstr>Detection-Algorithm Usage</vt:lpstr>
      <vt:lpstr>End of Chapter 8</vt:lpstr>
    </vt:vector>
  </TitlesOfParts>
  <Company>Lucent Technologies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2.01</dc:title>
  <dc:creator>Lucent End User</dc:creator>
  <cp:lastModifiedBy>MX</cp:lastModifiedBy>
  <cp:revision>247</cp:revision>
  <cp:lastPrinted>2013-09-10T17:57:00Z</cp:lastPrinted>
  <dcterms:created xsi:type="dcterms:W3CDTF">2011-01-13T23:43:00Z</dcterms:created>
  <dcterms:modified xsi:type="dcterms:W3CDTF">2026-04-21T03:37:51Z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115677F810B84FB38788B5C7CDDF7CCA_13</vt:lpwstr>
  </property>
  <property fmtid="{D5CDD505-2E9C-101B-9397-08002B2CF9AE}" pid="3" name="KSOProductBuildVer">
    <vt:lpwstr>2052-12.1.0.23542</vt:lpwstr>
  </property>
</Properties>
</file>