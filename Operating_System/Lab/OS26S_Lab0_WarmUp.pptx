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526" r:id="rId3"/>
    <p:sldId id="411" r:id="rId5"/>
    <p:sldId id="412" r:id="rId6"/>
    <p:sldId id="527" r:id="rId7"/>
    <p:sldId id="413" r:id="rId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 showGuides="1">
      <p:cViewPr varScale="1">
        <p:scale>
          <a:sx n="75" d="100"/>
          <a:sy n="75" d="100"/>
        </p:scale>
        <p:origin x="974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algn="r"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algn="r" defTabSz="882650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algn="r"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defTabSz="930275">
              <a:defRPr sz="1200">
                <a:latin typeface="Times New Roman" panose="0202060305040502030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algn="r" defTabSz="930275">
              <a:defRPr sz="1200">
                <a:latin typeface="Times New Roman" panose="0202060305040502030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  <a:endParaRPr 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  <a:endParaRPr 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panose="0202060305040502030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  <a:endParaRPr 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  <a:endParaRPr 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316230" y="76835"/>
            <a:ext cx="875474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36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Lab0: WarmUp -- C Prog. with files in Linux</a:t>
            </a:r>
            <a:endParaRPr lang="zh-CN" altLang="en-US" sz="3600" dirty="0">
              <a:solidFill>
                <a:srgbClr val="00206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1216660"/>
            <a:ext cx="2903855" cy="1108710"/>
          </a:xfrm>
        </p:spPr>
        <p:txBody>
          <a:bodyPr/>
          <a:lstStyle/>
          <a:p>
            <a:pPr eaLnBrk="1" hangingPunct="1"/>
            <a:r>
              <a:rPr lang="en-US" altLang="en-US" sz="6000" dirty="0">
                <a:latin typeface="Calibri" panose="020F0502020204030204" charset="0"/>
                <a:cs typeface="Calibri" panose="020F0502020204030204" charset="0"/>
              </a:rPr>
              <a:t>Content</a:t>
            </a:r>
            <a:endParaRPr lang="en-US" altLang="en-US" sz="6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2739390"/>
            <a:ext cx="8816975" cy="3822700"/>
          </a:xfrm>
        </p:spPr>
        <p:txBody>
          <a:bodyPr/>
          <a:lstStyle/>
          <a:p>
            <a:pPr marL="0" indent="0">
              <a:buFont typeface="+mj-lt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Chapter 1: Getting Started . . . . . . . . (week 3, Lab Practice)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Font typeface="+mj-lt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Chapter 2: Shell Programming . . . . . (optional, week 3 - week 6)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Font typeface="+mj-lt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Chapter 3: Working with Files . . . . . .</a:t>
            </a: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(week 3, Lab Practice)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Font typeface="+mj-lt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Chapter 4: The Linux Environment . . (self learning, </a:t>
            </a: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week 3 - week 6)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Font typeface="+mj-lt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NO submit for Lab 0 !!!</a:t>
            </a:r>
            <a:endParaRPr lang="en-US" altLang="zh-CN" sz="2400" dirty="0"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0" y="0"/>
            <a:ext cx="3409950" cy="2152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 Programming environment in Linux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Programming with files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705" y="222250"/>
            <a:ext cx="6395085" cy="576580"/>
          </a:xfrm>
        </p:spPr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Chapter 1:  Getting Started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0" y="1416050"/>
            <a:ext cx="7624536" cy="4758871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hello.c  -  Try your GCC compiler first.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program.c  -  A simple program that uses header files and library files.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705" y="222250"/>
            <a:ext cx="6395085" cy="576580"/>
          </a:xfrm>
        </p:spPr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Chapter 3:  Working with Files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0" y="1416050"/>
            <a:ext cx="7624536" cy="4758871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simple_write.c  -  A simple program that uses write.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simple_read.c  -  A simple program that uses read and write.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copy_system.c  - A program that uses low-level system calls to copy one file to another.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copy_block.c  -  An improved version of system.c that copies blocks of data between the files.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copy_stdio.c  -  A program uses library calls to further improve the speed of the above programs by buffering the file input and output.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printdir.c  -  A program that prints out the contents of the home directory.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printdir2.c  -  An improved version of printdir.c that takes the directory as an argument.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mmap.c  - A program that maps a file into memory as an array and then alters its contents.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1503</Words>
  <Application>WPS 演示</Application>
  <PresentationFormat>On-screen Show (4:3)</PresentationFormat>
  <Paragraphs>40</Paragraphs>
  <Slides>5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Monotype Sorts</vt:lpstr>
      <vt:lpstr>Wingdings</vt:lpstr>
      <vt:lpstr>微软雅黑</vt:lpstr>
      <vt:lpstr>Arial Unicode MS</vt:lpstr>
      <vt:lpstr>Courier New</vt:lpstr>
      <vt:lpstr>Monaco</vt:lpstr>
      <vt:lpstr>Courier</vt:lpstr>
      <vt:lpstr>Segoe Print</vt:lpstr>
      <vt:lpstr>os-8</vt:lpstr>
      <vt:lpstr>PowerPoint 演示文稿</vt:lpstr>
      <vt:lpstr>Outline</vt:lpstr>
      <vt:lpstr>Objectives</vt:lpstr>
      <vt:lpstr>Chapter 3:  Working with Files</vt:lpstr>
      <vt:lpstr>Process Concept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355</cp:revision>
  <cp:lastPrinted>2013-10-02T18:16:00Z</cp:lastPrinted>
  <dcterms:created xsi:type="dcterms:W3CDTF">2011-01-13T23:43:00Z</dcterms:created>
  <dcterms:modified xsi:type="dcterms:W3CDTF">2026-03-17T15:38:30Z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B8BE3A32A4FE4644AC6EB7F8D4B2E040_12</vt:lpwstr>
  </property>
  <property fmtid="{D5CDD505-2E9C-101B-9397-08002B2CF9AE}" pid="3" name="KSOProductBuildVer">
    <vt:lpwstr>2052-12.1.0.23542</vt:lpwstr>
  </property>
</Properties>
</file>