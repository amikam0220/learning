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60" y="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57EF63-F93A-7B5C-C492-02FA325C90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787684A-A42A-45BF-8AB1-FD0C9F4CC2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82BD8C-B177-EB4E-225A-9E30F8EDE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C95C-0F70-492E-88C8-DFE0701072B9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25B56A-E469-ECAD-6244-22F250AB8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79662C-3D69-10E5-7D8D-41BC4AB8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2365-ED2C-4268-9CCE-311E286EA4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03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294DBB-48AA-180E-D3AC-1E293185E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D3E288-5807-65A4-3742-DE4EBC7F4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4A5C97-AE3A-96EB-9B41-F3BB746EC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C95C-0F70-492E-88C8-DFE0701072B9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010159-D87D-CB0B-2A63-45E01F857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97C815-8A13-D87B-9221-7CB04D064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2365-ED2C-4268-9CCE-311E286EA4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2628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16017C-B650-E2D8-E45D-ACD0ABC2D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5FCA8B-E715-3FC0-CC28-1BE8E3A97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3F3192-3F52-2E18-1F75-0E91ACE20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C95C-0F70-492E-88C8-DFE0701072B9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1E19E7-AEC2-D3E2-80E3-778C333FD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59C8F0-4701-B791-AF0D-968AA6E64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2365-ED2C-4268-9CCE-311E286EA4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803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26B10D-2E52-6336-6E2A-83840DBB0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2A58E4-2ED2-A49E-9BB4-AC2CB2EBAB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621F84-13A4-E7C7-8B55-176EC1468A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8C836A-D507-A38B-4E8D-D045DBE25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C95C-0F70-492E-88C8-DFE0701072B9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8634ED-774F-9891-9AF2-031F5FE2F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50508F-2D2A-574D-50FE-CF49A146B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2365-ED2C-4268-9CCE-311E286EA4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544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6F7778-95A7-C796-5373-172D3030D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9B7CB5-97E1-AA5F-C2DE-DD3DF64DC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53575A-9DD8-23AB-A91C-6E73D384BE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5E9C3DC-2B90-37A3-4CC0-59DBB988E9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8B3DB41-7031-9338-7D12-826D38742C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476B888-29F8-6F9B-C15D-284726F0D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C95C-0F70-492E-88C8-DFE0701072B9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6AA07F2-6E10-16D8-F86A-D1736F870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B7F3927-4A3E-9BFC-A29E-EF9440801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2365-ED2C-4268-9CCE-311E286EA4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2770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F4754F-8953-0CA6-44C7-BFFA2EAD3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C88B37E-9120-F3CC-0795-27F130191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C95C-0F70-492E-88C8-DFE0701072B9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5EDD06C-D33D-4534-17C4-66584A015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F005B7-6049-2CAF-E6A9-ECD0B5A4E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2365-ED2C-4268-9CCE-311E286EA4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1883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19A5E89-CC6C-2E6E-ED6C-ED2B4D3A3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C95C-0F70-492E-88C8-DFE0701072B9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57D4F67-DB5C-70AC-7B45-F0E472725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0299BE-70F8-B251-DE4B-F1176D04D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2365-ED2C-4268-9CCE-311E286EA4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6658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661DC3-CD55-BE1A-23BA-7CF351B9E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D78E53-B0E9-25E1-E9D3-193B248A7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3CDF847-13CC-37FB-F9EE-489EFB23F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0D4C83-1F4F-213B-5F50-B574A15AB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C95C-0F70-492E-88C8-DFE0701072B9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F5BC28-032B-E4A6-4743-932E545C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2873BD-AA59-CA76-5E3A-251F56E8C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2365-ED2C-4268-9CCE-311E286EA4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086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F1BF2A-FF16-3EAA-137E-DB29E0163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980045F-E2A8-F095-72A0-9C7DF3F6A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7FE4FC1-EAEC-03F3-6A95-E325E89AD6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8D3679-1C7A-EFEF-2FEF-39F84C2D6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C95C-0F70-492E-88C8-DFE0701072B9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6189F5-6FAB-52F4-3FC5-2786699DB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A793A0-C0F8-EAE6-E982-AE9E94D4C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2365-ED2C-4268-9CCE-311E286EA4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881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831CFC-80E4-D6CF-E4BC-4B611431D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5D5CED3-09E8-87BD-841F-6D262DC7E6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25BBFA-8208-7C1E-ED03-81623A608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C95C-0F70-492E-88C8-DFE0701072B9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31461A-B583-FFFE-54CA-9A8143C1E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DBD1C7-EB8C-4012-46B7-BBC1C5221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2365-ED2C-4268-9CCE-311E286EA4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7596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846FDD6-46A1-A488-68BB-D4B8882207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298B2F-0D45-E3CA-4311-DE996DBB1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02839B-86DA-EBEC-8A3F-8A3688E17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C95C-0F70-492E-88C8-DFE0701072B9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805E12-2B76-78A2-0481-B78E55152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C38449-22BE-CA91-3374-BA1BAFCAF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2365-ED2C-4268-9CCE-311E286EA4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9357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DD24C05-DD59-0C9A-99FA-6486CE7C0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A9B1D1-8E50-B1E5-BFBE-FBED8EE9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FAB0C3-8912-9CB4-FA87-F8B70E0450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9C95C-0F70-492E-88C8-DFE0701072B9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A8C962-AEF2-67C2-876D-AF9824F63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65C286-66EB-0C5C-139B-BED98046BF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442365-ED2C-4268-9CCE-311E286EA4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83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CE5AC0-8ED9-E480-1407-71FD20EA98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4400" dirty="0"/>
              <a:t>Algorithm Analysis</a:t>
            </a:r>
            <a:endParaRPr lang="zh-CN" altLang="en-US" sz="44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4036543-4DD8-EA16-22FC-3D53432B52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804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83EF4-73DA-ED13-7FFF-5A119326C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B8FB30-88F6-EAA7-0582-25F7C7093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792"/>
            <a:ext cx="10515600" cy="1325563"/>
          </a:xfrm>
        </p:spPr>
        <p:txBody>
          <a:bodyPr/>
          <a:lstStyle/>
          <a:p>
            <a:r>
              <a:rPr lang="en-US" altLang="zh-CN" dirty="0"/>
              <a:t>Algorithm </a:t>
            </a:r>
            <a:r>
              <a:rPr lang="zh-CN" altLang="zh-CN" dirty="0"/>
              <a:t>Analysis </a:t>
            </a:r>
            <a:r>
              <a:rPr lang="en-US" altLang="zh-CN" dirty="0"/>
              <a:t>(</a:t>
            </a:r>
            <a:r>
              <a:rPr lang="zh-CN" altLang="zh-CN" dirty="0"/>
              <a:t>Amortized</a:t>
            </a:r>
            <a:r>
              <a:rPr lang="en-US" altLang="zh-CN" dirty="0"/>
              <a:t>) (1)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6931615-D95F-781D-8A72-72EC91106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616" y="1961258"/>
            <a:ext cx="10515601" cy="216848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CD74D68-F9AD-9DC6-CE0A-4D0D2BA5D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616" y="4327025"/>
            <a:ext cx="10922916" cy="149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637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B6EFD6C-497D-2319-4C27-57AD8FBF7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34" y="1857624"/>
            <a:ext cx="10878132" cy="3450254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D3BBFC2B-E4DD-6846-B2A9-B26A42F0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34" y="224559"/>
            <a:ext cx="10515600" cy="1325563"/>
          </a:xfrm>
        </p:spPr>
        <p:txBody>
          <a:bodyPr/>
          <a:lstStyle/>
          <a:p>
            <a:r>
              <a:rPr lang="en-US" altLang="zh-CN" dirty="0"/>
              <a:t>Algorithm </a:t>
            </a:r>
            <a:r>
              <a:rPr lang="zh-CN" altLang="zh-CN" dirty="0"/>
              <a:t>Analysis </a:t>
            </a:r>
            <a:r>
              <a:rPr lang="en-US" altLang="zh-CN" dirty="0"/>
              <a:t>(</a:t>
            </a:r>
            <a:r>
              <a:rPr lang="zh-CN" altLang="zh-CN" dirty="0"/>
              <a:t>Amortized</a:t>
            </a:r>
            <a:r>
              <a:rPr lang="en-US" altLang="zh-CN" dirty="0"/>
              <a:t>) (1)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7201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D4B58-B194-8445-224D-F5D1FB19A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9FA5F8B-0D58-A0D5-AE59-71E2D0CE7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26" y="1977197"/>
            <a:ext cx="11151882" cy="3025562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86F52AEB-81DB-CDFA-B97A-14F09D91786F}"/>
              </a:ext>
            </a:extLst>
          </p:cNvPr>
          <p:cNvSpPr txBox="1">
            <a:spLocks/>
          </p:cNvSpPr>
          <p:nvPr/>
        </p:nvSpPr>
        <p:spPr>
          <a:xfrm>
            <a:off x="838200" y="22579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Algorithm </a:t>
            </a:r>
            <a:r>
              <a:rPr lang="zh-CN" altLang="zh-CN" dirty="0"/>
              <a:t>Analysis </a:t>
            </a:r>
            <a:r>
              <a:rPr lang="en-US" altLang="zh-CN" dirty="0"/>
              <a:t>(</a:t>
            </a:r>
            <a:r>
              <a:rPr lang="zh-CN" altLang="zh-CN" dirty="0"/>
              <a:t>Amortized</a:t>
            </a:r>
            <a:r>
              <a:rPr lang="en-US" altLang="zh-CN" dirty="0"/>
              <a:t>) (1)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3418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27DFA-E7F6-96C2-95F7-98FD64F70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EE9608-2FBF-E167-D7C3-30139A7BB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Algorithm </a:t>
            </a:r>
            <a:r>
              <a:rPr lang="zh-CN" altLang="zh-CN" dirty="0"/>
              <a:t>Analysis </a:t>
            </a:r>
            <a:r>
              <a:rPr lang="en-US" altLang="zh-CN" dirty="0"/>
              <a:t>(</a:t>
            </a:r>
            <a:r>
              <a:rPr lang="zh-CN" altLang="zh-CN" dirty="0"/>
              <a:t>Amortized</a:t>
            </a:r>
            <a:r>
              <a:rPr lang="en-US" altLang="zh-CN" dirty="0"/>
              <a:t>) (2)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58DBBE4-0C9B-56EB-4E42-B12C37127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83230"/>
            <a:ext cx="10770471" cy="264300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63CBC59-1323-6770-89EB-7ADDDD4BB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406644"/>
            <a:ext cx="10709673" cy="1542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05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1C051-A7AF-EB8B-809C-6EA3493C9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08E0A87-4345-1811-6838-7955D8F4D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7" y="879260"/>
            <a:ext cx="9801297" cy="5415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104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41724-9D73-2766-22D6-510C59F59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32F7F5-3598-F236-78CA-635EF9BBB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Algorithm </a:t>
            </a:r>
            <a:r>
              <a:rPr lang="zh-CN" altLang="zh-CN" dirty="0"/>
              <a:t>Analysis </a:t>
            </a:r>
            <a:r>
              <a:rPr lang="en-US" altLang="zh-CN" dirty="0"/>
              <a:t>(</a:t>
            </a:r>
            <a:r>
              <a:rPr lang="zh-CN" altLang="zh-CN" dirty="0"/>
              <a:t>Amortized</a:t>
            </a:r>
            <a:r>
              <a:rPr lang="en-US" altLang="zh-CN" dirty="0"/>
              <a:t>) (3)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4DC5438-783E-F380-C20C-BD79ED4E6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83419"/>
            <a:ext cx="10466610" cy="173298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1CADE20-248F-A6FE-0CDC-68261ACE9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27" y="3590104"/>
            <a:ext cx="10642051" cy="1132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465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823E6-DF80-E08A-429B-BB8CA62D6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77AB42B-72FF-83B2-3EC9-307FA0D0F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040" y="683398"/>
            <a:ext cx="9467919" cy="5491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640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30155-2735-DFAE-158C-1D5DDED40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58CCD9-0336-123A-348E-5E85769D3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Algorithm </a:t>
            </a:r>
            <a:r>
              <a:rPr lang="zh-CN" altLang="zh-CN" dirty="0"/>
              <a:t>Analysis </a:t>
            </a:r>
            <a:r>
              <a:rPr lang="en-US" altLang="zh-CN" dirty="0"/>
              <a:t>(4)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977C365-3CEB-9964-176C-7039FADA8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87" y="1473844"/>
            <a:ext cx="9658421" cy="229077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DDA7290-A70C-8EA4-5A94-17B23568F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387" y="4120096"/>
            <a:ext cx="9313886" cy="252812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7DE038E-DD54-E915-944A-82F2D40998AD}"/>
              </a:ext>
            </a:extLst>
          </p:cNvPr>
          <p:cNvSpPr txBox="1"/>
          <p:nvPr/>
        </p:nvSpPr>
        <p:spPr>
          <a:xfrm>
            <a:off x="838200" y="3703092"/>
            <a:ext cx="1013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Answer: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117525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BC28F-43AA-4E7E-7D0A-56E326605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830747-9957-1F91-B881-C24C12908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311" y="360576"/>
            <a:ext cx="10515600" cy="1325563"/>
          </a:xfrm>
        </p:spPr>
        <p:txBody>
          <a:bodyPr/>
          <a:lstStyle/>
          <a:p>
            <a:r>
              <a:rPr lang="en-US" altLang="zh-CN" dirty="0"/>
              <a:t>Algorithm </a:t>
            </a:r>
            <a:r>
              <a:rPr lang="zh-CN" altLang="zh-CN" dirty="0"/>
              <a:t>Analysis </a:t>
            </a:r>
            <a:r>
              <a:rPr lang="en-US" altLang="zh-CN" dirty="0"/>
              <a:t>(4)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E056C56-8A8F-61DB-99BA-8AF792316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11" y="1754796"/>
            <a:ext cx="6574700" cy="153431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B9F70BC-5F9A-39AC-C37A-2C5545F6D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327" y="900751"/>
            <a:ext cx="4893110" cy="538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066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5AB1C-A413-CB4C-640A-08459987D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E5DCD3-FF39-276C-4066-96CBBC4D5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311" y="360576"/>
            <a:ext cx="10515600" cy="1325563"/>
          </a:xfrm>
        </p:spPr>
        <p:txBody>
          <a:bodyPr/>
          <a:lstStyle/>
          <a:p>
            <a:r>
              <a:rPr lang="en-US" altLang="zh-CN" dirty="0"/>
              <a:t>Algorithm </a:t>
            </a:r>
            <a:r>
              <a:rPr lang="zh-CN" altLang="zh-CN" dirty="0"/>
              <a:t>Analysis </a:t>
            </a:r>
            <a:r>
              <a:rPr lang="en-US" altLang="zh-CN" dirty="0"/>
              <a:t>(5)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EB45A34-EF64-7B67-1A4F-69F01DF1B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11" y="1542617"/>
            <a:ext cx="9620320" cy="196216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97EB51D-5821-4520-4DFB-5ECB30293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73" y="3678338"/>
            <a:ext cx="9424190" cy="3043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401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BC10D-38F1-7F4C-BF4E-261C59A9A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A6E84F-7741-68B1-F664-955F6E398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311" y="360576"/>
            <a:ext cx="10515600" cy="1325563"/>
          </a:xfrm>
        </p:spPr>
        <p:txBody>
          <a:bodyPr/>
          <a:lstStyle/>
          <a:p>
            <a:r>
              <a:rPr lang="en-US" altLang="zh-CN" dirty="0"/>
              <a:t>Algorithm </a:t>
            </a:r>
            <a:r>
              <a:rPr lang="zh-CN" altLang="zh-CN" dirty="0"/>
              <a:t>Analysis </a:t>
            </a:r>
            <a:r>
              <a:rPr lang="en-US" altLang="zh-CN" dirty="0"/>
              <a:t>(5)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8863B04-4184-29AC-9D34-B85E58821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41" y="1573715"/>
            <a:ext cx="6635446" cy="116038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13209C2-F22E-5152-EE70-D60139EAD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817" y="653827"/>
            <a:ext cx="4848260" cy="579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653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64</Words>
  <Application>Microsoft Office PowerPoint</Application>
  <PresentationFormat>宽屏</PresentationFormat>
  <Paragraphs>11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等线</vt:lpstr>
      <vt:lpstr>等线 Light</vt:lpstr>
      <vt:lpstr>Arial</vt:lpstr>
      <vt:lpstr>Office 主题​​</vt:lpstr>
      <vt:lpstr>Algorithm Analysis</vt:lpstr>
      <vt:lpstr>Algorithm Analysis (Amortized) (1)</vt:lpstr>
      <vt:lpstr>Algorithm Analysis (Amortized) (1)</vt:lpstr>
      <vt:lpstr>PowerPoint 演示文稿</vt:lpstr>
      <vt:lpstr>Algorithm Analysis (Amortized) (2)</vt:lpstr>
      <vt:lpstr>PowerPoint 演示文稿</vt:lpstr>
      <vt:lpstr>Algorithm Analysis (Amortized) (3)</vt:lpstr>
      <vt:lpstr>PowerPoint 演示文稿</vt:lpstr>
      <vt:lpstr>Algorithm Analysis (4)</vt:lpstr>
      <vt:lpstr>Algorithm Analysis (4)</vt:lpstr>
      <vt:lpstr>Algorithm Analysis (5)</vt:lpstr>
      <vt:lpstr>Algorithm Analysis (5)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Dongning Rao</dc:creator>
  <cp:lastModifiedBy>Dongning Rao</cp:lastModifiedBy>
  <cp:revision>2</cp:revision>
  <dcterms:created xsi:type="dcterms:W3CDTF">2026-06-25T08:59:35Z</dcterms:created>
  <dcterms:modified xsi:type="dcterms:W3CDTF">2026-06-25T11:34:40Z</dcterms:modified>
</cp:coreProperties>
</file>