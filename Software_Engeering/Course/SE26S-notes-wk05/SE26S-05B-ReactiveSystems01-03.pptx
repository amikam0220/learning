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00.fntdata" ContentType="application/x-fontdata"/>
  <Override PartName="/ppt/fonts/font101.fntdata" ContentType="application/x-fontdata"/>
  <Override PartName="/ppt/fonts/font102.fntdata" ContentType="application/x-fontdata"/>
  <Override PartName="/ppt/fonts/font103.fntdata" ContentType="application/x-fontdata"/>
  <Override PartName="/ppt/fonts/font104.fntdata" ContentType="application/x-fontdata"/>
  <Override PartName="/ppt/fonts/font105.fntdata" ContentType="application/x-fontdata"/>
  <Override PartName="/ppt/fonts/font106.fntdata" ContentType="application/x-fontdata"/>
  <Override PartName="/ppt/fonts/font107.fntdata" ContentType="application/x-fontdata"/>
  <Override PartName="/ppt/fonts/font108.fntdata" ContentType="application/x-fontdata"/>
  <Override PartName="/ppt/fonts/font109.fntdata" ContentType="application/x-fontdata"/>
  <Override PartName="/ppt/fonts/font11.fntdata" ContentType="application/x-fontdata"/>
  <Override PartName="/ppt/fonts/font110.fntdata" ContentType="application/x-fontdata"/>
  <Override PartName="/ppt/fonts/font111.fntdata" ContentType="application/x-fontdata"/>
  <Override PartName="/ppt/fonts/font112.fntdata" ContentType="application/x-fontdata"/>
  <Override PartName="/ppt/fonts/font113.fntdata" ContentType="application/x-fontdata"/>
  <Override PartName="/ppt/fonts/font114.fntdata" ContentType="application/x-fontdata"/>
  <Override PartName="/ppt/fonts/font115.fntdata" ContentType="application/x-fontdata"/>
  <Override PartName="/ppt/fonts/font116.fntdata" ContentType="application/x-fontdata"/>
  <Override PartName="/ppt/fonts/font117.fntdata" ContentType="application/x-fontdata"/>
  <Override PartName="/ppt/fonts/font118.fntdata" ContentType="application/x-fontdata"/>
  <Override PartName="/ppt/fonts/font119.fntdata" ContentType="application/x-fontdata"/>
  <Override PartName="/ppt/fonts/font12.fntdata" ContentType="application/x-fontdata"/>
  <Override PartName="/ppt/fonts/font120.fntdata" ContentType="application/x-fontdata"/>
  <Override PartName="/ppt/fonts/font121.fntdata" ContentType="application/x-fontdata"/>
  <Override PartName="/ppt/fonts/font122.fntdata" ContentType="application/x-fontdata"/>
  <Override PartName="/ppt/fonts/font123.fntdata" ContentType="application/x-fontdata"/>
  <Override PartName="/ppt/fonts/font124.fntdata" ContentType="application/x-fontdata"/>
  <Override PartName="/ppt/fonts/font125.fntdata" ContentType="application/x-fontdata"/>
  <Override PartName="/ppt/fonts/font126.fntdata" ContentType="application/x-fontdata"/>
  <Override PartName="/ppt/fonts/font127.fntdata" ContentType="application/x-fontdata"/>
  <Override PartName="/ppt/fonts/font128.fntdata" ContentType="application/x-fontdata"/>
  <Override PartName="/ppt/fonts/font129.fntdata" ContentType="application/x-fontdata"/>
  <Override PartName="/ppt/fonts/font13.fntdata" ContentType="application/x-fontdata"/>
  <Override PartName="/ppt/fonts/font130.fntdata" ContentType="application/x-fontdata"/>
  <Override PartName="/ppt/fonts/font131.fntdata" ContentType="application/x-fontdata"/>
  <Override PartName="/ppt/fonts/font132.fntdata" ContentType="application/x-fontdata"/>
  <Override PartName="/ppt/fonts/font133.fntdata" ContentType="application/x-fontdata"/>
  <Override PartName="/ppt/fonts/font134.fntdata" ContentType="application/x-fontdata"/>
  <Override PartName="/ppt/fonts/font135.fntdata" ContentType="application/x-fontdata"/>
  <Override PartName="/ppt/fonts/font136.fntdata" ContentType="application/x-fontdata"/>
  <Override PartName="/ppt/fonts/font137.fntdata" ContentType="application/x-fontdata"/>
  <Override PartName="/ppt/fonts/font138.fntdata" ContentType="application/x-fontdata"/>
  <Override PartName="/ppt/fonts/font139.fntdata" ContentType="application/x-fontdata"/>
  <Override PartName="/ppt/fonts/font14.fntdata" ContentType="application/x-fontdata"/>
  <Override PartName="/ppt/fonts/font140.fntdata" ContentType="application/x-fontdata"/>
  <Override PartName="/ppt/fonts/font141.fntdata" ContentType="application/x-fontdata"/>
  <Override PartName="/ppt/fonts/font142.fntdata" ContentType="application/x-fontdata"/>
  <Override PartName="/ppt/fonts/font143.fntdata" ContentType="application/x-fontdata"/>
  <Override PartName="/ppt/fonts/font144.fntdata" ContentType="application/x-fontdata"/>
  <Override PartName="/ppt/fonts/font145.fntdata" ContentType="application/x-fontdata"/>
  <Override PartName="/ppt/fonts/font146.fntdata" ContentType="application/x-fontdata"/>
  <Override PartName="/ppt/fonts/font147.fntdata" ContentType="application/x-fontdata"/>
  <Override PartName="/ppt/fonts/font148.fntdata" ContentType="application/x-fontdata"/>
  <Override PartName="/ppt/fonts/font149.fntdata" ContentType="application/x-fontdata"/>
  <Override PartName="/ppt/fonts/font15.fntdata" ContentType="application/x-fontdata"/>
  <Override PartName="/ppt/fonts/font150.fntdata" ContentType="application/x-fontdata"/>
  <Override PartName="/ppt/fonts/font151.fntdata" ContentType="application/x-fontdata"/>
  <Override PartName="/ppt/fonts/font152.fntdata" ContentType="application/x-fontdata"/>
  <Override PartName="/ppt/fonts/font153.fntdata" ContentType="application/x-fontdata"/>
  <Override PartName="/ppt/fonts/font154.fntdata" ContentType="application/x-fontdata"/>
  <Override PartName="/ppt/fonts/font155.fntdata" ContentType="application/x-fontdata"/>
  <Override PartName="/ppt/fonts/font156.fntdata" ContentType="application/x-fontdata"/>
  <Override PartName="/ppt/fonts/font157.fntdata" ContentType="application/x-fontdata"/>
  <Override PartName="/ppt/fonts/font158.fntdata" ContentType="application/x-fontdata"/>
  <Override PartName="/ppt/fonts/font159.fntdata" ContentType="application/x-fontdata"/>
  <Override PartName="/ppt/fonts/font16.fntdata" ContentType="application/x-fontdata"/>
  <Override PartName="/ppt/fonts/font160.fntdata" ContentType="application/x-fontdata"/>
  <Override PartName="/ppt/fonts/font161.fntdata" ContentType="application/x-fontdata"/>
  <Override PartName="/ppt/fonts/font162.fntdata" ContentType="application/x-fontdata"/>
  <Override PartName="/ppt/fonts/font163.fntdata" ContentType="application/x-fontdata"/>
  <Override PartName="/ppt/fonts/font164.fntdata" ContentType="application/x-fontdata"/>
  <Override PartName="/ppt/fonts/font165.fntdata" ContentType="application/x-fontdata"/>
  <Override PartName="/ppt/fonts/font166.fntdata" ContentType="application/x-fontdata"/>
  <Override PartName="/ppt/fonts/font167.fntdata" ContentType="application/x-fontdata"/>
  <Override PartName="/ppt/fonts/font168.fntdata" ContentType="application/x-fontdata"/>
  <Override PartName="/ppt/fonts/font169.fntdata" ContentType="application/x-fontdata"/>
  <Override PartName="/ppt/fonts/font17.fntdata" ContentType="application/x-fontdata"/>
  <Override PartName="/ppt/fonts/font170.fntdata" ContentType="application/x-fontdata"/>
  <Override PartName="/ppt/fonts/font171.fntdata" ContentType="application/x-fontdata"/>
  <Override PartName="/ppt/fonts/font172.fntdata" ContentType="application/x-fontdata"/>
  <Override PartName="/ppt/fonts/font173.fntdata" ContentType="application/x-fontdata"/>
  <Override PartName="/ppt/fonts/font174.fntdata" ContentType="application/x-fontdata"/>
  <Override PartName="/ppt/fonts/font175.fntdata" ContentType="application/x-fontdata"/>
  <Override PartName="/ppt/fonts/font176.fntdata" ContentType="application/x-fontdata"/>
  <Override PartName="/ppt/fonts/font177.fntdata" ContentType="application/x-fontdata"/>
  <Override PartName="/ppt/fonts/font178.fntdata" ContentType="application/x-fontdata"/>
  <Override PartName="/ppt/fonts/font179.fntdata" ContentType="application/x-fontdata"/>
  <Override PartName="/ppt/fonts/font18.fntdata" ContentType="application/x-fontdata"/>
  <Override PartName="/ppt/fonts/font180.fntdata" ContentType="application/x-fontdata"/>
  <Override PartName="/ppt/fonts/font181.fntdata" ContentType="application/x-fontdata"/>
  <Override PartName="/ppt/fonts/font182.fntdata" ContentType="application/x-fontdata"/>
  <Override PartName="/ppt/fonts/font183.fntdata" ContentType="application/x-fontdata"/>
  <Override PartName="/ppt/fonts/font184.fntdata" ContentType="application/x-fontdata"/>
  <Override PartName="/ppt/fonts/font185.fntdata" ContentType="application/x-fontdata"/>
  <Override PartName="/ppt/fonts/font186.fntdata" ContentType="application/x-fontdata"/>
  <Override PartName="/ppt/fonts/font187.fntdata" ContentType="application/x-fontdata"/>
  <Override PartName="/ppt/fonts/font188.fntdata" ContentType="application/x-fontdata"/>
  <Override PartName="/ppt/fonts/font189.fntdata" ContentType="application/x-fontdata"/>
  <Override PartName="/ppt/fonts/font19.fntdata" ContentType="application/x-fontdata"/>
  <Override PartName="/ppt/fonts/font190.fntdata" ContentType="application/x-fontdata"/>
  <Override PartName="/ppt/fonts/font191.fntdata" ContentType="application/x-fontdata"/>
  <Override PartName="/ppt/fonts/font192.fntdata" ContentType="application/x-fontdata"/>
  <Override PartName="/ppt/fonts/font193.fntdata" ContentType="application/x-fontdata"/>
  <Override PartName="/ppt/fonts/font194.fntdata" ContentType="application/x-fontdata"/>
  <Override PartName="/ppt/fonts/font195.fntdata" ContentType="application/x-fontdata"/>
  <Override PartName="/ppt/fonts/font196.fntdata" ContentType="application/x-fontdata"/>
  <Override PartName="/ppt/fonts/font197.fntdata" ContentType="application/x-fontdata"/>
  <Override PartName="/ppt/fonts/font198.fntdata" ContentType="application/x-fontdata"/>
  <Override PartName="/ppt/fonts/font199.fntdata" ContentType="application/x-fontdata"/>
  <Override PartName="/ppt/fonts/font2.fntdata" ContentType="application/x-fontdata"/>
  <Override PartName="/ppt/fonts/font20.fntdata" ContentType="application/x-fontdata"/>
  <Override PartName="/ppt/fonts/font200.fntdata" ContentType="application/x-fontdata"/>
  <Override PartName="/ppt/fonts/font201.fntdata" ContentType="application/x-fontdata"/>
  <Override PartName="/ppt/fonts/font202.fntdata" ContentType="application/x-fontdata"/>
  <Override PartName="/ppt/fonts/font203.fntdata" ContentType="application/x-fontdata"/>
  <Override PartName="/ppt/fonts/font204.fntdata" ContentType="application/x-fontdata"/>
  <Override PartName="/ppt/fonts/font205.fntdata" ContentType="application/x-fontdata"/>
  <Override PartName="/ppt/fonts/font206.fntdata" ContentType="application/x-fontdata"/>
  <Override PartName="/ppt/fonts/font207.fntdata" ContentType="application/x-fontdata"/>
  <Override PartName="/ppt/fonts/font208.fntdata" ContentType="application/x-fontdata"/>
  <Override PartName="/ppt/fonts/font209.fntdata" ContentType="application/x-fontdata"/>
  <Override PartName="/ppt/fonts/font21.fntdata" ContentType="application/x-fontdata"/>
  <Override PartName="/ppt/fonts/font210.fntdata" ContentType="application/x-fontdata"/>
  <Override PartName="/ppt/fonts/font211.fntdata" ContentType="application/x-fontdata"/>
  <Override PartName="/ppt/fonts/font212.fntdata" ContentType="application/x-fontdata"/>
  <Override PartName="/ppt/fonts/font213.fntdata" ContentType="application/x-fontdata"/>
  <Override PartName="/ppt/fonts/font214.fntdata" ContentType="application/x-fontdata"/>
  <Override PartName="/ppt/fonts/font215.fntdata" ContentType="application/x-fontdata"/>
  <Override PartName="/ppt/fonts/font216.fntdata" ContentType="application/x-fontdata"/>
  <Override PartName="/ppt/fonts/font217.fntdata" ContentType="application/x-fontdata"/>
  <Override PartName="/ppt/fonts/font218.fntdata" ContentType="application/x-fontdata"/>
  <Override PartName="/ppt/fonts/font219.fntdata" ContentType="application/x-fontdata"/>
  <Override PartName="/ppt/fonts/font22.fntdata" ContentType="application/x-fontdata"/>
  <Override PartName="/ppt/fonts/font220.fntdata" ContentType="application/x-fontdata"/>
  <Override PartName="/ppt/fonts/font221.fntdata" ContentType="application/x-fontdata"/>
  <Override PartName="/ppt/fonts/font222.fntdata" ContentType="application/x-fontdata"/>
  <Override PartName="/ppt/fonts/font223.fntdata" ContentType="application/x-fontdata"/>
  <Override PartName="/ppt/fonts/font224.fntdata" ContentType="application/x-fontdata"/>
  <Override PartName="/ppt/fonts/font225.fntdata" ContentType="application/x-fontdata"/>
  <Override PartName="/ppt/fonts/font226.fntdata" ContentType="application/x-fontdata"/>
  <Override PartName="/ppt/fonts/font227.fntdata" ContentType="application/x-fontdata"/>
  <Override PartName="/ppt/fonts/font228.fntdata" ContentType="application/x-fontdata"/>
  <Override PartName="/ppt/fonts/font23.fntdata" ContentType="application/x-fontdata"/>
  <Override PartName="/ppt/fonts/font24.fntdata" ContentType="application/x-fontdata"/>
  <Override PartName="/ppt/fonts/font25.fntdata" ContentType="application/x-fontdata"/>
  <Override PartName="/ppt/fonts/font26.fntdata" ContentType="application/x-fontdata"/>
  <Override PartName="/ppt/fonts/font27.fntdata" ContentType="application/x-fontdata"/>
  <Override PartName="/ppt/fonts/font28.fntdata" ContentType="application/x-fontdata"/>
  <Override PartName="/ppt/fonts/font29.fntdata" ContentType="application/x-fontdata"/>
  <Override PartName="/ppt/fonts/font3.fntdata" ContentType="application/x-fontdata"/>
  <Override PartName="/ppt/fonts/font30.fntdata" ContentType="application/x-fontdata"/>
  <Override PartName="/ppt/fonts/font31.fntdata" ContentType="application/x-fontdata"/>
  <Override PartName="/ppt/fonts/font32.fntdata" ContentType="application/x-fontdata"/>
  <Override PartName="/ppt/fonts/font33.fntdata" ContentType="application/x-fontdata"/>
  <Override PartName="/ppt/fonts/font34.fntdata" ContentType="application/x-fontdata"/>
  <Override PartName="/ppt/fonts/font35.fntdata" ContentType="application/x-fontdata"/>
  <Override PartName="/ppt/fonts/font36.fntdata" ContentType="application/x-fontdata"/>
  <Override PartName="/ppt/fonts/font37.fntdata" ContentType="application/x-fontdata"/>
  <Override PartName="/ppt/fonts/font38.fntdata" ContentType="application/x-fontdata"/>
  <Override PartName="/ppt/fonts/font39.fntdata" ContentType="application/x-fontdata"/>
  <Override PartName="/ppt/fonts/font4.fntdata" ContentType="application/x-fontdata"/>
  <Override PartName="/ppt/fonts/font40.fntdata" ContentType="application/x-fontdata"/>
  <Override PartName="/ppt/fonts/font41.fntdata" ContentType="application/x-fontdata"/>
  <Override PartName="/ppt/fonts/font42.fntdata" ContentType="application/x-fontdata"/>
  <Override PartName="/ppt/fonts/font43.fntdata" ContentType="application/x-fontdata"/>
  <Override PartName="/ppt/fonts/font44.fntdata" ContentType="application/x-fontdata"/>
  <Override PartName="/ppt/fonts/font45.fntdata" ContentType="application/x-fontdata"/>
  <Override PartName="/ppt/fonts/font46.fntdata" ContentType="application/x-fontdata"/>
  <Override PartName="/ppt/fonts/font47.fntdata" ContentType="application/x-fontdata"/>
  <Override PartName="/ppt/fonts/font48.fntdata" ContentType="application/x-fontdata"/>
  <Override PartName="/ppt/fonts/font49.fntdata" ContentType="application/x-fontdata"/>
  <Override PartName="/ppt/fonts/font5.fntdata" ContentType="application/x-fontdata"/>
  <Override PartName="/ppt/fonts/font50.fntdata" ContentType="application/x-fontdata"/>
  <Override PartName="/ppt/fonts/font51.fntdata" ContentType="application/x-fontdata"/>
  <Override PartName="/ppt/fonts/font52.fntdata" ContentType="application/x-fontdata"/>
  <Override PartName="/ppt/fonts/font53.fntdata" ContentType="application/x-fontdata"/>
  <Override PartName="/ppt/fonts/font54.fntdata" ContentType="application/x-fontdata"/>
  <Override PartName="/ppt/fonts/font55.fntdata" ContentType="application/x-fontdata"/>
  <Override PartName="/ppt/fonts/font56.fntdata" ContentType="application/x-fontdata"/>
  <Override PartName="/ppt/fonts/font57.fntdata" ContentType="application/x-fontdata"/>
  <Override PartName="/ppt/fonts/font58.fntdata" ContentType="application/x-fontdata"/>
  <Override PartName="/ppt/fonts/font59.fntdata" ContentType="application/x-fontdata"/>
  <Override PartName="/ppt/fonts/font6.fntdata" ContentType="application/x-fontdata"/>
  <Override PartName="/ppt/fonts/font60.fntdata" ContentType="application/x-fontdata"/>
  <Override PartName="/ppt/fonts/font61.fntdata" ContentType="application/x-fontdata"/>
  <Override PartName="/ppt/fonts/font62.fntdata" ContentType="application/x-fontdata"/>
  <Override PartName="/ppt/fonts/font63.fntdata" ContentType="application/x-fontdata"/>
  <Override PartName="/ppt/fonts/font64.fntdata" ContentType="application/x-fontdata"/>
  <Override PartName="/ppt/fonts/font65.fntdata" ContentType="application/x-fontdata"/>
  <Override PartName="/ppt/fonts/font66.fntdata" ContentType="application/x-fontdata"/>
  <Override PartName="/ppt/fonts/font67.fntdata" ContentType="application/x-fontdata"/>
  <Override PartName="/ppt/fonts/font68.fntdata" ContentType="application/x-fontdata"/>
  <Override PartName="/ppt/fonts/font69.fntdata" ContentType="application/x-fontdata"/>
  <Override PartName="/ppt/fonts/font7.fntdata" ContentType="application/x-fontdata"/>
  <Override PartName="/ppt/fonts/font70.fntdata" ContentType="application/x-fontdata"/>
  <Override PartName="/ppt/fonts/font71.fntdata" ContentType="application/x-fontdata"/>
  <Override PartName="/ppt/fonts/font72.fntdata" ContentType="application/x-fontdata"/>
  <Override PartName="/ppt/fonts/font73.fntdata" ContentType="application/x-fontdata"/>
  <Override PartName="/ppt/fonts/font74.fntdata" ContentType="application/x-fontdata"/>
  <Override PartName="/ppt/fonts/font75.fntdata" ContentType="application/x-fontdata"/>
  <Override PartName="/ppt/fonts/font76.fntdata" ContentType="application/x-fontdata"/>
  <Override PartName="/ppt/fonts/font77.fntdata" ContentType="application/x-fontdata"/>
  <Override PartName="/ppt/fonts/font78.fntdata" ContentType="application/x-fontdata"/>
  <Override PartName="/ppt/fonts/font79.fntdata" ContentType="application/x-fontdata"/>
  <Override PartName="/ppt/fonts/font8.fntdata" ContentType="application/x-fontdata"/>
  <Override PartName="/ppt/fonts/font80.fntdata" ContentType="application/x-fontdata"/>
  <Override PartName="/ppt/fonts/font81.fntdata" ContentType="application/x-fontdata"/>
  <Override PartName="/ppt/fonts/font82.fntdata" ContentType="application/x-fontdata"/>
  <Override PartName="/ppt/fonts/font83.fntdata" ContentType="application/x-fontdata"/>
  <Override PartName="/ppt/fonts/font84.fntdata" ContentType="application/x-fontdata"/>
  <Override PartName="/ppt/fonts/font85.fntdata" ContentType="application/x-fontdata"/>
  <Override PartName="/ppt/fonts/font86.fntdata" ContentType="application/x-fontdata"/>
  <Override PartName="/ppt/fonts/font87.fntdata" ContentType="application/x-fontdata"/>
  <Override PartName="/ppt/fonts/font88.fntdata" ContentType="application/x-fontdata"/>
  <Override PartName="/ppt/fonts/font89.fntdata" ContentType="application/x-fontdata"/>
  <Override PartName="/ppt/fonts/font9.fntdata" ContentType="application/x-fontdata"/>
  <Override PartName="/ppt/fonts/font90.fntdata" ContentType="application/x-fontdata"/>
  <Override PartName="/ppt/fonts/font91.fntdata" ContentType="application/x-fontdata"/>
  <Override PartName="/ppt/fonts/font92.fntdata" ContentType="application/x-fontdata"/>
  <Override PartName="/ppt/fonts/font93.fntdata" ContentType="application/x-fontdata"/>
  <Override PartName="/ppt/fonts/font94.fntdata" ContentType="application/x-fontdata"/>
  <Override PartName="/ppt/fonts/font95.fntdata" ContentType="application/x-fontdata"/>
  <Override PartName="/ppt/fonts/font96.fntdata" ContentType="application/x-fontdata"/>
  <Override PartName="/ppt/fonts/font97.fntdata" ContentType="application/x-fontdata"/>
  <Override PartName="/ppt/fonts/font98.fntdata" ContentType="application/x-fontdata"/>
  <Override PartName="/ppt/fonts/font99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</p:sldMasterIdLst>
  <p:sldIdLst>
    <p:sldId id="256" r:id="rId45"/>
    <p:sldId id="260" r:id="rId46"/>
    <p:sldId id="263" r:id="rId47"/>
    <p:sldId id="266" r:id="rId48"/>
    <p:sldId id="269" r:id="rId49"/>
    <p:sldId id="272" r:id="rId50"/>
    <p:sldId id="275" r:id="rId51"/>
    <p:sldId id="278" r:id="rId52"/>
    <p:sldId id="281" r:id="rId53"/>
    <p:sldId id="284" r:id="rId54"/>
    <p:sldId id="287" r:id="rId55"/>
    <p:sldId id="290" r:id="rId56"/>
    <p:sldId id="293" r:id="rId57"/>
    <p:sldId id="296" r:id="rId58"/>
    <p:sldId id="299" r:id="rId59"/>
    <p:sldId id="302" r:id="rId60"/>
    <p:sldId id="305" r:id="rId61"/>
    <p:sldId id="308" r:id="rId62"/>
    <p:sldId id="311" r:id="rId63"/>
    <p:sldId id="314" r:id="rId64"/>
    <p:sldId id="317" r:id="rId65"/>
    <p:sldId id="320" r:id="rId66"/>
    <p:sldId id="323" r:id="rId67"/>
    <p:sldId id="326" r:id="rId68"/>
    <p:sldId id="329" r:id="rId69"/>
    <p:sldId id="332" r:id="rId70"/>
    <p:sldId id="335" r:id="rId71"/>
    <p:sldId id="338" r:id="rId72"/>
    <p:sldId id="341" r:id="rId73"/>
    <p:sldId id="344" r:id="rId74"/>
    <p:sldId id="347" r:id="rId75"/>
    <p:sldId id="350" r:id="rId76"/>
    <p:sldId id="353" r:id="rId77"/>
    <p:sldId id="356" r:id="rId78"/>
    <p:sldId id="359" r:id="rId79"/>
    <p:sldId id="362" r:id="rId80"/>
    <p:sldId id="365" r:id="rId81"/>
    <p:sldId id="368" r:id="rId82"/>
    <p:sldId id="371" r:id="rId83"/>
    <p:sldId id="374" r:id="rId84"/>
    <p:sldId id="377" r:id="rId85"/>
    <p:sldId id="380" r:id="rId86"/>
    <p:sldId id="383" r:id="rId87"/>
  </p:sldIdLst>
  <p:sldSz cx="10693400" cy="7556500"/>
  <p:notesSz cx="10693400" cy="7556500"/>
  <p:embeddedFontLst>
    <p:embeddedFont>
      <p:font typeface="LFEVQI+CMBX12" panose="02000500000000000000"/>
      <p:regular r:id="rId91"/>
    </p:embeddedFont>
    <p:embeddedFont>
      <p:font typeface="CGDCWJ+CMBX12~c" panose="02000500000000000000"/>
      <p:regular r:id="rId92"/>
    </p:embeddedFont>
    <p:embeddedFont>
      <p:font typeface="AKCTOU+CMSY10" panose="02000500000000000000"/>
      <p:regular r:id="rId93"/>
    </p:embeddedFont>
    <p:embeddedFont>
      <p:font typeface="NVKCUG+CMR7" panose="02000500000000000000"/>
      <p:regular r:id="rId94"/>
    </p:embeddedFont>
    <p:embeddedFont>
      <p:font typeface="NOQEBU+CMBX12" panose="02000500000000000000"/>
      <p:regular r:id="rId95"/>
    </p:embeddedFont>
    <p:embeddedFont>
      <p:font typeface="LVTAPM+CMR10" panose="02000500000000000000"/>
      <p:regular r:id="rId96"/>
    </p:embeddedFont>
    <p:embeddedFont>
      <p:font typeface="WINBNS+CMR7" panose="02000500000000000000"/>
      <p:regular r:id="rId97"/>
    </p:embeddedFont>
    <p:embeddedFont>
      <p:font typeface="PITSQT+CMR10" panose="02000500000000000000"/>
      <p:regular r:id="rId98"/>
    </p:embeddedFont>
    <p:embeddedFont>
      <p:font typeface="BFUIBT+CMR7" panose="02000500000000000000"/>
      <p:regular r:id="rId99"/>
    </p:embeddedFont>
    <p:embeddedFont>
      <p:font typeface="VMNEKW+CMBX12~c" panose="02000500000000000000"/>
      <p:regular r:id="rId100"/>
    </p:embeddedFont>
    <p:embeddedFont>
      <p:font typeface="FSLOUU+CMSY10~25" panose="02000500000000000000"/>
      <p:regular r:id="rId101"/>
    </p:embeddedFont>
    <p:embeddedFont>
      <p:font typeface="DULTBC+CMR10" panose="02000500000000000000"/>
      <p:regular r:id="rId102"/>
    </p:embeddedFont>
    <p:embeddedFont>
      <p:font typeface="WKRDRJ+CMBX10" panose="02000500000000000000"/>
      <p:regular r:id="rId103"/>
    </p:embeddedFont>
    <p:embeddedFont>
      <p:font typeface="AMSSCV+CMR7" panose="02000500000000000000"/>
      <p:regular r:id="rId104"/>
    </p:embeddedFont>
    <p:embeddedFont>
      <p:font typeface="TIBGJM+CMBX12~c" panose="02000500000000000000"/>
      <p:regular r:id="rId105"/>
    </p:embeddedFont>
    <p:embeddedFont>
      <p:font typeface="MLQTQL+CMR10" panose="02000500000000000000"/>
      <p:regular r:id="rId106"/>
    </p:embeddedFont>
    <p:embeddedFont>
      <p:font typeface="HDARUG+CMSY10~25" panose="02000500000000000000"/>
      <p:regular r:id="rId107"/>
    </p:embeddedFont>
    <p:embeddedFont>
      <p:font typeface="MTWNEK+CMTI10" panose="02000500000000000000"/>
      <p:regular r:id="rId108"/>
    </p:embeddedFont>
    <p:embeddedFont>
      <p:font typeface="EVUOWM+CMR7" panose="02000500000000000000"/>
      <p:regular r:id="rId109"/>
    </p:embeddedFont>
    <p:embeddedFont>
      <p:font typeface="AQSSHW+CMBX12~c" panose="02000500000000000000"/>
      <p:regular r:id="rId110"/>
    </p:embeddedFont>
    <p:embeddedFont>
      <p:font typeface="DDSIUO+CMR10" panose="02000500000000000000"/>
      <p:regular r:id="rId111"/>
    </p:embeddedFont>
    <p:embeddedFont>
      <p:font typeface="QQUKGD+CMSY10~25" panose="02000500000000000000"/>
      <p:regular r:id="rId112"/>
    </p:embeddedFont>
    <p:embeddedFont>
      <p:font typeface="FELSTD+CMTI10" panose="02000500000000000000"/>
      <p:regular r:id="rId113"/>
    </p:embeddedFont>
    <p:embeddedFont>
      <p:font typeface="VEUNLC+CMSS10" panose="02000500000000000000"/>
      <p:regular r:id="rId114"/>
    </p:embeddedFont>
    <p:embeddedFont>
      <p:font typeface="ASJNJU+CMR7" panose="02000500000000000000"/>
      <p:regular r:id="rId115"/>
    </p:embeddedFont>
    <p:embeddedFont>
      <p:font typeface="DHJRHO+CMBX12~c" panose="02000500000000000000"/>
      <p:regular r:id="rId116"/>
    </p:embeddedFont>
    <p:embeddedFont>
      <p:font typeface="MBJIGG+CMR10" panose="02000500000000000000"/>
      <p:regular r:id="rId117"/>
    </p:embeddedFont>
    <p:embeddedFont>
      <p:font typeface="ARUPLI+CMSY10~25" panose="02000500000000000000"/>
      <p:regular r:id="rId118"/>
    </p:embeddedFont>
    <p:embeddedFont>
      <p:font typeface="RKLDTT+CMTI10" panose="02000500000000000000"/>
      <p:regular r:id="rId119"/>
    </p:embeddedFont>
    <p:embeddedFont>
      <p:font typeface="MFVIVE+CMSS10" panose="02000500000000000000"/>
      <p:regular r:id="rId120"/>
    </p:embeddedFont>
    <p:embeddedFont>
      <p:font typeface="FEDNKH+CMR7" panose="02000500000000000000"/>
      <p:regular r:id="rId121"/>
    </p:embeddedFont>
    <p:embeddedFont>
      <p:font typeface="NSIMAC+CMBX12~c" panose="02000500000000000000"/>
      <p:regular r:id="rId122"/>
    </p:embeddedFont>
    <p:embeddedFont>
      <p:font typeface="IQRRKC+CMR10" panose="02000500000000000000"/>
      <p:regular r:id="rId123"/>
    </p:embeddedFont>
    <p:embeddedFont>
      <p:font typeface="OMHNSH+CMBX10" panose="02000500000000000000"/>
      <p:regular r:id="rId124"/>
    </p:embeddedFont>
    <p:embeddedFont>
      <p:font typeface="HWIFEB+CMSY10~25" panose="02000500000000000000"/>
      <p:regular r:id="rId125"/>
    </p:embeddedFont>
    <p:embeddedFont>
      <p:font typeface="CIRERW+CMR7" panose="02000500000000000000"/>
      <p:regular r:id="rId126"/>
    </p:embeddedFont>
    <p:embeddedFont>
      <p:font typeface="NJFAPJ+CMBX12~c" panose="02000500000000000000"/>
      <p:regular r:id="rId127"/>
    </p:embeddedFont>
    <p:embeddedFont>
      <p:font typeface="KNVJVP+CMSY10~25" panose="02000500000000000000"/>
      <p:regular r:id="rId128"/>
    </p:embeddedFont>
    <p:embeddedFont>
      <p:font typeface="KJRGFG+CMR10" panose="02000500000000000000"/>
      <p:regular r:id="rId129"/>
    </p:embeddedFont>
    <p:embeddedFont>
      <p:font typeface="APSUKI+CMR7" panose="02000500000000000000"/>
      <p:regular r:id="rId130"/>
    </p:embeddedFont>
    <p:embeddedFont>
      <p:font typeface="MBWAMW+CMBX12~c" panose="02000500000000000000"/>
      <p:regular r:id="rId131"/>
    </p:embeddedFont>
    <p:embeddedFont>
      <p:font typeface="ATNREK+CMR10" panose="02000500000000000000"/>
      <p:regular r:id="rId132"/>
    </p:embeddedFont>
    <p:embeddedFont>
      <p:font typeface="TUTGMR+CMSY10~25" panose="02000500000000000000"/>
      <p:regular r:id="rId133"/>
    </p:embeddedFont>
    <p:embeddedFont>
      <p:font typeface="IPSQBS+CMR7" panose="02000500000000000000"/>
      <p:regular r:id="rId134"/>
    </p:embeddedFont>
    <p:embeddedFont>
      <p:font typeface="Calibri" panose="020F0502020204030204" charset="0"/>
      <p:regular r:id="rId135"/>
      <p:bold r:id="rId136"/>
      <p:italic r:id="rId137"/>
      <p:boldItalic r:id="rId138"/>
    </p:embeddedFont>
    <p:embeddedFont>
      <p:font typeface="QVLGWH+CMBX12~c" panose="02000500000000000000"/>
      <p:regular r:id="rId139"/>
    </p:embeddedFont>
    <p:embeddedFont>
      <p:font typeface="COJGMA+CMR10" panose="02000500000000000000"/>
      <p:regular r:id="rId140"/>
    </p:embeddedFont>
    <p:embeddedFont>
      <p:font typeface="NLGRRV+CMSY10~25" panose="02000500000000000000"/>
      <p:regular r:id="rId141"/>
    </p:embeddedFont>
    <p:embeddedFont>
      <p:font typeface="RMSWIO+CMR7" panose="02000500000000000000"/>
      <p:regular r:id="rId142"/>
    </p:embeddedFont>
    <p:embeddedFont>
      <p:font typeface="AICAMU+CMBX12~c" panose="02000500000000000000"/>
      <p:regular r:id="rId143"/>
    </p:embeddedFont>
    <p:embeddedFont>
      <p:font typeface="FHVVQC+Helvetica" panose="020B0604020202020204"/>
      <p:regular r:id="rId144"/>
    </p:embeddedFont>
    <p:embeddedFont>
      <p:font typeface="FHVVQC+Helvetica" panose="020B0604020202020204" charset="0"/>
      <p:regular r:id="rId145"/>
    </p:embeddedFont>
    <p:embeddedFont>
      <p:font typeface="QRMGAW+CMR7" panose="02000500000000000000"/>
      <p:regular r:id="rId146"/>
    </p:embeddedFont>
    <p:embeddedFont>
      <p:font typeface="MCJDBG+Helvetica-BoldOblique" panose="020B0704020202090204"/>
      <p:boldItalic r:id="rId147"/>
    </p:embeddedFont>
    <p:embeddedFont>
      <p:font typeface="QQEIGD+Helvetica" panose="020B0604020202020204"/>
      <p:regular r:id="rId148"/>
    </p:embeddedFont>
    <p:embeddedFont>
      <p:font typeface="QQEIGD+Helvetica" panose="020B0604020202020204" charset="0"/>
      <p:regular r:id="rId149"/>
    </p:embeddedFont>
    <p:embeddedFont>
      <p:font typeface="NFCOSN+CMR7" panose="02000500000000000000"/>
      <p:regular r:id="rId150"/>
    </p:embeddedFont>
    <p:embeddedFont>
      <p:font typeface="OWEHHP+CMBX12~c" panose="02000500000000000000"/>
      <p:regular r:id="rId151"/>
    </p:embeddedFont>
    <p:embeddedFont>
      <p:font typeface="POAUKU+Helvetica" panose="020B0604020202020204"/>
      <p:regular r:id="rId152"/>
    </p:embeddedFont>
    <p:embeddedFont>
      <p:font typeface="LRHPRQ+Helvetica-BoldOblique" panose="020B0704020202090204"/>
      <p:boldItalic r:id="rId153"/>
    </p:embeddedFont>
    <p:embeddedFont>
      <p:font typeface="POAUKU+Helvetica" panose="020B0604020202020204" charset="0"/>
      <p:regular r:id="rId154"/>
    </p:embeddedFont>
    <p:embeddedFont>
      <p:font typeface="KITNLQ+CMR7" panose="02000500000000000000"/>
      <p:regular r:id="rId155"/>
    </p:embeddedFont>
    <p:embeddedFont>
      <p:font typeface="KVEMOK+CMBX12~c" panose="02000500000000000000"/>
      <p:regular r:id="rId156"/>
    </p:embeddedFont>
    <p:embeddedFont>
      <p:font typeface="OTGJAG+Helvetica-BoldOblique" panose="020B0704020202090204"/>
      <p:boldItalic r:id="rId157"/>
    </p:embeddedFont>
    <p:embeddedFont>
      <p:font typeface="WKRCIF+Helvetica" panose="020B0604020202020204" charset="0"/>
      <p:regular r:id="rId158"/>
    </p:embeddedFont>
    <p:embeddedFont>
      <p:font typeface="WKRCIF+Helvetica" panose="020B0604020202020204"/>
      <p:regular r:id="rId159"/>
    </p:embeddedFont>
    <p:embeddedFont>
      <p:font typeface="GSSEQG+CMR7" panose="02000500000000000000"/>
      <p:regular r:id="rId160"/>
    </p:embeddedFont>
    <p:embeddedFont>
      <p:font typeface="ILAPHV+CMBX12~c" panose="02000500000000000000"/>
      <p:regular r:id="rId161"/>
    </p:embeddedFont>
    <p:embeddedFont>
      <p:font typeface="SAOGKC+CMR10" panose="02000500000000000000"/>
      <p:regular r:id="rId162"/>
    </p:embeddedFont>
    <p:embeddedFont>
      <p:font typeface="ERAEUN+CMSY10~25" panose="02000500000000000000"/>
      <p:regular r:id="rId163"/>
    </p:embeddedFont>
    <p:embeddedFont>
      <p:font typeface="OVWCTU+CMR7" panose="02000500000000000000"/>
      <p:regular r:id="rId164"/>
    </p:embeddedFont>
    <p:embeddedFont>
      <p:font typeface="LWJSJM+CMBX12~c" panose="02000500000000000000"/>
      <p:regular r:id="rId165"/>
    </p:embeddedFont>
    <p:embeddedFont>
      <p:font typeface="QTMWNU+CMR10" panose="02000500000000000000"/>
      <p:regular r:id="rId166"/>
    </p:embeddedFont>
    <p:embeddedFont>
      <p:font typeface="KRMTWB+CMSY10~25" panose="02000500000000000000"/>
      <p:regular r:id="rId167"/>
    </p:embeddedFont>
    <p:embeddedFont>
      <p:font typeface="BBUSMG+CMBX10" panose="02000500000000000000"/>
      <p:regular r:id="rId168"/>
    </p:embeddedFont>
    <p:embeddedFont>
      <p:font typeface="KUCOEL+CMR9" panose="02000500000000000000"/>
      <p:regular r:id="rId169"/>
    </p:embeddedFont>
    <p:embeddedFont>
      <p:font typeface="PVDWHM+CMR7" panose="02000500000000000000"/>
      <p:regular r:id="rId170"/>
    </p:embeddedFont>
    <p:embeddedFont>
      <p:font typeface="LVJIMO+CMBX12~c" panose="02000500000000000000"/>
      <p:regular r:id="rId171"/>
    </p:embeddedFont>
    <p:embeddedFont>
      <p:font typeface="AFMEIB+CMSY10~25" panose="02000500000000000000"/>
      <p:regular r:id="rId172"/>
    </p:embeddedFont>
    <p:embeddedFont>
      <p:font typeface="GTHBTS+CMBX10" panose="02000500000000000000"/>
      <p:regular r:id="rId173"/>
    </p:embeddedFont>
    <p:embeddedFont>
      <p:font typeface="TJUOTQ+CMR10" panose="02000500000000000000"/>
      <p:regular r:id="rId174"/>
    </p:embeddedFont>
    <p:embeddedFont>
      <p:font typeface="PJDPEQ+CMR7" panose="02000500000000000000"/>
      <p:regular r:id="rId175"/>
    </p:embeddedFont>
    <p:embeddedFont>
      <p:font typeface="FFMUIN+CMBX12~c" panose="02000500000000000000"/>
      <p:regular r:id="rId176"/>
    </p:embeddedFont>
    <p:embeddedFont>
      <p:font typeface="DKAKAB+CMR10" panose="02000500000000000000"/>
      <p:regular r:id="rId177"/>
    </p:embeddedFont>
    <p:embeddedFont>
      <p:font typeface="AMPPIU+CMTI10" panose="02000500000000000000"/>
      <p:regular r:id="rId178"/>
    </p:embeddedFont>
    <p:embeddedFont>
      <p:font typeface="NEBHUL+CMSY10~25" panose="02000500000000000000"/>
      <p:regular r:id="rId179"/>
    </p:embeddedFont>
    <p:embeddedFont>
      <p:font typeface="MKRUVB+CMBX10" panose="02000500000000000000"/>
      <p:regular r:id="rId180"/>
    </p:embeddedFont>
    <p:embeddedFont>
      <p:font typeface="DMGWKL+CMR9" panose="02000500000000000000"/>
      <p:regular r:id="rId181"/>
    </p:embeddedFont>
    <p:embeddedFont>
      <p:font typeface="WLHSFR+CMR7" panose="02000500000000000000"/>
      <p:regular r:id="rId182"/>
    </p:embeddedFont>
    <p:embeddedFont>
      <p:font typeface="ULBQUQ+CMBX12~c" panose="02000500000000000000"/>
      <p:regular r:id="rId183"/>
    </p:embeddedFont>
    <p:embeddedFont>
      <p:font typeface="TLKQWI+Helvetica" panose="020B0604020202020204"/>
      <p:regular r:id="rId184"/>
    </p:embeddedFont>
    <p:embeddedFont>
      <p:font typeface="TLKQWI+Helvetica" panose="020B0604020202020204" charset="0"/>
      <p:regular r:id="rId185"/>
    </p:embeddedFont>
    <p:embeddedFont>
      <p:font typeface="NVQEEA+CMR10" panose="02000500000000000000"/>
      <p:regular r:id="rId186"/>
    </p:embeddedFont>
    <p:embeddedFont>
      <p:font typeface="QHUCIK+CMR7" panose="02000500000000000000"/>
      <p:regular r:id="rId187"/>
    </p:embeddedFont>
    <p:embeddedFont>
      <p:font typeface="PVMFCN+CMBX12~c" panose="02000500000000000000"/>
      <p:regular r:id="rId188"/>
    </p:embeddedFont>
    <p:embeddedFont>
      <p:font typeface="GAJSUE+Helvetica-Bold" panose="020B0704020202020204" charset="0"/>
      <p:bold r:id="rId189"/>
    </p:embeddedFont>
    <p:embeddedFont>
      <p:font typeface="LRQEVW+Helvetica" panose="020B0604020202020204"/>
      <p:regular r:id="rId190"/>
    </p:embeddedFont>
    <p:embeddedFont>
      <p:font typeface="LRQEVW+Helvetica" panose="020B0604020202020204" charset="0"/>
      <p:regular r:id="rId191"/>
    </p:embeddedFont>
    <p:embeddedFont>
      <p:font typeface="JHMIPM+CMR10" panose="02000500000000000000"/>
      <p:regular r:id="rId192"/>
    </p:embeddedFont>
    <p:embeddedFont>
      <p:font typeface="AUEPAQ+CMR7" panose="02000500000000000000"/>
      <p:regular r:id="rId193"/>
    </p:embeddedFont>
    <p:embeddedFont>
      <p:font typeface="NKNVFT+CMBX12~c" panose="02000500000000000000"/>
      <p:regular r:id="rId194"/>
    </p:embeddedFont>
    <p:embeddedFont>
      <p:font typeface="VHLJLJ+Helvetica" panose="020B0604020202020204"/>
      <p:regular r:id="rId195"/>
    </p:embeddedFont>
    <p:embeddedFont>
      <p:font typeface="FLLJRL+Helvetica-Bold" panose="020B0704020202020204"/>
      <p:bold r:id="rId196"/>
    </p:embeddedFont>
    <p:embeddedFont>
      <p:font typeface="VHLJLJ+Helvetica" panose="020B0604020202020204" charset="0"/>
      <p:regular r:id="rId197"/>
    </p:embeddedFont>
    <p:embeddedFont>
      <p:font typeface="JLCMVW+Helvetica-BoldOblique" panose="020B0704020202090204" charset="0"/>
      <p:boldItalic r:id="rId198"/>
    </p:embeddedFont>
    <p:embeddedFont>
      <p:font typeface="LUMRLR+CMR10" panose="02000500000000000000"/>
      <p:regular r:id="rId199"/>
    </p:embeddedFont>
    <p:embeddedFont>
      <p:font typeface="OLSHRU+CMR7" panose="02000500000000000000"/>
      <p:regular r:id="rId200"/>
    </p:embeddedFont>
    <p:embeddedFont>
      <p:font typeface="RWUSIW+CMBX12~c" panose="02000500000000000000"/>
      <p:regular r:id="rId201"/>
    </p:embeddedFont>
    <p:embeddedFont>
      <p:font typeface="QKFAVO+Helvetica-Bold" panose="020B0704020202020204"/>
      <p:bold r:id="rId202"/>
    </p:embeddedFont>
    <p:embeddedFont>
      <p:font typeface="OVMISC+Helvetica" panose="020B0604020202020204" charset="0"/>
      <p:regular r:id="rId203"/>
    </p:embeddedFont>
    <p:embeddedFont>
      <p:font typeface="OVMISC+Helvetica" panose="020B0604020202020204"/>
      <p:regular r:id="rId204"/>
    </p:embeddedFont>
    <p:embeddedFont>
      <p:font typeface="ANJRMT+CMR7" panose="02000500000000000000"/>
      <p:regular r:id="rId205"/>
    </p:embeddedFont>
    <p:embeddedFont>
      <p:font typeface="QFJUHM+CMBX12~c" panose="02000500000000000000"/>
      <p:regular r:id="rId206"/>
    </p:embeddedFont>
    <p:embeddedFont>
      <p:font typeface="QBOTJT+CMSY10~25" panose="02000500000000000000"/>
      <p:regular r:id="rId207"/>
    </p:embeddedFont>
    <p:embeddedFont>
      <p:font typeface="HUCMLC+CMBX10" panose="02000500000000000000"/>
      <p:regular r:id="rId208"/>
    </p:embeddedFont>
    <p:embeddedFont>
      <p:font typeface="LKECWN+CMR10" panose="02000500000000000000"/>
      <p:regular r:id="rId209"/>
    </p:embeddedFont>
    <p:embeddedFont>
      <p:font typeface="ABDBUL+CMR7" panose="02000500000000000000"/>
      <p:regular r:id="rId210"/>
    </p:embeddedFont>
    <p:embeddedFont>
      <p:font typeface="FSJBKD+CMBX12~c" panose="02000500000000000000"/>
      <p:regular r:id="rId211"/>
    </p:embeddedFont>
    <p:embeddedFont>
      <p:font typeface="FVPRQO+CMSY10~25" panose="02000500000000000000"/>
      <p:regular r:id="rId212"/>
    </p:embeddedFont>
    <p:embeddedFont>
      <p:font typeface="OGWTLC+CMR10" panose="02000500000000000000"/>
      <p:regular r:id="rId213"/>
    </p:embeddedFont>
    <p:embeddedFont>
      <p:font typeface="SGFVOW+CMTI10" panose="02000500000000000000"/>
      <p:regular r:id="rId214"/>
    </p:embeddedFont>
    <p:embeddedFont>
      <p:font typeface="EATHEQ+CMBX10" panose="02000500000000000000"/>
      <p:regular r:id="rId215"/>
    </p:embeddedFont>
    <p:embeddedFont>
      <p:font typeface="JNOIVJ+CMR7" panose="02000500000000000000"/>
      <p:regular r:id="rId216"/>
    </p:embeddedFont>
    <p:embeddedFont>
      <p:font typeface="RMRNBB+CMBX12~c" panose="02000500000000000000"/>
      <p:regular r:id="rId217"/>
    </p:embeddedFont>
    <p:embeddedFont>
      <p:font typeface="KKMRTM+Helvetica" panose="020B0604020202020204" charset="0"/>
      <p:regular r:id="rId218"/>
    </p:embeddedFont>
    <p:embeddedFont>
      <p:font typeface="GNVNWT+Helvetica-Bold" panose="020B0704020202020204" charset="0"/>
      <p:bold r:id="rId219"/>
    </p:embeddedFont>
    <p:embeddedFont>
      <p:font typeface="KKMRTM+Helvetica" panose="020B0604020202020204"/>
      <p:regular r:id="rId220"/>
    </p:embeddedFont>
    <p:embeddedFont>
      <p:font typeface="GNVNWT+Helvetica-Bold" panose="020B0704020202020204"/>
      <p:bold r:id="rId221"/>
    </p:embeddedFont>
    <p:embeddedFont>
      <p:font typeface="PSIFAS+CMR7" panose="02000500000000000000"/>
      <p:regular r:id="rId222"/>
    </p:embeddedFont>
    <p:embeddedFont>
      <p:font typeface="HDJSSC+CMBX12~c" panose="02000500000000000000"/>
      <p:regular r:id="rId223"/>
    </p:embeddedFont>
    <p:embeddedFont>
      <p:font typeface="SRVNTF+Helvetica-Bold" panose="020B0704020202020204" charset="0"/>
      <p:bold r:id="rId224"/>
    </p:embeddedFont>
    <p:embeddedFont>
      <p:font typeface="CHDHTO+Helvetica" panose="020B0604020202020204" charset="0"/>
      <p:regular r:id="rId225"/>
    </p:embeddedFont>
    <p:embeddedFont>
      <p:font typeface="SRVNTF+Helvetica-Bold" panose="020B0704020202020204"/>
      <p:bold r:id="rId226"/>
    </p:embeddedFont>
    <p:embeddedFont>
      <p:font typeface="CHDHTO+Helvetica" panose="020B0604020202020204"/>
      <p:regular r:id="rId227"/>
    </p:embeddedFont>
    <p:embeddedFont>
      <p:font typeface="SLIFGE+CMR7" panose="02000500000000000000"/>
      <p:regular r:id="rId228"/>
    </p:embeddedFont>
    <p:embeddedFont>
      <p:font typeface="AOGAJW+CMBX12~c" panose="02000500000000000000"/>
      <p:regular r:id="rId229"/>
    </p:embeddedFont>
    <p:embeddedFont>
      <p:font typeface="LKPVLL+CMR10" panose="02000500000000000000"/>
      <p:regular r:id="rId230"/>
    </p:embeddedFont>
    <p:embeddedFont>
      <p:font typeface="OQPDKP+CMSY10~25" panose="02000500000000000000"/>
      <p:regular r:id="rId231"/>
    </p:embeddedFont>
    <p:embeddedFont>
      <p:font typeface="NDHVRT+CMTI10" panose="02000500000000000000"/>
      <p:regular r:id="rId232"/>
    </p:embeddedFont>
    <p:embeddedFont>
      <p:font typeface="BSEKCU+CMR7" panose="02000500000000000000"/>
      <p:regular r:id="rId233"/>
    </p:embeddedFont>
    <p:embeddedFont>
      <p:font typeface="SMSTAR+CMBX12~c" panose="02000500000000000000"/>
      <p:regular r:id="rId234"/>
    </p:embeddedFont>
    <p:embeddedFont>
      <p:font typeface="OPJBSN+CMSY10~25" panose="02000500000000000000"/>
      <p:regular r:id="rId235"/>
    </p:embeddedFont>
    <p:embeddedFont>
      <p:font typeface="APTFTD+CMR10" panose="02000500000000000000"/>
      <p:regular r:id="rId236"/>
    </p:embeddedFont>
    <p:embeddedFont>
      <p:font typeface="GENBDN+CMR7" panose="02000500000000000000"/>
      <p:regular r:id="rId237"/>
    </p:embeddedFont>
    <p:embeddedFont>
      <p:font typeface="WNUIMU+CMBX12~c" panose="02000500000000000000"/>
      <p:regular r:id="rId238"/>
    </p:embeddedFont>
    <p:embeddedFont>
      <p:font typeface="PHUDND+Helvetica-BoldOblique" panose="020B0704020202090204"/>
      <p:boldItalic r:id="rId239"/>
    </p:embeddedFont>
    <p:embeddedFont>
      <p:font typeface="PWOCJS+Helvetica" panose="020B0604020202020204"/>
      <p:regular r:id="rId240"/>
    </p:embeddedFont>
    <p:embeddedFont>
      <p:font typeface="PWOCJS+Helvetica" panose="020B0604020202020204" charset="0"/>
      <p:regular r:id="rId241"/>
    </p:embeddedFont>
    <p:embeddedFont>
      <p:font typeface="OLOGMC+CMR10" panose="02000500000000000000"/>
      <p:regular r:id="rId242"/>
    </p:embeddedFont>
    <p:embeddedFont>
      <p:font typeface="MARALE+CMSY10~25" panose="02000500000000000000"/>
      <p:regular r:id="rId243"/>
    </p:embeddedFont>
    <p:embeddedFont>
      <p:font typeface="UUAMOA+CMR7" panose="02000500000000000000"/>
      <p:regular r:id="rId244"/>
    </p:embeddedFont>
    <p:embeddedFont>
      <p:font typeface="HSCIRF+CMBX12~c" panose="02000500000000000000"/>
      <p:regular r:id="rId245"/>
    </p:embeddedFont>
    <p:embeddedFont>
      <p:font typeface="BJEEEW+Helvetica-BoldOblique" panose="020B0704020202090204"/>
      <p:boldItalic r:id="rId246"/>
    </p:embeddedFont>
    <p:embeddedFont>
      <p:font typeface="WIVIDM+Helvetica" panose="020B0604020202020204"/>
      <p:regular r:id="rId247"/>
    </p:embeddedFont>
    <p:embeddedFont>
      <p:font typeface="BJEEEW+Helvetica-BoldOblique" panose="020B0704020202090204" charset="0"/>
      <p:boldItalic r:id="rId248"/>
    </p:embeddedFont>
    <p:embeddedFont>
      <p:font typeface="WIVIDM+Helvetica" panose="020B0604020202020204" charset="0"/>
      <p:regular r:id="rId249"/>
    </p:embeddedFont>
    <p:embeddedFont>
      <p:font typeface="KSUGBA+CMR10" panose="02000500000000000000"/>
      <p:regular r:id="rId250"/>
    </p:embeddedFont>
    <p:embeddedFont>
      <p:font typeface="OCDDVI+CMSY10~25" panose="02000500000000000000"/>
      <p:regular r:id="rId251"/>
    </p:embeddedFont>
    <p:embeddedFont>
      <p:font typeface="HREPNH+CMSS10" panose="02000500000000000000"/>
      <p:regular r:id="rId252"/>
    </p:embeddedFont>
    <p:embeddedFont>
      <p:font typeface="DSRCTW+CMR7" panose="02000500000000000000"/>
      <p:regular r:id="rId253"/>
    </p:embeddedFont>
    <p:embeddedFont>
      <p:font typeface="JDWTTR+CMBX12~c" panose="02000500000000000000"/>
      <p:regular r:id="rId254"/>
    </p:embeddedFont>
    <p:embeddedFont>
      <p:font typeface="DRQHQS+Helvetica-BoldOblique" panose="020B0704020202090204"/>
      <p:boldItalic r:id="rId255"/>
    </p:embeddedFont>
    <p:embeddedFont>
      <p:font typeface="IPJOOR+Helvetica" panose="020B0604020202020204"/>
      <p:regular r:id="rId256"/>
    </p:embeddedFont>
    <p:embeddedFont>
      <p:font typeface="IPJOOR+Helvetica" panose="020B0604020202020204" charset="0"/>
      <p:regular r:id="rId257"/>
    </p:embeddedFont>
    <p:embeddedFont>
      <p:font typeface="QMADEQ+CMR10" panose="02000500000000000000"/>
      <p:regular r:id="rId258"/>
    </p:embeddedFont>
    <p:embeddedFont>
      <p:font typeface="KMHGHF+CMSY10~25" panose="02000500000000000000"/>
      <p:regular r:id="rId259"/>
    </p:embeddedFont>
    <p:embeddedFont>
      <p:font typeface="TILMVJ+CMR7" panose="02000500000000000000"/>
      <p:regular r:id="rId260"/>
    </p:embeddedFont>
    <p:embeddedFont>
      <p:font typeface="LBBSHS+CMBX12~c" panose="02000500000000000000"/>
      <p:regular r:id="rId261"/>
    </p:embeddedFont>
    <p:embeddedFont>
      <p:font typeface="VBOTMU+Helvetica-BoldOblique" panose="020B0704020202090204"/>
      <p:boldItalic r:id="rId262"/>
    </p:embeddedFont>
    <p:embeddedFont>
      <p:font typeface="FRBPBJ+Helvetica" panose="020B0604020202020204"/>
      <p:regular r:id="rId263"/>
    </p:embeddedFont>
    <p:embeddedFont>
      <p:font typeface="FRBPBJ+Helvetica" panose="020B0604020202020204" charset="0"/>
      <p:regular r:id="rId264"/>
    </p:embeddedFont>
    <p:embeddedFont>
      <p:font typeface="VBOTMU+Helvetica-BoldOblique" panose="020B0704020202090204" charset="0"/>
      <p:boldItalic r:id="rId265"/>
    </p:embeddedFont>
    <p:embeddedFont>
      <p:font typeface="CNOQJG+CMR10" panose="02000500000000000000"/>
      <p:regular r:id="rId266"/>
    </p:embeddedFont>
    <p:embeddedFont>
      <p:font typeface="RNAAFM+CMSS10" panose="02000500000000000000"/>
      <p:regular r:id="rId267"/>
    </p:embeddedFont>
    <p:embeddedFont>
      <p:font typeface="JTAIDT+CMMI10" panose="02000500000000000000"/>
      <p:regular r:id="rId268"/>
    </p:embeddedFont>
    <p:embeddedFont>
      <p:font typeface="JVRSFM+CMSY10~25" panose="02000500000000000000"/>
      <p:regular r:id="rId269"/>
    </p:embeddedFont>
    <p:embeddedFont>
      <p:font typeface="EJOESQ+CMR7" panose="02000500000000000000"/>
      <p:regular r:id="rId270"/>
    </p:embeddedFont>
    <p:embeddedFont>
      <p:font typeface="SJHUVK+CMBX12~c" panose="02000500000000000000"/>
      <p:regular r:id="rId271"/>
    </p:embeddedFont>
    <p:embeddedFont>
      <p:font typeface="RIFGVC+CMSY10~25" panose="02000500000000000000"/>
      <p:regular r:id="rId272"/>
    </p:embeddedFont>
    <p:embeddedFont>
      <p:font typeface="KKGWRV+CMR10" panose="02000500000000000000"/>
      <p:regular r:id="rId273"/>
    </p:embeddedFont>
    <p:embeddedFont>
      <p:font typeface="NPIDNT+CMTI10" panose="02000500000000000000"/>
      <p:regular r:id="rId274"/>
    </p:embeddedFont>
    <p:embeddedFont>
      <p:font typeface="LKWHPN+CMBX10" panose="02000500000000000000"/>
      <p:regular r:id="rId275"/>
    </p:embeddedFont>
    <p:embeddedFont>
      <p:font typeface="SUOPOQ+CMR7" panose="02000500000000000000"/>
      <p:regular r:id="rId276"/>
    </p:embeddedFont>
    <p:embeddedFont>
      <p:font typeface="WLLRSW+CMBX12~c" panose="02000500000000000000"/>
      <p:regular r:id="rId277"/>
    </p:embeddedFont>
    <p:embeddedFont>
      <p:font typeface="CNDRFH+Helvetica" panose="020B0604020202020204" charset="0"/>
      <p:regular r:id="rId278"/>
    </p:embeddedFont>
    <p:embeddedFont>
      <p:font typeface="CNDRFH+Helvetica" panose="020B0604020202020204"/>
      <p:regular r:id="rId279"/>
    </p:embeddedFont>
    <p:embeddedFont>
      <p:font typeface="WOERHA+CMR7" panose="02000500000000000000"/>
      <p:regular r:id="rId280"/>
    </p:embeddedFont>
    <p:embeddedFont>
      <p:font typeface="TDMAFF+CMBX12~c" panose="02000500000000000000"/>
      <p:regular r:id="rId281"/>
    </p:embeddedFont>
    <p:embeddedFont>
      <p:font typeface="SGLDDE+CMR10" panose="02000500000000000000"/>
      <p:regular r:id="rId282"/>
    </p:embeddedFont>
    <p:embeddedFont>
      <p:font typeface="RBGKGA+CMSY10~25" panose="02000500000000000000"/>
      <p:regular r:id="rId283"/>
    </p:embeddedFont>
    <p:embeddedFont>
      <p:font typeface="OLUGQW+CMR7" panose="02000500000000000000"/>
      <p:regular r:id="rId284"/>
    </p:embeddedFont>
    <p:embeddedFont>
      <p:font typeface="KOCEKA+CMBX12~c" panose="02000500000000000000"/>
      <p:regular r:id="rId285"/>
    </p:embeddedFont>
    <p:embeddedFont>
      <p:font typeface="KTVDRF+Helvetica" panose="020B0604020202020204"/>
      <p:regular r:id="rId286"/>
    </p:embeddedFont>
    <p:embeddedFont>
      <p:font typeface="KTVDRF+Helvetica" panose="020B0604020202020204" charset="0"/>
      <p:regular r:id="rId287"/>
    </p:embeddedFont>
    <p:embeddedFont>
      <p:font typeface="IIQSWB+CMR7" panose="02000500000000000000"/>
      <p:regular r:id="rId288"/>
    </p:embeddedFont>
    <p:embeddedFont>
      <p:font typeface="BODLJG+CMBX12~c" panose="02000500000000000000"/>
      <p:regular r:id="rId289"/>
    </p:embeddedFont>
    <p:embeddedFont>
      <p:font typeface="DFRUMU+Helvetica" panose="020B0604020202020204"/>
      <p:regular r:id="rId290"/>
    </p:embeddedFont>
    <p:embeddedFont>
      <p:font typeface="DFRUMU+Helvetica" panose="020B0604020202020204" charset="0"/>
      <p:regular r:id="rId291"/>
    </p:embeddedFont>
    <p:embeddedFont>
      <p:font typeface="JALBDD+CMSY10~25" panose="02000500000000000000"/>
      <p:regular r:id="rId292"/>
    </p:embeddedFont>
    <p:embeddedFont>
      <p:font typeface="KVCSKI+CMR10" panose="02000500000000000000"/>
      <p:regular r:id="rId293"/>
    </p:embeddedFont>
    <p:embeddedFont>
      <p:font typeface="SWNCSN+CMSS10" panose="02000500000000000000"/>
      <p:regular r:id="rId294"/>
    </p:embeddedFont>
    <p:embeddedFont>
      <p:font typeface="IIVBWJ+CMR7" panose="02000500000000000000"/>
      <p:regular r:id="rId295"/>
    </p:embeddedFont>
    <p:embeddedFont>
      <p:font typeface="GLRFGF+CMBX12~c" panose="02000500000000000000"/>
      <p:regular r:id="rId296"/>
    </p:embeddedFont>
    <p:embeddedFont>
      <p:font typeface="ORMIEO+CMR10" panose="02000500000000000000"/>
      <p:regular r:id="rId297"/>
    </p:embeddedFont>
    <p:embeddedFont>
      <p:font typeface="JTSJEP+CMSY10~25" panose="02000500000000000000"/>
      <p:regular r:id="rId298"/>
    </p:embeddedFont>
    <p:embeddedFont>
      <p:font typeface="AUCUDK+CMSS10" panose="02000500000000000000"/>
      <p:regular r:id="rId299"/>
    </p:embeddedFont>
    <p:embeddedFont>
      <p:font typeface="GVAJVL+CMBX10" panose="02000500000000000000"/>
      <p:regular r:id="rId300"/>
    </p:embeddedFont>
    <p:embeddedFont>
      <p:font typeface="HIWBEF+CMMI10" panose="02000500000000000000"/>
      <p:regular r:id="rId301"/>
    </p:embeddedFont>
    <p:embeddedFont>
      <p:font typeface="JENTRL+CMR7" panose="02000500000000000000"/>
      <p:regular r:id="rId302"/>
    </p:embeddedFont>
    <p:embeddedFont>
      <p:font typeface="KHCJPR+CMBX12~c" panose="02000500000000000000"/>
      <p:regular r:id="rId303"/>
    </p:embeddedFont>
    <p:embeddedFont>
      <p:font typeface="QRDFVH+Helvetica" panose="020B0604020202020204"/>
      <p:regular r:id="rId304"/>
    </p:embeddedFont>
    <p:embeddedFont>
      <p:font typeface="QRDFVH+Helvetica" panose="020B0604020202020204" charset="0"/>
      <p:regular r:id="rId305"/>
    </p:embeddedFont>
    <p:embeddedFont>
      <p:font typeface="TGHQEB+CMR10" panose="02000500000000000000"/>
      <p:regular r:id="rId306"/>
    </p:embeddedFont>
    <p:embeddedFont>
      <p:font typeface="ATCABF+CMR7" panose="02000500000000000000"/>
      <p:regular r:id="rId307"/>
    </p:embeddedFont>
    <p:embeddedFont>
      <p:font typeface="KKEPER+CMBX12~c" panose="02000500000000000000"/>
      <p:regular r:id="rId308"/>
    </p:embeddedFont>
    <p:embeddedFont>
      <p:font typeface="LMOLPB+Helvetica" panose="020B0604020202020204"/>
      <p:regular r:id="rId309"/>
    </p:embeddedFont>
    <p:embeddedFont>
      <p:font typeface="LMOLPB+Helvetica" panose="020B0604020202020204" charset="0"/>
      <p:regular r:id="rId310"/>
    </p:embeddedFont>
    <p:embeddedFont>
      <p:font typeface="HWMJOM+CMR7" panose="02000500000000000000"/>
      <p:regular r:id="rId311"/>
    </p:embeddedFont>
    <p:embeddedFont>
      <p:font typeface="UTIGCI+CMBX12~c" panose="02000500000000000000"/>
      <p:regular r:id="rId312"/>
    </p:embeddedFont>
    <p:embeddedFont>
      <p:font typeface="GLBPWI+Helvetica" panose="020B0604020202020204"/>
      <p:regular r:id="rId313"/>
    </p:embeddedFont>
    <p:embeddedFont>
      <p:font typeface="SVDUIC+CMR7" panose="02000500000000000000"/>
      <p:regular r:id="rId314"/>
    </p:embeddedFont>
    <p:embeddedFont>
      <p:font typeface="GADASN+CMBX10" panose="02000500000000000000"/>
      <p:regular r:id="rId315"/>
    </p:embeddedFont>
    <p:embeddedFont>
      <p:font typeface="GTLKOU+CMSY10~25" panose="02000500000000000000"/>
      <p:regular r:id="rId316"/>
    </p:embeddedFont>
    <p:embeddedFont>
      <p:font typeface="OVJFRF+CMR10" panose="02000500000000000000"/>
      <p:regular r:id="rId317"/>
    </p:embeddedFont>
    <p:embeddedFont>
      <p:font typeface="OQBBOH+CMR7" panose="02000500000000000000"/>
      <p:regular r:id="rId318"/>
    </p:embeddedFont>
  </p:embeddedFontLst>
  <p:custDataLst>
    <p:tags r:id="rId319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 userDrawn="1">
          <p15:clr>
            <a:srgbClr val="A4A3A4"/>
          </p15:clr>
        </p15:guide>
        <p15:guide id="2" pos="24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>
        <p:scale>
          <a:sx n="100" d="100"/>
          <a:sy n="100" d="100"/>
        </p:scale>
        <p:origin x="-1428" y="-78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font" Target="fonts/font9.fntdata"/><Relationship Id="rId98" Type="http://schemas.openxmlformats.org/officeDocument/2006/relationships/font" Target="fonts/font8.fntdata"/><Relationship Id="rId97" Type="http://schemas.openxmlformats.org/officeDocument/2006/relationships/font" Target="fonts/font7.fntdata"/><Relationship Id="rId96" Type="http://schemas.openxmlformats.org/officeDocument/2006/relationships/font" Target="fonts/font6.fntdata"/><Relationship Id="rId95" Type="http://schemas.openxmlformats.org/officeDocument/2006/relationships/font" Target="fonts/font5.fntdata"/><Relationship Id="rId94" Type="http://schemas.openxmlformats.org/officeDocument/2006/relationships/font" Target="fonts/font4.fntdata"/><Relationship Id="rId93" Type="http://schemas.openxmlformats.org/officeDocument/2006/relationships/font" Target="fonts/font3.fntdata"/><Relationship Id="rId92" Type="http://schemas.openxmlformats.org/officeDocument/2006/relationships/font" Target="fonts/font2.fntdata"/><Relationship Id="rId91" Type="http://schemas.openxmlformats.org/officeDocument/2006/relationships/font" Target="fonts/font1.fntdata"/><Relationship Id="rId90" Type="http://schemas.openxmlformats.org/officeDocument/2006/relationships/tableStyles" Target="tableStyles.xml"/><Relationship Id="rId9" Type="http://schemas.openxmlformats.org/officeDocument/2006/relationships/slideMaster" Target="slideMasters/slideMaster8.xml"/><Relationship Id="rId89" Type="http://schemas.openxmlformats.org/officeDocument/2006/relationships/viewProps" Target="viewProps.xml"/><Relationship Id="rId88" Type="http://schemas.openxmlformats.org/officeDocument/2006/relationships/presProps" Target="presProps.xml"/><Relationship Id="rId87" Type="http://schemas.openxmlformats.org/officeDocument/2006/relationships/slide" Target="slides/slide43.xml"/><Relationship Id="rId86" Type="http://schemas.openxmlformats.org/officeDocument/2006/relationships/slide" Target="slides/slide42.xml"/><Relationship Id="rId85" Type="http://schemas.openxmlformats.org/officeDocument/2006/relationships/slide" Target="slides/slide41.xml"/><Relationship Id="rId84" Type="http://schemas.openxmlformats.org/officeDocument/2006/relationships/slide" Target="slides/slide40.xml"/><Relationship Id="rId83" Type="http://schemas.openxmlformats.org/officeDocument/2006/relationships/slide" Target="slides/slide39.xml"/><Relationship Id="rId82" Type="http://schemas.openxmlformats.org/officeDocument/2006/relationships/slide" Target="slides/slide38.xml"/><Relationship Id="rId81" Type="http://schemas.openxmlformats.org/officeDocument/2006/relationships/slide" Target="slides/slide37.xml"/><Relationship Id="rId80" Type="http://schemas.openxmlformats.org/officeDocument/2006/relationships/slide" Target="slides/slide36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35.xml"/><Relationship Id="rId78" Type="http://schemas.openxmlformats.org/officeDocument/2006/relationships/slide" Target="slides/slide34.xml"/><Relationship Id="rId77" Type="http://schemas.openxmlformats.org/officeDocument/2006/relationships/slide" Target="slides/slide33.xml"/><Relationship Id="rId76" Type="http://schemas.openxmlformats.org/officeDocument/2006/relationships/slide" Target="slides/slide32.xml"/><Relationship Id="rId75" Type="http://schemas.openxmlformats.org/officeDocument/2006/relationships/slide" Target="slides/slide31.xml"/><Relationship Id="rId74" Type="http://schemas.openxmlformats.org/officeDocument/2006/relationships/slide" Target="slides/slide30.xml"/><Relationship Id="rId73" Type="http://schemas.openxmlformats.org/officeDocument/2006/relationships/slide" Target="slides/slide29.xml"/><Relationship Id="rId72" Type="http://schemas.openxmlformats.org/officeDocument/2006/relationships/slide" Target="slides/slide28.xml"/><Relationship Id="rId71" Type="http://schemas.openxmlformats.org/officeDocument/2006/relationships/slide" Target="slides/slide27.xml"/><Relationship Id="rId70" Type="http://schemas.openxmlformats.org/officeDocument/2006/relationships/slide" Target="slides/slide26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25.xml"/><Relationship Id="rId68" Type="http://schemas.openxmlformats.org/officeDocument/2006/relationships/slide" Target="slides/slide24.xml"/><Relationship Id="rId67" Type="http://schemas.openxmlformats.org/officeDocument/2006/relationships/slide" Target="slides/slide23.xml"/><Relationship Id="rId66" Type="http://schemas.openxmlformats.org/officeDocument/2006/relationships/slide" Target="slides/slide22.xml"/><Relationship Id="rId65" Type="http://schemas.openxmlformats.org/officeDocument/2006/relationships/slide" Target="slides/slide21.xml"/><Relationship Id="rId64" Type="http://schemas.openxmlformats.org/officeDocument/2006/relationships/slide" Target="slides/slide20.xml"/><Relationship Id="rId63" Type="http://schemas.openxmlformats.org/officeDocument/2006/relationships/slide" Target="slides/slide19.xml"/><Relationship Id="rId62" Type="http://schemas.openxmlformats.org/officeDocument/2006/relationships/slide" Target="slides/slide18.xml"/><Relationship Id="rId61" Type="http://schemas.openxmlformats.org/officeDocument/2006/relationships/slide" Target="slides/slide17.xml"/><Relationship Id="rId60" Type="http://schemas.openxmlformats.org/officeDocument/2006/relationships/slide" Target="slides/slide16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15.xml"/><Relationship Id="rId58" Type="http://schemas.openxmlformats.org/officeDocument/2006/relationships/slide" Target="slides/slide14.xml"/><Relationship Id="rId57" Type="http://schemas.openxmlformats.org/officeDocument/2006/relationships/slide" Target="slides/slide13.xml"/><Relationship Id="rId56" Type="http://schemas.openxmlformats.org/officeDocument/2006/relationships/slide" Target="slides/slide12.xml"/><Relationship Id="rId55" Type="http://schemas.openxmlformats.org/officeDocument/2006/relationships/slide" Target="slides/slide11.xml"/><Relationship Id="rId54" Type="http://schemas.openxmlformats.org/officeDocument/2006/relationships/slide" Target="slides/slide10.xml"/><Relationship Id="rId53" Type="http://schemas.openxmlformats.org/officeDocument/2006/relationships/slide" Target="slides/slide9.xml"/><Relationship Id="rId52" Type="http://schemas.openxmlformats.org/officeDocument/2006/relationships/slide" Target="slides/slide8.xml"/><Relationship Id="rId51" Type="http://schemas.openxmlformats.org/officeDocument/2006/relationships/slide" Target="slides/slide7.xml"/><Relationship Id="rId50" Type="http://schemas.openxmlformats.org/officeDocument/2006/relationships/slide" Target="slides/slide6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5.xml"/><Relationship Id="rId48" Type="http://schemas.openxmlformats.org/officeDocument/2006/relationships/slide" Target="slides/slide4.xml"/><Relationship Id="rId47" Type="http://schemas.openxmlformats.org/officeDocument/2006/relationships/slide" Target="slides/slide3.xml"/><Relationship Id="rId46" Type="http://schemas.openxmlformats.org/officeDocument/2006/relationships/slide" Target="slides/slide2.xml"/><Relationship Id="rId45" Type="http://schemas.openxmlformats.org/officeDocument/2006/relationships/slide" Target="slides/slide1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9" Type="http://schemas.openxmlformats.org/officeDocument/2006/relationships/tags" Target="tags/tag1.xml"/><Relationship Id="rId318" Type="http://schemas.openxmlformats.org/officeDocument/2006/relationships/font" Target="fonts/font228.fntdata"/><Relationship Id="rId317" Type="http://schemas.openxmlformats.org/officeDocument/2006/relationships/font" Target="fonts/font227.fntdata"/><Relationship Id="rId316" Type="http://schemas.openxmlformats.org/officeDocument/2006/relationships/font" Target="fonts/font226.fntdata"/><Relationship Id="rId315" Type="http://schemas.openxmlformats.org/officeDocument/2006/relationships/font" Target="fonts/font225.fntdata"/><Relationship Id="rId314" Type="http://schemas.openxmlformats.org/officeDocument/2006/relationships/font" Target="fonts/font224.fntdata"/><Relationship Id="rId313" Type="http://schemas.openxmlformats.org/officeDocument/2006/relationships/font" Target="fonts/font223.fntdata"/><Relationship Id="rId312" Type="http://schemas.openxmlformats.org/officeDocument/2006/relationships/font" Target="fonts/font222.fntdata"/><Relationship Id="rId311" Type="http://schemas.openxmlformats.org/officeDocument/2006/relationships/font" Target="fonts/font221.fntdata"/><Relationship Id="rId310" Type="http://schemas.openxmlformats.org/officeDocument/2006/relationships/font" Target="fonts/font220.fntdata"/><Relationship Id="rId31" Type="http://schemas.openxmlformats.org/officeDocument/2006/relationships/slideMaster" Target="slideMasters/slideMaster30.xml"/><Relationship Id="rId309" Type="http://schemas.openxmlformats.org/officeDocument/2006/relationships/font" Target="fonts/font219.fntdata"/><Relationship Id="rId308" Type="http://schemas.openxmlformats.org/officeDocument/2006/relationships/font" Target="fonts/font218.fntdata"/><Relationship Id="rId307" Type="http://schemas.openxmlformats.org/officeDocument/2006/relationships/font" Target="fonts/font217.fntdata"/><Relationship Id="rId306" Type="http://schemas.openxmlformats.org/officeDocument/2006/relationships/font" Target="fonts/font216.fntdata"/><Relationship Id="rId305" Type="http://schemas.openxmlformats.org/officeDocument/2006/relationships/font" Target="fonts/font215.fntdata"/><Relationship Id="rId304" Type="http://schemas.openxmlformats.org/officeDocument/2006/relationships/font" Target="fonts/font214.fntdata"/><Relationship Id="rId303" Type="http://schemas.openxmlformats.org/officeDocument/2006/relationships/font" Target="fonts/font213.fntdata"/><Relationship Id="rId302" Type="http://schemas.openxmlformats.org/officeDocument/2006/relationships/font" Target="fonts/font212.fntdata"/><Relationship Id="rId301" Type="http://schemas.openxmlformats.org/officeDocument/2006/relationships/font" Target="fonts/font211.fntdata"/><Relationship Id="rId300" Type="http://schemas.openxmlformats.org/officeDocument/2006/relationships/font" Target="fonts/font210.fntdata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9" Type="http://schemas.openxmlformats.org/officeDocument/2006/relationships/font" Target="fonts/font209.fntdata"/><Relationship Id="rId298" Type="http://schemas.openxmlformats.org/officeDocument/2006/relationships/font" Target="fonts/font208.fntdata"/><Relationship Id="rId297" Type="http://schemas.openxmlformats.org/officeDocument/2006/relationships/font" Target="fonts/font207.fntdata"/><Relationship Id="rId296" Type="http://schemas.openxmlformats.org/officeDocument/2006/relationships/font" Target="fonts/font206.fntdata"/><Relationship Id="rId295" Type="http://schemas.openxmlformats.org/officeDocument/2006/relationships/font" Target="fonts/font205.fntdata"/><Relationship Id="rId294" Type="http://schemas.openxmlformats.org/officeDocument/2006/relationships/font" Target="fonts/font204.fntdata"/><Relationship Id="rId293" Type="http://schemas.openxmlformats.org/officeDocument/2006/relationships/font" Target="fonts/font203.fntdata"/><Relationship Id="rId292" Type="http://schemas.openxmlformats.org/officeDocument/2006/relationships/font" Target="fonts/font202.fntdata"/><Relationship Id="rId291" Type="http://schemas.openxmlformats.org/officeDocument/2006/relationships/font" Target="fonts/font201.fntdata"/><Relationship Id="rId290" Type="http://schemas.openxmlformats.org/officeDocument/2006/relationships/font" Target="fonts/font200.fntdata"/><Relationship Id="rId29" Type="http://schemas.openxmlformats.org/officeDocument/2006/relationships/slideMaster" Target="slideMasters/slideMaster28.xml"/><Relationship Id="rId289" Type="http://schemas.openxmlformats.org/officeDocument/2006/relationships/font" Target="fonts/font199.fntdata"/><Relationship Id="rId288" Type="http://schemas.openxmlformats.org/officeDocument/2006/relationships/font" Target="fonts/font198.fntdata"/><Relationship Id="rId287" Type="http://schemas.openxmlformats.org/officeDocument/2006/relationships/font" Target="fonts/font197.fntdata"/><Relationship Id="rId286" Type="http://schemas.openxmlformats.org/officeDocument/2006/relationships/font" Target="fonts/font196.fntdata"/><Relationship Id="rId285" Type="http://schemas.openxmlformats.org/officeDocument/2006/relationships/font" Target="fonts/font195.fntdata"/><Relationship Id="rId284" Type="http://schemas.openxmlformats.org/officeDocument/2006/relationships/font" Target="fonts/font194.fntdata"/><Relationship Id="rId283" Type="http://schemas.openxmlformats.org/officeDocument/2006/relationships/font" Target="fonts/font193.fntdata"/><Relationship Id="rId282" Type="http://schemas.openxmlformats.org/officeDocument/2006/relationships/font" Target="fonts/font192.fntdata"/><Relationship Id="rId281" Type="http://schemas.openxmlformats.org/officeDocument/2006/relationships/font" Target="fonts/font191.fntdata"/><Relationship Id="rId280" Type="http://schemas.openxmlformats.org/officeDocument/2006/relationships/font" Target="fonts/font190.fntdata"/><Relationship Id="rId28" Type="http://schemas.openxmlformats.org/officeDocument/2006/relationships/slideMaster" Target="slideMasters/slideMaster27.xml"/><Relationship Id="rId279" Type="http://schemas.openxmlformats.org/officeDocument/2006/relationships/font" Target="fonts/font189.fntdata"/><Relationship Id="rId278" Type="http://schemas.openxmlformats.org/officeDocument/2006/relationships/font" Target="fonts/font188.fntdata"/><Relationship Id="rId277" Type="http://schemas.openxmlformats.org/officeDocument/2006/relationships/font" Target="fonts/font187.fntdata"/><Relationship Id="rId276" Type="http://schemas.openxmlformats.org/officeDocument/2006/relationships/font" Target="fonts/font186.fntdata"/><Relationship Id="rId275" Type="http://schemas.openxmlformats.org/officeDocument/2006/relationships/font" Target="fonts/font185.fntdata"/><Relationship Id="rId274" Type="http://schemas.openxmlformats.org/officeDocument/2006/relationships/font" Target="fonts/font184.fntdata"/><Relationship Id="rId273" Type="http://schemas.openxmlformats.org/officeDocument/2006/relationships/font" Target="fonts/font183.fntdata"/><Relationship Id="rId272" Type="http://schemas.openxmlformats.org/officeDocument/2006/relationships/font" Target="fonts/font182.fntdata"/><Relationship Id="rId271" Type="http://schemas.openxmlformats.org/officeDocument/2006/relationships/font" Target="fonts/font181.fntdata"/><Relationship Id="rId270" Type="http://schemas.openxmlformats.org/officeDocument/2006/relationships/font" Target="fonts/font180.fntdata"/><Relationship Id="rId27" Type="http://schemas.openxmlformats.org/officeDocument/2006/relationships/slideMaster" Target="slideMasters/slideMaster26.xml"/><Relationship Id="rId269" Type="http://schemas.openxmlformats.org/officeDocument/2006/relationships/font" Target="fonts/font179.fntdata"/><Relationship Id="rId268" Type="http://schemas.openxmlformats.org/officeDocument/2006/relationships/font" Target="fonts/font178.fntdata"/><Relationship Id="rId267" Type="http://schemas.openxmlformats.org/officeDocument/2006/relationships/font" Target="fonts/font177.fntdata"/><Relationship Id="rId266" Type="http://schemas.openxmlformats.org/officeDocument/2006/relationships/font" Target="fonts/font176.fntdata"/><Relationship Id="rId265" Type="http://schemas.openxmlformats.org/officeDocument/2006/relationships/font" Target="fonts/font175.fntdata"/><Relationship Id="rId264" Type="http://schemas.openxmlformats.org/officeDocument/2006/relationships/font" Target="fonts/font174.fntdata"/><Relationship Id="rId263" Type="http://schemas.openxmlformats.org/officeDocument/2006/relationships/font" Target="fonts/font173.fntdata"/><Relationship Id="rId262" Type="http://schemas.openxmlformats.org/officeDocument/2006/relationships/font" Target="fonts/font172.fntdata"/><Relationship Id="rId261" Type="http://schemas.openxmlformats.org/officeDocument/2006/relationships/font" Target="fonts/font171.fntdata"/><Relationship Id="rId260" Type="http://schemas.openxmlformats.org/officeDocument/2006/relationships/font" Target="fonts/font170.fntdata"/><Relationship Id="rId26" Type="http://schemas.openxmlformats.org/officeDocument/2006/relationships/slideMaster" Target="slideMasters/slideMaster25.xml"/><Relationship Id="rId259" Type="http://schemas.openxmlformats.org/officeDocument/2006/relationships/font" Target="fonts/font169.fntdata"/><Relationship Id="rId258" Type="http://schemas.openxmlformats.org/officeDocument/2006/relationships/font" Target="fonts/font168.fntdata"/><Relationship Id="rId257" Type="http://schemas.openxmlformats.org/officeDocument/2006/relationships/font" Target="fonts/font167.fntdata"/><Relationship Id="rId256" Type="http://schemas.openxmlformats.org/officeDocument/2006/relationships/font" Target="fonts/font166.fntdata"/><Relationship Id="rId255" Type="http://schemas.openxmlformats.org/officeDocument/2006/relationships/font" Target="fonts/font165.fntdata"/><Relationship Id="rId254" Type="http://schemas.openxmlformats.org/officeDocument/2006/relationships/font" Target="fonts/font164.fntdata"/><Relationship Id="rId253" Type="http://schemas.openxmlformats.org/officeDocument/2006/relationships/font" Target="fonts/font163.fntdata"/><Relationship Id="rId252" Type="http://schemas.openxmlformats.org/officeDocument/2006/relationships/font" Target="fonts/font162.fntdata"/><Relationship Id="rId251" Type="http://schemas.openxmlformats.org/officeDocument/2006/relationships/font" Target="fonts/font161.fntdata"/><Relationship Id="rId250" Type="http://schemas.openxmlformats.org/officeDocument/2006/relationships/font" Target="fonts/font160.fntdata"/><Relationship Id="rId25" Type="http://schemas.openxmlformats.org/officeDocument/2006/relationships/slideMaster" Target="slideMasters/slideMaster24.xml"/><Relationship Id="rId249" Type="http://schemas.openxmlformats.org/officeDocument/2006/relationships/font" Target="fonts/font159.fntdata"/><Relationship Id="rId248" Type="http://schemas.openxmlformats.org/officeDocument/2006/relationships/font" Target="fonts/font158.fntdata"/><Relationship Id="rId247" Type="http://schemas.openxmlformats.org/officeDocument/2006/relationships/font" Target="fonts/font157.fntdata"/><Relationship Id="rId246" Type="http://schemas.openxmlformats.org/officeDocument/2006/relationships/font" Target="fonts/font156.fntdata"/><Relationship Id="rId245" Type="http://schemas.openxmlformats.org/officeDocument/2006/relationships/font" Target="fonts/font155.fntdata"/><Relationship Id="rId244" Type="http://schemas.openxmlformats.org/officeDocument/2006/relationships/font" Target="fonts/font154.fntdata"/><Relationship Id="rId243" Type="http://schemas.openxmlformats.org/officeDocument/2006/relationships/font" Target="fonts/font153.fntdata"/><Relationship Id="rId242" Type="http://schemas.openxmlformats.org/officeDocument/2006/relationships/font" Target="fonts/font152.fntdata"/><Relationship Id="rId241" Type="http://schemas.openxmlformats.org/officeDocument/2006/relationships/font" Target="fonts/font151.fntdata"/><Relationship Id="rId240" Type="http://schemas.openxmlformats.org/officeDocument/2006/relationships/font" Target="fonts/font150.fntdata"/><Relationship Id="rId24" Type="http://schemas.openxmlformats.org/officeDocument/2006/relationships/slideMaster" Target="slideMasters/slideMaster23.xml"/><Relationship Id="rId239" Type="http://schemas.openxmlformats.org/officeDocument/2006/relationships/font" Target="fonts/font149.fntdata"/><Relationship Id="rId238" Type="http://schemas.openxmlformats.org/officeDocument/2006/relationships/font" Target="fonts/font148.fntdata"/><Relationship Id="rId237" Type="http://schemas.openxmlformats.org/officeDocument/2006/relationships/font" Target="fonts/font147.fntdata"/><Relationship Id="rId236" Type="http://schemas.openxmlformats.org/officeDocument/2006/relationships/font" Target="fonts/font146.fntdata"/><Relationship Id="rId235" Type="http://schemas.openxmlformats.org/officeDocument/2006/relationships/font" Target="fonts/font145.fntdata"/><Relationship Id="rId234" Type="http://schemas.openxmlformats.org/officeDocument/2006/relationships/font" Target="fonts/font144.fntdata"/><Relationship Id="rId233" Type="http://schemas.openxmlformats.org/officeDocument/2006/relationships/font" Target="fonts/font143.fntdata"/><Relationship Id="rId232" Type="http://schemas.openxmlformats.org/officeDocument/2006/relationships/font" Target="fonts/font142.fntdata"/><Relationship Id="rId231" Type="http://schemas.openxmlformats.org/officeDocument/2006/relationships/font" Target="fonts/font141.fntdata"/><Relationship Id="rId230" Type="http://schemas.openxmlformats.org/officeDocument/2006/relationships/font" Target="fonts/font140.fntdata"/><Relationship Id="rId23" Type="http://schemas.openxmlformats.org/officeDocument/2006/relationships/slideMaster" Target="slideMasters/slideMaster22.xml"/><Relationship Id="rId229" Type="http://schemas.openxmlformats.org/officeDocument/2006/relationships/font" Target="fonts/font139.fntdata"/><Relationship Id="rId228" Type="http://schemas.openxmlformats.org/officeDocument/2006/relationships/font" Target="fonts/font138.fntdata"/><Relationship Id="rId227" Type="http://schemas.openxmlformats.org/officeDocument/2006/relationships/font" Target="fonts/font137.fntdata"/><Relationship Id="rId226" Type="http://schemas.openxmlformats.org/officeDocument/2006/relationships/font" Target="fonts/font136.fntdata"/><Relationship Id="rId225" Type="http://schemas.openxmlformats.org/officeDocument/2006/relationships/font" Target="fonts/font135.fntdata"/><Relationship Id="rId224" Type="http://schemas.openxmlformats.org/officeDocument/2006/relationships/font" Target="fonts/font134.fntdata"/><Relationship Id="rId223" Type="http://schemas.openxmlformats.org/officeDocument/2006/relationships/font" Target="fonts/font133.fntdata"/><Relationship Id="rId222" Type="http://schemas.openxmlformats.org/officeDocument/2006/relationships/font" Target="fonts/font132.fntdata"/><Relationship Id="rId221" Type="http://schemas.openxmlformats.org/officeDocument/2006/relationships/font" Target="fonts/font131.fntdata"/><Relationship Id="rId220" Type="http://schemas.openxmlformats.org/officeDocument/2006/relationships/font" Target="fonts/font130.fntdata"/><Relationship Id="rId22" Type="http://schemas.openxmlformats.org/officeDocument/2006/relationships/slideMaster" Target="slideMasters/slideMaster21.xml"/><Relationship Id="rId219" Type="http://schemas.openxmlformats.org/officeDocument/2006/relationships/font" Target="fonts/font129.fntdata"/><Relationship Id="rId218" Type="http://schemas.openxmlformats.org/officeDocument/2006/relationships/font" Target="fonts/font128.fntdata"/><Relationship Id="rId217" Type="http://schemas.openxmlformats.org/officeDocument/2006/relationships/font" Target="fonts/font127.fntdata"/><Relationship Id="rId216" Type="http://schemas.openxmlformats.org/officeDocument/2006/relationships/font" Target="fonts/font126.fntdata"/><Relationship Id="rId215" Type="http://schemas.openxmlformats.org/officeDocument/2006/relationships/font" Target="fonts/font125.fntdata"/><Relationship Id="rId214" Type="http://schemas.openxmlformats.org/officeDocument/2006/relationships/font" Target="fonts/font124.fntdata"/><Relationship Id="rId213" Type="http://schemas.openxmlformats.org/officeDocument/2006/relationships/font" Target="fonts/font123.fntdata"/><Relationship Id="rId212" Type="http://schemas.openxmlformats.org/officeDocument/2006/relationships/font" Target="fonts/font122.fntdata"/><Relationship Id="rId211" Type="http://schemas.openxmlformats.org/officeDocument/2006/relationships/font" Target="fonts/font121.fntdata"/><Relationship Id="rId210" Type="http://schemas.openxmlformats.org/officeDocument/2006/relationships/font" Target="fonts/font120.fntdata"/><Relationship Id="rId21" Type="http://schemas.openxmlformats.org/officeDocument/2006/relationships/slideMaster" Target="slideMasters/slideMaster20.xml"/><Relationship Id="rId209" Type="http://schemas.openxmlformats.org/officeDocument/2006/relationships/font" Target="fonts/font119.fntdata"/><Relationship Id="rId208" Type="http://schemas.openxmlformats.org/officeDocument/2006/relationships/font" Target="fonts/font118.fntdata"/><Relationship Id="rId207" Type="http://schemas.openxmlformats.org/officeDocument/2006/relationships/font" Target="fonts/font117.fntdata"/><Relationship Id="rId206" Type="http://schemas.openxmlformats.org/officeDocument/2006/relationships/font" Target="fonts/font116.fntdata"/><Relationship Id="rId205" Type="http://schemas.openxmlformats.org/officeDocument/2006/relationships/font" Target="fonts/font115.fntdata"/><Relationship Id="rId204" Type="http://schemas.openxmlformats.org/officeDocument/2006/relationships/font" Target="fonts/font114.fntdata"/><Relationship Id="rId203" Type="http://schemas.openxmlformats.org/officeDocument/2006/relationships/font" Target="fonts/font113.fntdata"/><Relationship Id="rId202" Type="http://schemas.openxmlformats.org/officeDocument/2006/relationships/font" Target="fonts/font112.fntdata"/><Relationship Id="rId201" Type="http://schemas.openxmlformats.org/officeDocument/2006/relationships/font" Target="fonts/font111.fntdata"/><Relationship Id="rId200" Type="http://schemas.openxmlformats.org/officeDocument/2006/relationships/font" Target="fonts/font110.fntdata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9" Type="http://schemas.openxmlformats.org/officeDocument/2006/relationships/font" Target="fonts/font109.fntdata"/><Relationship Id="rId198" Type="http://schemas.openxmlformats.org/officeDocument/2006/relationships/font" Target="fonts/font108.fntdata"/><Relationship Id="rId197" Type="http://schemas.openxmlformats.org/officeDocument/2006/relationships/font" Target="fonts/font107.fntdata"/><Relationship Id="rId196" Type="http://schemas.openxmlformats.org/officeDocument/2006/relationships/font" Target="fonts/font106.fntdata"/><Relationship Id="rId195" Type="http://schemas.openxmlformats.org/officeDocument/2006/relationships/font" Target="fonts/font105.fntdata"/><Relationship Id="rId194" Type="http://schemas.openxmlformats.org/officeDocument/2006/relationships/font" Target="fonts/font104.fntdata"/><Relationship Id="rId193" Type="http://schemas.openxmlformats.org/officeDocument/2006/relationships/font" Target="fonts/font103.fntdata"/><Relationship Id="rId192" Type="http://schemas.openxmlformats.org/officeDocument/2006/relationships/font" Target="fonts/font102.fntdata"/><Relationship Id="rId191" Type="http://schemas.openxmlformats.org/officeDocument/2006/relationships/font" Target="fonts/font101.fntdata"/><Relationship Id="rId190" Type="http://schemas.openxmlformats.org/officeDocument/2006/relationships/font" Target="fonts/font100.fntdata"/><Relationship Id="rId19" Type="http://schemas.openxmlformats.org/officeDocument/2006/relationships/slideMaster" Target="slideMasters/slideMaster18.xml"/><Relationship Id="rId189" Type="http://schemas.openxmlformats.org/officeDocument/2006/relationships/font" Target="fonts/font99.fntdata"/><Relationship Id="rId188" Type="http://schemas.openxmlformats.org/officeDocument/2006/relationships/font" Target="fonts/font98.fntdata"/><Relationship Id="rId187" Type="http://schemas.openxmlformats.org/officeDocument/2006/relationships/font" Target="fonts/font97.fntdata"/><Relationship Id="rId186" Type="http://schemas.openxmlformats.org/officeDocument/2006/relationships/font" Target="fonts/font96.fntdata"/><Relationship Id="rId185" Type="http://schemas.openxmlformats.org/officeDocument/2006/relationships/font" Target="fonts/font95.fntdata"/><Relationship Id="rId184" Type="http://schemas.openxmlformats.org/officeDocument/2006/relationships/font" Target="fonts/font94.fntdata"/><Relationship Id="rId183" Type="http://schemas.openxmlformats.org/officeDocument/2006/relationships/font" Target="fonts/font93.fntdata"/><Relationship Id="rId182" Type="http://schemas.openxmlformats.org/officeDocument/2006/relationships/font" Target="fonts/font92.fntdata"/><Relationship Id="rId181" Type="http://schemas.openxmlformats.org/officeDocument/2006/relationships/font" Target="fonts/font91.fntdata"/><Relationship Id="rId180" Type="http://schemas.openxmlformats.org/officeDocument/2006/relationships/font" Target="fonts/font90.fntdata"/><Relationship Id="rId18" Type="http://schemas.openxmlformats.org/officeDocument/2006/relationships/slideMaster" Target="slideMasters/slideMaster17.xml"/><Relationship Id="rId179" Type="http://schemas.openxmlformats.org/officeDocument/2006/relationships/font" Target="fonts/font89.fntdata"/><Relationship Id="rId178" Type="http://schemas.openxmlformats.org/officeDocument/2006/relationships/font" Target="fonts/font88.fntdata"/><Relationship Id="rId177" Type="http://schemas.openxmlformats.org/officeDocument/2006/relationships/font" Target="fonts/font87.fntdata"/><Relationship Id="rId176" Type="http://schemas.openxmlformats.org/officeDocument/2006/relationships/font" Target="fonts/font86.fntdata"/><Relationship Id="rId175" Type="http://schemas.openxmlformats.org/officeDocument/2006/relationships/font" Target="fonts/font85.fntdata"/><Relationship Id="rId174" Type="http://schemas.openxmlformats.org/officeDocument/2006/relationships/font" Target="fonts/font84.fntdata"/><Relationship Id="rId173" Type="http://schemas.openxmlformats.org/officeDocument/2006/relationships/font" Target="fonts/font83.fntdata"/><Relationship Id="rId172" Type="http://schemas.openxmlformats.org/officeDocument/2006/relationships/font" Target="fonts/font82.fntdata"/><Relationship Id="rId171" Type="http://schemas.openxmlformats.org/officeDocument/2006/relationships/font" Target="fonts/font81.fntdata"/><Relationship Id="rId170" Type="http://schemas.openxmlformats.org/officeDocument/2006/relationships/font" Target="fonts/font80.fntdata"/><Relationship Id="rId17" Type="http://schemas.openxmlformats.org/officeDocument/2006/relationships/slideMaster" Target="slideMasters/slideMaster16.xml"/><Relationship Id="rId169" Type="http://schemas.openxmlformats.org/officeDocument/2006/relationships/font" Target="fonts/font79.fntdata"/><Relationship Id="rId168" Type="http://schemas.openxmlformats.org/officeDocument/2006/relationships/font" Target="fonts/font78.fntdata"/><Relationship Id="rId167" Type="http://schemas.openxmlformats.org/officeDocument/2006/relationships/font" Target="fonts/font77.fntdata"/><Relationship Id="rId166" Type="http://schemas.openxmlformats.org/officeDocument/2006/relationships/font" Target="fonts/font76.fntdata"/><Relationship Id="rId165" Type="http://schemas.openxmlformats.org/officeDocument/2006/relationships/font" Target="fonts/font75.fntdata"/><Relationship Id="rId164" Type="http://schemas.openxmlformats.org/officeDocument/2006/relationships/font" Target="fonts/font74.fntdata"/><Relationship Id="rId163" Type="http://schemas.openxmlformats.org/officeDocument/2006/relationships/font" Target="fonts/font73.fntdata"/><Relationship Id="rId162" Type="http://schemas.openxmlformats.org/officeDocument/2006/relationships/font" Target="fonts/font72.fntdata"/><Relationship Id="rId161" Type="http://schemas.openxmlformats.org/officeDocument/2006/relationships/font" Target="fonts/font71.fntdata"/><Relationship Id="rId160" Type="http://schemas.openxmlformats.org/officeDocument/2006/relationships/font" Target="fonts/font70.fntdata"/><Relationship Id="rId16" Type="http://schemas.openxmlformats.org/officeDocument/2006/relationships/slideMaster" Target="slideMasters/slideMaster15.xml"/><Relationship Id="rId159" Type="http://schemas.openxmlformats.org/officeDocument/2006/relationships/font" Target="fonts/font69.fntdata"/><Relationship Id="rId158" Type="http://schemas.openxmlformats.org/officeDocument/2006/relationships/font" Target="fonts/font68.fntdata"/><Relationship Id="rId157" Type="http://schemas.openxmlformats.org/officeDocument/2006/relationships/font" Target="fonts/font67.fntdata"/><Relationship Id="rId156" Type="http://schemas.openxmlformats.org/officeDocument/2006/relationships/font" Target="fonts/font66.fntdata"/><Relationship Id="rId155" Type="http://schemas.openxmlformats.org/officeDocument/2006/relationships/font" Target="fonts/font65.fntdata"/><Relationship Id="rId154" Type="http://schemas.openxmlformats.org/officeDocument/2006/relationships/font" Target="fonts/font64.fntdata"/><Relationship Id="rId153" Type="http://schemas.openxmlformats.org/officeDocument/2006/relationships/font" Target="fonts/font63.fntdata"/><Relationship Id="rId152" Type="http://schemas.openxmlformats.org/officeDocument/2006/relationships/font" Target="fonts/font62.fntdata"/><Relationship Id="rId151" Type="http://schemas.openxmlformats.org/officeDocument/2006/relationships/font" Target="fonts/font61.fntdata"/><Relationship Id="rId150" Type="http://schemas.openxmlformats.org/officeDocument/2006/relationships/font" Target="fonts/font60.fntdata"/><Relationship Id="rId15" Type="http://schemas.openxmlformats.org/officeDocument/2006/relationships/slideMaster" Target="slideMasters/slideMaster14.xml"/><Relationship Id="rId149" Type="http://schemas.openxmlformats.org/officeDocument/2006/relationships/font" Target="fonts/font59.fntdata"/><Relationship Id="rId148" Type="http://schemas.openxmlformats.org/officeDocument/2006/relationships/font" Target="fonts/font58.fntdata"/><Relationship Id="rId147" Type="http://schemas.openxmlformats.org/officeDocument/2006/relationships/font" Target="fonts/font57.fntdata"/><Relationship Id="rId146" Type="http://schemas.openxmlformats.org/officeDocument/2006/relationships/font" Target="fonts/font56.fntdata"/><Relationship Id="rId145" Type="http://schemas.openxmlformats.org/officeDocument/2006/relationships/font" Target="fonts/font55.fntdata"/><Relationship Id="rId144" Type="http://schemas.openxmlformats.org/officeDocument/2006/relationships/font" Target="fonts/font54.fntdata"/><Relationship Id="rId143" Type="http://schemas.openxmlformats.org/officeDocument/2006/relationships/font" Target="fonts/font53.fntdata"/><Relationship Id="rId142" Type="http://schemas.openxmlformats.org/officeDocument/2006/relationships/font" Target="fonts/font52.fntdata"/><Relationship Id="rId141" Type="http://schemas.openxmlformats.org/officeDocument/2006/relationships/font" Target="fonts/font51.fntdata"/><Relationship Id="rId140" Type="http://schemas.openxmlformats.org/officeDocument/2006/relationships/font" Target="fonts/font50.fntdata"/><Relationship Id="rId14" Type="http://schemas.openxmlformats.org/officeDocument/2006/relationships/slideMaster" Target="slideMasters/slideMaster13.xml"/><Relationship Id="rId139" Type="http://schemas.openxmlformats.org/officeDocument/2006/relationships/font" Target="fonts/font49.fntdata"/><Relationship Id="rId138" Type="http://schemas.openxmlformats.org/officeDocument/2006/relationships/font" Target="fonts/font48.fntdata"/><Relationship Id="rId137" Type="http://schemas.openxmlformats.org/officeDocument/2006/relationships/font" Target="fonts/font47.fntdata"/><Relationship Id="rId136" Type="http://schemas.openxmlformats.org/officeDocument/2006/relationships/font" Target="fonts/font46.fntdata"/><Relationship Id="rId135" Type="http://schemas.openxmlformats.org/officeDocument/2006/relationships/font" Target="fonts/font45.fntdata"/><Relationship Id="rId134" Type="http://schemas.openxmlformats.org/officeDocument/2006/relationships/font" Target="fonts/font44.fntdata"/><Relationship Id="rId133" Type="http://schemas.openxmlformats.org/officeDocument/2006/relationships/font" Target="fonts/font43.fntdata"/><Relationship Id="rId132" Type="http://schemas.openxmlformats.org/officeDocument/2006/relationships/font" Target="fonts/font42.fntdata"/><Relationship Id="rId131" Type="http://schemas.openxmlformats.org/officeDocument/2006/relationships/font" Target="fonts/font41.fntdata"/><Relationship Id="rId130" Type="http://schemas.openxmlformats.org/officeDocument/2006/relationships/font" Target="fonts/font40.fntdata"/><Relationship Id="rId13" Type="http://schemas.openxmlformats.org/officeDocument/2006/relationships/slideMaster" Target="slideMasters/slideMaster12.xml"/><Relationship Id="rId129" Type="http://schemas.openxmlformats.org/officeDocument/2006/relationships/font" Target="fonts/font39.fntdata"/><Relationship Id="rId128" Type="http://schemas.openxmlformats.org/officeDocument/2006/relationships/font" Target="fonts/font38.fntdata"/><Relationship Id="rId127" Type="http://schemas.openxmlformats.org/officeDocument/2006/relationships/font" Target="fonts/font37.fntdata"/><Relationship Id="rId126" Type="http://schemas.openxmlformats.org/officeDocument/2006/relationships/font" Target="fonts/font36.fntdata"/><Relationship Id="rId125" Type="http://schemas.openxmlformats.org/officeDocument/2006/relationships/font" Target="fonts/font35.fntdata"/><Relationship Id="rId124" Type="http://schemas.openxmlformats.org/officeDocument/2006/relationships/font" Target="fonts/font34.fntdata"/><Relationship Id="rId123" Type="http://schemas.openxmlformats.org/officeDocument/2006/relationships/font" Target="fonts/font33.fntdata"/><Relationship Id="rId122" Type="http://schemas.openxmlformats.org/officeDocument/2006/relationships/font" Target="fonts/font32.fntdata"/><Relationship Id="rId121" Type="http://schemas.openxmlformats.org/officeDocument/2006/relationships/font" Target="fonts/font31.fntdata"/><Relationship Id="rId120" Type="http://schemas.openxmlformats.org/officeDocument/2006/relationships/font" Target="fonts/font30.fntdata"/><Relationship Id="rId12" Type="http://schemas.openxmlformats.org/officeDocument/2006/relationships/slideMaster" Target="slideMasters/slideMaster11.xml"/><Relationship Id="rId119" Type="http://schemas.openxmlformats.org/officeDocument/2006/relationships/font" Target="fonts/font29.fntdata"/><Relationship Id="rId118" Type="http://schemas.openxmlformats.org/officeDocument/2006/relationships/font" Target="fonts/font28.fntdata"/><Relationship Id="rId117" Type="http://schemas.openxmlformats.org/officeDocument/2006/relationships/font" Target="fonts/font27.fntdata"/><Relationship Id="rId116" Type="http://schemas.openxmlformats.org/officeDocument/2006/relationships/font" Target="fonts/font26.fntdata"/><Relationship Id="rId115" Type="http://schemas.openxmlformats.org/officeDocument/2006/relationships/font" Target="fonts/font25.fntdata"/><Relationship Id="rId114" Type="http://schemas.openxmlformats.org/officeDocument/2006/relationships/font" Target="fonts/font24.fntdata"/><Relationship Id="rId113" Type="http://schemas.openxmlformats.org/officeDocument/2006/relationships/font" Target="fonts/font23.fntdata"/><Relationship Id="rId112" Type="http://schemas.openxmlformats.org/officeDocument/2006/relationships/font" Target="fonts/font22.fntdata"/><Relationship Id="rId111" Type="http://schemas.openxmlformats.org/officeDocument/2006/relationships/font" Target="fonts/font21.fntdata"/><Relationship Id="rId110" Type="http://schemas.openxmlformats.org/officeDocument/2006/relationships/font" Target="fonts/font20.fntdata"/><Relationship Id="rId11" Type="http://schemas.openxmlformats.org/officeDocument/2006/relationships/slideMaster" Target="slideMasters/slideMaster10.xml"/><Relationship Id="rId109" Type="http://schemas.openxmlformats.org/officeDocument/2006/relationships/font" Target="fonts/font19.fntdata"/><Relationship Id="rId108" Type="http://schemas.openxmlformats.org/officeDocument/2006/relationships/font" Target="fonts/font18.fntdata"/><Relationship Id="rId107" Type="http://schemas.openxmlformats.org/officeDocument/2006/relationships/font" Target="fonts/font17.fntdata"/><Relationship Id="rId106" Type="http://schemas.openxmlformats.org/officeDocument/2006/relationships/font" Target="fonts/font16.fntdata"/><Relationship Id="rId105" Type="http://schemas.openxmlformats.org/officeDocument/2006/relationships/font" Target="fonts/font15.fntdata"/><Relationship Id="rId104" Type="http://schemas.openxmlformats.org/officeDocument/2006/relationships/font" Target="fonts/font14.fntdata"/><Relationship Id="rId103" Type="http://schemas.openxmlformats.org/officeDocument/2006/relationships/font" Target="fonts/font13.fntdata"/><Relationship Id="rId102" Type="http://schemas.openxmlformats.org/officeDocument/2006/relationships/font" Target="fonts/font12.fntdata"/><Relationship Id="rId101" Type="http://schemas.openxmlformats.org/officeDocument/2006/relationships/font" Target="fonts/font11.fntdata"/><Relationship Id="rId100" Type="http://schemas.openxmlformats.org/officeDocument/2006/relationships/font" Target="fonts/font10.fntdata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4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5.xml"/></Relationships>
</file>

<file path=ppt/slideMasters/_rels/slideMaster26.xml.rels><?xml version="1.0" encoding="UTF-8" standalone="yes"?>
<Relationships xmlns="http://schemas.openxmlformats.org/package/2006/relationships"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6.xml"/></Relationships>
</file>

<file path=ppt/slideMasters/_rels/slideMaster27.xml.rels><?xml version="1.0" encoding="UTF-8" standalone="yes"?>
<Relationships xmlns="http://schemas.openxmlformats.org/package/2006/relationships"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27.xml"/></Relationships>
</file>

<file path=ppt/slideMasters/_rels/slideMaster28.xml.rels><?xml version="1.0" encoding="UTF-8" standalone="yes"?>
<Relationships xmlns="http://schemas.openxmlformats.org/package/2006/relationships"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28.xml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29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0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1.xml"/></Relationships>
</file>

<file path=ppt/slideMasters/_rels/slideMaster32.xml.rels><?xml version="1.0" encoding="UTF-8" standalone="yes"?>
<Relationships xmlns="http://schemas.openxmlformats.org/package/2006/relationships"><Relationship Id="rId2" Type="http://schemas.openxmlformats.org/officeDocument/2006/relationships/theme" Target="../theme/theme32.xml"/><Relationship Id="rId1" Type="http://schemas.openxmlformats.org/officeDocument/2006/relationships/slideLayout" Target="../slideLayouts/slideLayout32.xml"/></Relationships>
</file>

<file path=ppt/slideMasters/_rels/slideMaster3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3.xml"/><Relationship Id="rId1" Type="http://schemas.openxmlformats.org/officeDocument/2006/relationships/slideLayout" Target="../slideLayouts/slideLayout33.xml"/></Relationships>
</file>

<file path=ppt/slideMasters/_rels/slideMaster34.xml.rels><?xml version="1.0" encoding="UTF-8" standalone="yes"?>
<Relationships xmlns="http://schemas.openxmlformats.org/package/2006/relationships"><Relationship Id="rId2" Type="http://schemas.openxmlformats.org/officeDocument/2006/relationships/theme" Target="../theme/theme34.xml"/><Relationship Id="rId1" Type="http://schemas.openxmlformats.org/officeDocument/2006/relationships/slideLayout" Target="../slideLayouts/slideLayout34.xml"/></Relationships>
</file>

<file path=ppt/slideMasters/_rels/slideMaster35.xml.rels><?xml version="1.0" encoding="UTF-8" standalone="yes"?>
<Relationships xmlns="http://schemas.openxmlformats.org/package/2006/relationships"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35.xml"/></Relationships>
</file>

<file path=ppt/slideMasters/_rels/slideMaster36.xml.rels><?xml version="1.0" encoding="UTF-8" standalone="yes"?>
<Relationships xmlns="http://schemas.openxmlformats.org/package/2006/relationships"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36.xml"/></Relationships>
</file>

<file path=ppt/slideMasters/_rels/slideMaster37.xml.rels><?xml version="1.0" encoding="UTF-8" standalone="yes"?>
<Relationships xmlns="http://schemas.openxmlformats.org/package/2006/relationships"><Relationship Id="rId2" Type="http://schemas.openxmlformats.org/officeDocument/2006/relationships/theme" Target="../theme/theme37.xml"/><Relationship Id="rId1" Type="http://schemas.openxmlformats.org/officeDocument/2006/relationships/slideLayout" Target="../slideLayouts/slideLayout37.xml"/></Relationships>
</file>

<file path=ppt/slideMasters/_rels/slideMaster38.xml.rels><?xml version="1.0" encoding="UTF-8" standalone="yes"?>
<Relationships xmlns="http://schemas.openxmlformats.org/package/2006/relationships"><Relationship Id="rId2" Type="http://schemas.openxmlformats.org/officeDocument/2006/relationships/theme" Target="../theme/theme38.xml"/><Relationship Id="rId1" Type="http://schemas.openxmlformats.org/officeDocument/2006/relationships/slideLayout" Target="../slideLayouts/slideLayout38.xml"/></Relationships>
</file>

<file path=ppt/slideMasters/_rels/slideMaster39.xml.rels><?xml version="1.0" encoding="UTF-8" standalone="yes"?>
<Relationships xmlns="http://schemas.openxmlformats.org/package/2006/relationships"><Relationship Id="rId2" Type="http://schemas.openxmlformats.org/officeDocument/2006/relationships/theme" Target="../theme/theme39.xml"/><Relationship Id="rId1" Type="http://schemas.openxmlformats.org/officeDocument/2006/relationships/slideLayout" Target="../slideLayouts/slideLayout39.xml"/></Relationships>
</file>

<file path=ppt/slideMasters/_rels/slideMaster40.xml.rels><?xml version="1.0" encoding="UTF-8" standalone="yes"?>
<Relationships xmlns="http://schemas.openxmlformats.org/package/2006/relationships"><Relationship Id="rId2" Type="http://schemas.openxmlformats.org/officeDocument/2006/relationships/theme" Target="../theme/theme40.xml"/><Relationship Id="rId1" Type="http://schemas.openxmlformats.org/officeDocument/2006/relationships/slideLayout" Target="../slideLayouts/slideLayout40.xml"/></Relationships>
</file>

<file path=ppt/slideMasters/_rels/slideMaster41.xml.rels><?xml version="1.0" encoding="UTF-8" standalone="yes"?>
<Relationships xmlns="http://schemas.openxmlformats.org/package/2006/relationships"><Relationship Id="rId2" Type="http://schemas.openxmlformats.org/officeDocument/2006/relationships/theme" Target="../theme/theme41.xml"/><Relationship Id="rId1" Type="http://schemas.openxmlformats.org/officeDocument/2006/relationships/slideLayout" Target="../slideLayouts/slideLayout41.xml"/></Relationships>
</file>

<file path=ppt/slideMasters/_rels/slideMaster42.xml.rels><?xml version="1.0" encoding="UTF-8" standalone="yes"?>
<Relationships xmlns="http://schemas.openxmlformats.org/package/2006/relationships"><Relationship Id="rId2" Type="http://schemas.openxmlformats.org/officeDocument/2006/relationships/theme" Target="../theme/theme42.xml"/><Relationship Id="rId1" Type="http://schemas.openxmlformats.org/officeDocument/2006/relationships/slideLayout" Target="../slideLayouts/slideLayout42.xml"/></Relationships>
</file>

<file path=ppt/slideMasters/_rels/slideMaster43.xml.rels><?xml version="1.0" encoding="UTF-8" standalone="yes"?>
<Relationships xmlns="http://schemas.openxmlformats.org/package/2006/relationships"><Relationship Id="rId2" Type="http://schemas.openxmlformats.org/officeDocument/2006/relationships/theme" Target="../theme/theme43.xml"/><Relationship Id="rId1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1027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2051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3075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099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5123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6147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7171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8195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8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9219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10243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266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11267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90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12291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4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13315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8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14339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15363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386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16387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17411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18435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458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19459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482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20483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506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21507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530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22531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554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23555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578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24579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602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25603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26627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650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27651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674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28675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698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29699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22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30723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746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31747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770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32771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794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33795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818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34819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842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35843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866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36867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890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37891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38915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39939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62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0963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986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1987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3010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3011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034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4035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6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7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8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9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10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11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12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13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14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.xml"/><Relationship Id="rId1" Type="http://schemas.openxmlformats.org/officeDocument/2006/relationships/image" Target="../media/image15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4.xml"/><Relationship Id="rId1" Type="http://schemas.openxmlformats.org/officeDocument/2006/relationships/image" Target="../media/image1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6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6.xml"/><Relationship Id="rId1" Type="http://schemas.openxmlformats.org/officeDocument/2006/relationships/image" Target="../media/image1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17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8.xml"/><Relationship Id="rId1" Type="http://schemas.openxmlformats.org/officeDocument/2006/relationships/image" Target="../media/image18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9.xml"/><Relationship Id="rId1" Type="http://schemas.openxmlformats.org/officeDocument/2006/relationships/image" Target="../media/image1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0.xml"/><Relationship Id="rId1" Type="http://schemas.openxmlformats.org/officeDocument/2006/relationships/image" Target="../media/image19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1.xml"/><Relationship Id="rId1" Type="http://schemas.openxmlformats.org/officeDocument/2006/relationships/image" Target="../media/image20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2.xml"/><Relationship Id="rId1" Type="http://schemas.openxmlformats.org/officeDocument/2006/relationships/image" Target="../media/image21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3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89090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65600" y="1704975"/>
            <a:ext cx="2297113" cy="949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980"/>
              </a:lnSpc>
              <a:buClrTx/>
              <a:buSzTx/>
              <a:buFontTx/>
              <a:buNone/>
              <a:defRPr/>
            </a:pPr>
            <a:r>
              <a:rPr kumimoji="0" sz="3000" kern="0" cap="none" spc="-15" normalizeH="0" baseline="0" noProof="0" dirty="0">
                <a:solidFill>
                  <a:srgbClr val="000000"/>
                </a:solidFill>
                <a:latin typeface="LFEVQI+CMBX12" panose="02000500000000000000"/>
                <a:cs typeface="LFEVQI+CMBX12" panose="02000500000000000000"/>
              </a:rPr>
              <a:t>Slides</a:t>
            </a:r>
            <a:r>
              <a:rPr kumimoji="0" sz="3000" kern="0" cap="none" spc="382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3000" kern="0" cap="none" spc="-16" normalizeH="0" baseline="0" noProof="0" dirty="0">
                <a:solidFill>
                  <a:srgbClr val="000000"/>
                </a:solidFill>
                <a:latin typeface="LFEVQI+CMBX12" panose="02000500000000000000"/>
                <a:cs typeface="LFEVQI+CMBX12" panose="02000500000000000000"/>
              </a:rPr>
              <a:t>for</a:t>
            </a:r>
            <a:endParaRPr kumimoji="0" sz="3000" kern="0" cap="none" spc="-16" normalizeH="0" baseline="0" noProof="0" dirty="0">
              <a:solidFill>
                <a:srgbClr val="000000"/>
              </a:solidFill>
              <a:latin typeface="LFEVQI+CMBX12" panose="02000500000000000000"/>
              <a:cs typeface="LFEVQI+CMBX12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6688" y="2262188"/>
            <a:ext cx="8256588" cy="15065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980"/>
              </a:lnSpc>
              <a:buClrTx/>
              <a:buSzTx/>
              <a:buFontTx/>
              <a:buNone/>
              <a:defRPr/>
            </a:pPr>
            <a:r>
              <a:rPr kumimoji="0" sz="3000" kern="0" cap="none" spc="-16" normalizeH="0" baseline="0" noProof="0" dirty="0">
                <a:solidFill>
                  <a:srgbClr val="000000"/>
                </a:solidFill>
                <a:latin typeface="LFEVQI+CMBX12" panose="02000500000000000000"/>
                <a:cs typeface="LFEVQI+CMBX12" panose="02000500000000000000"/>
              </a:rPr>
              <a:t>Design</a:t>
            </a:r>
            <a:r>
              <a:rPr kumimoji="0" sz="3000" kern="0" cap="none" spc="378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3000" kern="0" cap="none" spc="0" normalizeH="0" baseline="0" noProof="0" dirty="0">
                <a:solidFill>
                  <a:srgbClr val="000000"/>
                </a:solidFill>
                <a:latin typeface="LFEVQI+CMBX12" panose="02000500000000000000"/>
                <a:cs typeface="LFEVQI+CMBX12" panose="02000500000000000000"/>
              </a:rPr>
              <a:t>Methods</a:t>
            </a:r>
            <a:r>
              <a:rPr kumimoji="0" sz="3000" kern="0" cap="none" spc="357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3000" kern="0" cap="none" spc="-16" normalizeH="0" baseline="0" noProof="0" dirty="0">
                <a:solidFill>
                  <a:srgbClr val="000000"/>
                </a:solidFill>
                <a:latin typeface="LFEVQI+CMBX12" panose="02000500000000000000"/>
                <a:cs typeface="LFEVQI+CMBX12" panose="02000500000000000000"/>
              </a:rPr>
              <a:t>for</a:t>
            </a:r>
            <a:r>
              <a:rPr kumimoji="0" sz="3000" kern="0" cap="none" spc="382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3000" kern="0" cap="none" spc="-29" normalizeH="0" baseline="0" noProof="0" dirty="0">
                <a:solidFill>
                  <a:srgbClr val="000000"/>
                </a:solidFill>
                <a:latin typeface="LFEVQI+CMBX12" panose="02000500000000000000"/>
                <a:cs typeface="LFEVQI+CMBX12" panose="02000500000000000000"/>
              </a:rPr>
              <a:t>Reactive</a:t>
            </a:r>
            <a:r>
              <a:rPr kumimoji="0" sz="3000" kern="0" cap="none" spc="391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3000" kern="0" cap="none" spc="-17" normalizeH="0" baseline="0" noProof="0" dirty="0">
                <a:solidFill>
                  <a:srgbClr val="000000"/>
                </a:solidFill>
                <a:latin typeface="LFEVQI+CMBX12" panose="02000500000000000000"/>
                <a:cs typeface="LFEVQI+CMBX12" panose="02000500000000000000"/>
              </a:rPr>
              <a:t>Systems:</a:t>
            </a:r>
            <a:endParaRPr kumimoji="0" sz="3000" kern="0" cap="none" spc="-17" normalizeH="0" baseline="0" noProof="0" dirty="0">
              <a:solidFill>
                <a:srgbClr val="000000"/>
              </a:solidFill>
              <a:latin typeface="LFEVQI+CMBX12" panose="02000500000000000000"/>
              <a:cs typeface="LFEVQI+CMBX12" panose="02000500000000000000"/>
            </a:endParaRPr>
          </a:p>
          <a:p>
            <a:pPr marL="381000" marR="0" defTabSz="914400" fontAlgn="auto">
              <a:lnSpc>
                <a:spcPts val="2980"/>
              </a:lnSpc>
              <a:spcBef>
                <a:spcPts val="1400"/>
              </a:spcBef>
              <a:buClrTx/>
              <a:buSzTx/>
              <a:buFontTx/>
              <a:buNone/>
              <a:defRPr/>
            </a:pPr>
            <a:r>
              <a:rPr kumimoji="0" sz="3000" kern="0" cap="none" spc="-49" normalizeH="0" baseline="0" noProof="0" dirty="0">
                <a:solidFill>
                  <a:srgbClr val="000000"/>
                </a:solidFill>
                <a:latin typeface="LFEVQI+CMBX12" panose="02000500000000000000"/>
                <a:cs typeface="LFEVQI+CMBX12" panose="02000500000000000000"/>
              </a:rPr>
              <a:t>Yourdon,</a:t>
            </a:r>
            <a:r>
              <a:rPr kumimoji="0" sz="3000" kern="0" cap="none" spc="413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3000" kern="0" cap="none" spc="-16" normalizeH="0" baseline="0" noProof="0" dirty="0" err="1">
                <a:solidFill>
                  <a:srgbClr val="000000"/>
                </a:solidFill>
                <a:latin typeface="LFEVQI+CMBX12" panose="02000500000000000000"/>
                <a:cs typeface="LFEVQI+CMBX12" panose="02000500000000000000"/>
              </a:rPr>
              <a:t>Statemate</a:t>
            </a:r>
            <a:r>
              <a:rPr kumimoji="0" sz="3000" kern="0" cap="none" spc="378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3000" kern="0" cap="none" spc="-11" normalizeH="0" baseline="0" noProof="0" dirty="0">
                <a:solidFill>
                  <a:srgbClr val="000000"/>
                </a:solidFill>
                <a:latin typeface="LFEVQI+CMBX12" panose="02000500000000000000"/>
                <a:cs typeface="LFEVQI+CMBX12" panose="02000500000000000000"/>
              </a:rPr>
              <a:t>and</a:t>
            </a:r>
            <a:r>
              <a:rPr kumimoji="0" sz="3000" kern="0" cap="none" spc="362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3000" kern="0" cap="none" spc="-16" normalizeH="0" baseline="0" noProof="0" dirty="0">
                <a:solidFill>
                  <a:srgbClr val="000000"/>
                </a:solidFill>
                <a:latin typeface="LFEVQI+CMBX12" panose="02000500000000000000"/>
                <a:cs typeface="LFEVQI+CMBX12" panose="02000500000000000000"/>
              </a:rPr>
              <a:t>the</a:t>
            </a:r>
            <a:r>
              <a:rPr kumimoji="0" sz="3000" kern="0" cap="none" spc="366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3000" kern="0" cap="none" spc="-24" normalizeH="0" baseline="0" noProof="0" dirty="0">
                <a:solidFill>
                  <a:srgbClr val="000000"/>
                </a:solidFill>
                <a:latin typeface="LFEVQI+CMBX12" panose="02000500000000000000"/>
                <a:cs typeface="LFEVQI+CMBX12" panose="02000500000000000000"/>
              </a:rPr>
              <a:t>UML</a:t>
            </a:r>
            <a:endParaRPr kumimoji="0" sz="3000" kern="0" cap="none" spc="-24" normalizeH="0" baseline="0" noProof="0" dirty="0">
              <a:solidFill>
                <a:srgbClr val="000000"/>
              </a:solidFill>
              <a:latin typeface="LFEVQI+CMBX12" panose="02000500000000000000"/>
              <a:cs typeface="LFEVQI+CMBX12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8875" y="3522663"/>
            <a:ext cx="5976938" cy="2092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79550"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0" normalizeH="0" baseline="0" noProof="0">
                <a:solidFill>
                  <a:srgbClr val="000000"/>
                </a:solidFill>
                <a:latin typeface="CGDCWJ+CMBX12~c" panose="02000500000000000000"/>
                <a:cs typeface="CGDCWJ+CMBX12~c" panose="02000500000000000000"/>
              </a:rPr>
              <a:t>Roel</a:t>
            </a:r>
            <a:r>
              <a:rPr kumimoji="0" sz="2500" kern="0" cap="none" spc="30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1" normalizeH="0" baseline="0" noProof="0">
                <a:solidFill>
                  <a:srgbClr val="000000"/>
                </a:solidFill>
                <a:latin typeface="CGDCWJ+CMBX12~c" panose="02000500000000000000"/>
                <a:cs typeface="CGDCWJ+CMBX12~c" panose="02000500000000000000"/>
              </a:rPr>
              <a:t>Wieringa</a:t>
            </a:r>
            <a:endParaRPr kumimoji="0" sz="2500" kern="0" cap="none" spc="-11" normalizeH="0" baseline="0" noProof="0">
              <a:solidFill>
                <a:srgbClr val="000000"/>
              </a:solidFill>
              <a:latin typeface="CGDCWJ+CMBX12~c" panose="02000500000000000000"/>
              <a:cs typeface="CGDCWJ+CMBX12~c" panose="02000500000000000000"/>
            </a:endParaRPr>
          </a:p>
          <a:p>
            <a:pPr marR="0" defTabSz="914400" fontAlgn="auto">
              <a:lnSpc>
                <a:spcPts val="2480"/>
              </a:lnSpc>
              <a:spcBef>
                <a:spcPts val="925"/>
              </a:spcBef>
              <a:buClrTx/>
              <a:buSzTx/>
              <a:buFontTx/>
              <a:buNone/>
              <a:defRPr/>
            </a:pPr>
            <a:r>
              <a:rPr kumimoji="0" sz="2500" kern="0" cap="none" spc="-22" normalizeH="0" baseline="0" noProof="0">
                <a:solidFill>
                  <a:srgbClr val="000000"/>
                </a:solidFill>
                <a:latin typeface="CGDCWJ+CMBX12~c" panose="02000500000000000000"/>
                <a:cs typeface="CGDCWJ+CMBX12~c" panose="02000500000000000000"/>
              </a:rPr>
              <a:t>Department</a:t>
            </a:r>
            <a:r>
              <a:rPr kumimoji="0" sz="2500" kern="0" cap="none" spc="31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CGDCWJ+CMBX12~c" panose="02000500000000000000"/>
                <a:cs typeface="CGDCWJ+CMBX12~c" panose="02000500000000000000"/>
              </a:rPr>
              <a:t>of</a:t>
            </a:r>
            <a:r>
              <a:rPr kumimoji="0" sz="2500" kern="0" cap="none" spc="3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CGDCWJ+CMBX12~c" panose="02000500000000000000"/>
                <a:cs typeface="CGDCWJ+CMBX12~c" panose="02000500000000000000"/>
              </a:rPr>
              <a:t>Computer</a:t>
            </a:r>
            <a:r>
              <a:rPr kumimoji="0" sz="2500" kern="0" cap="none" spc="31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2" normalizeH="0" baseline="0" noProof="0">
                <a:solidFill>
                  <a:srgbClr val="000000"/>
                </a:solidFill>
                <a:latin typeface="CGDCWJ+CMBX12~c" panose="02000500000000000000"/>
                <a:cs typeface="CGDCWJ+CMBX12~c" panose="02000500000000000000"/>
              </a:rPr>
              <a:t>Science</a:t>
            </a:r>
            <a:endParaRPr kumimoji="0" sz="2500" kern="0" cap="none" spc="-12" normalizeH="0" baseline="0" noProof="0">
              <a:solidFill>
                <a:srgbClr val="000000"/>
              </a:solidFill>
              <a:latin typeface="CGDCWJ+CMBX12~c" panose="02000500000000000000"/>
              <a:cs typeface="CGDCWJ+CMBX12~c" panose="02000500000000000000"/>
            </a:endParaRPr>
          </a:p>
          <a:p>
            <a:pPr marL="918845" marR="0" defTabSz="914400" fontAlgn="auto">
              <a:lnSpc>
                <a:spcPts val="2480"/>
              </a:lnSpc>
              <a:spcBef>
                <a:spcPts val="940"/>
              </a:spcBef>
              <a:buClrTx/>
              <a:buSzTx/>
              <a:buFontTx/>
              <a:buNone/>
              <a:defRPr/>
            </a:pPr>
            <a:r>
              <a:rPr kumimoji="0" sz="2500" kern="0" cap="none" spc="-24" normalizeH="0" baseline="0" noProof="0">
                <a:solidFill>
                  <a:srgbClr val="000000"/>
                </a:solidFill>
                <a:latin typeface="CGDCWJ+CMBX12~c" panose="02000500000000000000"/>
                <a:cs typeface="CGDCWJ+CMBX12~c" panose="02000500000000000000"/>
              </a:rPr>
              <a:t>University</a:t>
            </a:r>
            <a:r>
              <a:rPr kumimoji="0" sz="2500" kern="0" cap="none" spc="29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CGDCWJ+CMBX12~c" panose="02000500000000000000"/>
                <a:cs typeface="CGDCWJ+CMBX12~c" panose="02000500000000000000"/>
              </a:rPr>
              <a:t>of</a:t>
            </a:r>
            <a:r>
              <a:rPr kumimoji="0" sz="2500" kern="0" cap="none" spc="3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37" normalizeH="0" baseline="0" noProof="0">
                <a:solidFill>
                  <a:srgbClr val="000000"/>
                </a:solidFill>
                <a:latin typeface="CGDCWJ+CMBX12~c" panose="02000500000000000000"/>
                <a:cs typeface="CGDCWJ+CMBX12~c" panose="02000500000000000000"/>
              </a:rPr>
              <a:t>Twente,</a:t>
            </a:r>
            <a:endParaRPr kumimoji="0" sz="2500" kern="0" cap="none" spc="-37" normalizeH="0" baseline="0" noProof="0">
              <a:solidFill>
                <a:srgbClr val="000000"/>
              </a:solidFill>
              <a:latin typeface="CGDCWJ+CMBX12~c" panose="02000500000000000000"/>
              <a:cs typeface="CGDCWJ+CMBX12~c" panose="02000500000000000000"/>
            </a:endParaRPr>
          </a:p>
          <a:p>
            <a:pPr marL="1351915" marR="0" defTabSz="914400" fontAlgn="auto">
              <a:lnSpc>
                <a:spcPts val="2480"/>
              </a:lnSpc>
              <a:spcBef>
                <a:spcPts val="925"/>
              </a:spcBef>
              <a:buClrTx/>
              <a:buSzTx/>
              <a:buFontTx/>
              <a:buNone/>
              <a:defRPr/>
            </a:pPr>
            <a:r>
              <a:rPr kumimoji="0" sz="2500" kern="0" cap="none" spc="-15" normalizeH="0" baseline="0" noProof="0">
                <a:solidFill>
                  <a:srgbClr val="000000"/>
                </a:solidFill>
                <a:latin typeface="CGDCWJ+CMBX12~c" panose="02000500000000000000"/>
                <a:cs typeface="CGDCWJ+CMBX12~c" panose="02000500000000000000"/>
              </a:rPr>
              <a:t>the</a:t>
            </a:r>
            <a:r>
              <a:rPr kumimoji="0" sz="2500" kern="0" cap="none" spc="3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2" normalizeH="0" baseline="0" noProof="0">
                <a:solidFill>
                  <a:srgbClr val="000000"/>
                </a:solidFill>
                <a:latin typeface="CGDCWJ+CMBX12~c" panose="02000500000000000000"/>
                <a:cs typeface="CGDCWJ+CMBX12~c" panose="02000500000000000000"/>
              </a:rPr>
              <a:t>Netherlands</a:t>
            </a:r>
            <a:endParaRPr kumimoji="0" sz="2500" kern="0" cap="none" spc="-12" normalizeH="0" baseline="0" noProof="0">
              <a:solidFill>
                <a:srgbClr val="000000"/>
              </a:solidFill>
              <a:latin typeface="CGDCWJ+CMBX12~c" panose="02000500000000000000"/>
              <a:cs typeface="CGDCWJ+CMBX12~c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65513" y="5257800"/>
            <a:ext cx="3624263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9" normalizeH="0" baseline="0" noProof="0">
                <a:solidFill>
                  <a:srgbClr val="000000"/>
                </a:solidFill>
                <a:latin typeface="CGDCWJ+CMBX12~c" panose="02000500000000000000"/>
                <a:cs typeface="CGDCWJ+CMBX12~c" panose="02000500000000000000"/>
              </a:rPr>
              <a:t>roelw@cs.utwente.nl</a:t>
            </a:r>
            <a:endParaRPr kumimoji="0" sz="2500" kern="0" cap="none" spc="-19" normalizeH="0" baseline="0" noProof="0">
              <a:solidFill>
                <a:srgbClr val="000000"/>
              </a:solidFill>
              <a:latin typeface="CGDCWJ+CMBX12~c" panose="02000500000000000000"/>
              <a:cs typeface="CGDCWJ+CMBX12~c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57513" y="5681663"/>
            <a:ext cx="4784725" cy="1022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4300"/>
              </a:lnSpc>
              <a:buNone/>
            </a:pPr>
            <a:r>
              <a:rPr lang="en-US" altLang="zh-CN" sz="2500">
                <a:solidFill>
                  <a:srgbClr val="000000"/>
                </a:solidFill>
                <a:latin typeface="CGDCWJ+CMBX12~c" panose="02000500000000000000"/>
                <a:ea typeface="CGDCWJ+CMBX12~c" panose="02000500000000000000"/>
              </a:rPr>
              <a:t>www.cs.utwente.nl/</a:t>
            </a:r>
            <a:r>
              <a:rPr lang="en-US" altLang="zh-CN" sz="2500">
                <a:solidFill>
                  <a:srgbClr val="000000"/>
                </a:solidFill>
                <a:latin typeface="AKCTOU+CMSY10" panose="02000500000000000000"/>
                <a:ea typeface="AKCTOU+CMSY10" panose="02000500000000000000"/>
              </a:rPr>
              <a:t>∼</a:t>
            </a:r>
            <a:r>
              <a:rPr lang="en-US" altLang="zh-CN" sz="2500">
                <a:solidFill>
                  <a:srgbClr val="000000"/>
                </a:solidFill>
                <a:latin typeface="CGDCWJ+CMBX12~c" panose="02000500000000000000"/>
                <a:ea typeface="CGDCWJ+CMBX12~c" panose="02000500000000000000"/>
              </a:rPr>
              <a:t>roelw</a:t>
            </a:r>
            <a:endParaRPr lang="en-US" altLang="zh-CN" sz="2500">
              <a:solidFill>
                <a:srgbClr val="000000"/>
              </a:solidFill>
              <a:latin typeface="CGDCWJ+CMBX12~c" panose="02000500000000000000"/>
              <a:ea typeface="CGDCWJ+CMBX12~c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78400" y="7227888"/>
            <a:ext cx="381000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450"/>
              </a:lnSpc>
              <a:buNone/>
            </a:pPr>
            <a:r>
              <a:rPr lang="en-US" altLang="zh-CN" sz="1400">
                <a:solidFill>
                  <a:srgbClr val="000000"/>
                </a:solidFill>
                <a:latin typeface="NVKCUG+CMR7" panose="02000500000000000000"/>
                <a:ea typeface="NVKCUG+CMR7" panose="02000500000000000000"/>
              </a:rPr>
              <a:t>1</a:t>
            </a:r>
            <a:endParaRPr lang="en-US" altLang="zh-CN" sz="1400">
              <a:solidFill>
                <a:srgbClr val="000000"/>
              </a:solidFill>
              <a:latin typeface="NVKCUG+CMR7" panose="02000500000000000000"/>
              <a:ea typeface="NVKCUG+CMR7" panose="0200050000000000000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0114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981075"/>
            <a:ext cx="2968625" cy="949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980"/>
              </a:lnSpc>
              <a:buClrTx/>
              <a:buSzTx/>
              <a:buFontTx/>
              <a:buNone/>
              <a:defRPr/>
            </a:pPr>
            <a:r>
              <a:rPr kumimoji="0" sz="3000" kern="0" cap="none" spc="-12" normalizeH="0" baseline="0" noProof="0">
                <a:solidFill>
                  <a:srgbClr val="000000"/>
                </a:solidFill>
                <a:latin typeface="NOQEBU+CMBX12" panose="02000500000000000000"/>
                <a:cs typeface="NOQEBU+CMBX12" panose="02000500000000000000"/>
              </a:rPr>
              <a:t>List</a:t>
            </a:r>
            <a:r>
              <a:rPr kumimoji="0" sz="3000" kern="0" cap="none" spc="3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3000" kern="0" cap="none" spc="-20" normalizeH="0" baseline="0" noProof="0">
                <a:solidFill>
                  <a:srgbClr val="000000"/>
                </a:solidFill>
                <a:latin typeface="NOQEBU+CMBX12" panose="02000500000000000000"/>
                <a:cs typeface="NOQEBU+CMBX12" panose="02000500000000000000"/>
              </a:rPr>
              <a:t>of</a:t>
            </a:r>
            <a:r>
              <a:rPr kumimoji="0" sz="3000" kern="0" cap="none" spc="3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3000" kern="0" cap="none" spc="-15" normalizeH="0" baseline="0" noProof="0">
                <a:solidFill>
                  <a:srgbClr val="000000"/>
                </a:solidFill>
                <a:latin typeface="NOQEBU+CMBX12" panose="02000500000000000000"/>
                <a:cs typeface="NOQEBU+CMBX12" panose="02000500000000000000"/>
              </a:rPr>
              <a:t>Slides</a:t>
            </a:r>
            <a:endParaRPr kumimoji="0" sz="3000" kern="0" cap="none" spc="-15" normalizeH="0" baseline="0" noProof="0">
              <a:solidFill>
                <a:srgbClr val="000000"/>
              </a:solidFill>
              <a:latin typeface="NOQEBU+CMBX12" panose="02000500000000000000"/>
              <a:cs typeface="NOQEBU+CMBX12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7838" y="1720850"/>
            <a:ext cx="4291013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3</a:t>
            </a:r>
            <a:r>
              <a:rPr kumimoji="0" sz="2050" kern="0" cap="none" spc="155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Reactive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Systems</a:t>
            </a:r>
            <a:endParaRPr kumimoji="0" sz="2050" kern="0" cap="none" spc="10" normalizeH="0" baseline="0" noProof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075" y="2173288"/>
            <a:ext cx="4471988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11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2.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The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Environment</a:t>
            </a:r>
            <a:endParaRPr kumimoji="0" sz="2050" kern="0" cap="none" spc="0" normalizeH="0" baseline="0" noProof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075" y="2624138"/>
            <a:ext cx="5888038" cy="1160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515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28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Chapter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3.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Stimulus-Response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Behavior</a:t>
            </a:r>
            <a:endParaRPr lang="en-US" altLang="zh-CN" sz="2000">
              <a:solidFill>
                <a:srgbClr val="000000"/>
              </a:solidFill>
              <a:latin typeface="LVTAPM+CMR10" panose="02000500000000000000"/>
              <a:ea typeface="LVTAPM+CMR10" panose="02000500000000000000"/>
            </a:endParaRPr>
          </a:p>
          <a:p>
            <a:pPr>
              <a:lnSpc>
                <a:spcPts val="2515"/>
              </a:lnSpc>
              <a:spcBef>
                <a:spcPts val="109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43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Chapter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4.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Software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Speciﬁcations</a:t>
            </a:r>
            <a:endParaRPr lang="en-US" altLang="zh-CN" sz="2000">
              <a:solidFill>
                <a:srgbClr val="000000"/>
              </a:solidFill>
              <a:latin typeface="LVTAPM+CMR10" panose="02000500000000000000"/>
              <a:ea typeface="LVTAPM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075" y="3525838"/>
            <a:ext cx="7950200" cy="1071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515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55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Chapters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5–7.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Mission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Statement,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Function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Reﬁnement</a:t>
            </a:r>
            <a:endParaRPr lang="en-US" altLang="zh-CN" sz="2000">
              <a:solidFill>
                <a:srgbClr val="000000"/>
              </a:solidFill>
              <a:latin typeface="LVTAPM+CMR10" panose="02000500000000000000"/>
              <a:ea typeface="LVTAPM+CMR10" panose="02000500000000000000"/>
            </a:endParaRPr>
          </a:p>
          <a:p>
            <a:pPr>
              <a:lnSpc>
                <a:spcPts val="2515"/>
              </a:lnSpc>
              <a:spcBef>
                <a:spcPts val="375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Tree,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Service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Description</a:t>
            </a:r>
            <a:endParaRPr lang="en-US" altLang="zh-CN" sz="2000">
              <a:solidFill>
                <a:srgbClr val="000000"/>
              </a:solidFill>
              <a:latin typeface="LVTAPM+CMR10" panose="02000500000000000000"/>
              <a:ea typeface="LVTAPM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85900" y="4338638"/>
            <a:ext cx="6230938" cy="1614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0810"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77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8.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Entity-Relationship</a:t>
            </a:r>
            <a:r>
              <a:rPr kumimoji="0" sz="2050" kern="0" cap="none" spc="15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Diagrams</a:t>
            </a:r>
            <a:endParaRPr kumimoji="0" sz="2050" kern="0" cap="none" spc="0" normalizeH="0" baseline="0" noProof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  <a:p>
            <a:pPr marL="130810" marR="0" defTabSz="914400" fontAlgn="auto">
              <a:lnSpc>
                <a:spcPts val="2520"/>
              </a:lnSpc>
              <a:spcBef>
                <a:spcPts val="10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99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9.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ERD</a:t>
            </a:r>
            <a:r>
              <a:rPr kumimoji="0" sz="20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9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Modeling</a:t>
            </a:r>
            <a:r>
              <a:rPr kumimoji="0" sz="2050" kern="0" cap="none" spc="13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Guidelines</a:t>
            </a:r>
            <a:endParaRPr kumimoji="0" sz="2050" kern="0" cap="none" spc="11" normalizeH="0" baseline="0" noProof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103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125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10.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The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Dictionary</a:t>
            </a:r>
            <a:endParaRPr kumimoji="0" sz="2050" kern="0" cap="none" spc="0" normalizeH="0" baseline="0" noProof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85900" y="5692775"/>
            <a:ext cx="4510088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139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4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Part</a:t>
            </a:r>
            <a:r>
              <a:rPr kumimoji="0" sz="2050" kern="0" cap="none" spc="2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IV.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Behavior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Notations</a:t>
            </a:r>
            <a:endParaRPr kumimoji="0" sz="2050" kern="0" cap="none" spc="0" normalizeH="0" baseline="0" noProof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85900" y="6143625"/>
            <a:ext cx="6848475" cy="1162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154</a:t>
            </a:r>
            <a:r>
              <a:rPr kumimoji="0" sz="2050" kern="0" cap="none" spc="1552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Chapter</a:t>
            </a:r>
            <a:r>
              <a:rPr kumimoji="0" sz="2050" kern="0" cap="none" spc="163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11.</a:t>
            </a:r>
            <a:r>
              <a:rPr kumimoji="0" sz="2050" kern="0" cap="none" spc="412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State</a:t>
            </a:r>
            <a:r>
              <a:rPr kumimoji="0" sz="2050" kern="0" cap="none" spc="176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Transition</a:t>
            </a:r>
            <a:r>
              <a:rPr kumimoji="0" sz="2050" kern="0" cap="none" spc="183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Lists</a:t>
            </a:r>
            <a:r>
              <a:rPr kumimoji="0" sz="2050" kern="0" cap="none" spc="169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and</a:t>
            </a:r>
            <a:r>
              <a:rPr kumimoji="0" sz="2050" kern="0" cap="none" spc="175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Tables</a:t>
            </a:r>
            <a:endParaRPr kumimoji="0" sz="2050" kern="0" cap="none" spc="-20" normalizeH="0" baseline="0" noProof="0" dirty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108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166</a:t>
            </a:r>
            <a:r>
              <a:rPr kumimoji="0" sz="2050" kern="0" cap="none" spc="1552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Chapter</a:t>
            </a:r>
            <a:r>
              <a:rPr kumimoji="0" sz="2050" kern="0" cap="none" spc="163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12.</a:t>
            </a:r>
            <a:r>
              <a:rPr kumimoji="0" sz="2050" kern="0" cap="none" spc="412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State</a:t>
            </a:r>
            <a:r>
              <a:rPr kumimoji="0" sz="2050" kern="0" cap="none" spc="176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Transition</a:t>
            </a:r>
            <a:r>
              <a:rPr kumimoji="0" sz="2050" kern="0" cap="none" spc="183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Diagrams</a:t>
            </a:r>
            <a:endParaRPr kumimoji="0" sz="2050" kern="0" cap="none" spc="0" normalizeH="0" baseline="0" noProof="0" dirty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78400" y="7227888"/>
            <a:ext cx="381000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450"/>
              </a:lnSpc>
              <a:buNone/>
            </a:pPr>
            <a:r>
              <a:rPr lang="en-US" altLang="zh-CN" sz="1400">
                <a:solidFill>
                  <a:srgbClr val="000000"/>
                </a:solidFill>
                <a:latin typeface="WINBNS+CMR7" panose="02000500000000000000"/>
                <a:ea typeface="WINBNS+CMR7" panose="02000500000000000000"/>
              </a:rPr>
              <a:t>2</a:t>
            </a:r>
            <a:endParaRPr lang="en-US" altLang="zh-CN" sz="1400">
              <a:solidFill>
                <a:srgbClr val="000000"/>
              </a:solidFill>
              <a:latin typeface="WINBNS+CMR7" panose="02000500000000000000"/>
              <a:ea typeface="WINBNS+CMR7" panose="0200050000000000000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1138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85900" y="1028700"/>
            <a:ext cx="5268913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188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13.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Behavioral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Semantics</a:t>
            </a:r>
            <a:endParaRPr kumimoji="0" sz="2050" kern="0" cap="none" spc="0" normalizeH="0" baseline="0" noProof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5900" y="1512888"/>
            <a:ext cx="7993063" cy="1195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210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14.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Behavior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9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Modeling</a:t>
            </a:r>
            <a:r>
              <a:rPr kumimoji="0" sz="2050" kern="0" cap="none" spc="14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Design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Guidelines</a:t>
            </a:r>
            <a:endParaRPr kumimoji="0" sz="2050" kern="0" cap="none" spc="11" normalizeH="0" baseline="0" noProof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12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238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4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Part</a:t>
            </a:r>
            <a:r>
              <a:rPr kumimoji="0" sz="2050" kern="0" cap="none" spc="2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V.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Communication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Notations</a:t>
            </a:r>
            <a:endParaRPr kumimoji="0" sz="2050" kern="0" cap="none" spc="0" normalizeH="0" baseline="0" noProof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85900" y="2482850"/>
            <a:ext cx="5191125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246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15.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Data</a:t>
            </a:r>
            <a:r>
              <a:rPr kumimoji="0" sz="2050" kern="0" cap="none" spc="16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4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Flow</a:t>
            </a:r>
            <a:r>
              <a:rPr kumimoji="0" sz="2050" kern="0" cap="none" spc="20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Diagrams</a:t>
            </a:r>
            <a:endParaRPr kumimoji="0" sz="2050" kern="0" cap="none" spc="0" normalizeH="0" baseline="0" noProof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85900" y="2967038"/>
            <a:ext cx="8542338" cy="3133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265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16.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Communication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Diagrams</a:t>
            </a:r>
            <a:endParaRPr kumimoji="0" sz="2050" kern="0" cap="none" spc="0" normalizeH="0" baseline="0" noProof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12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276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17.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Communication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Semantics</a:t>
            </a:r>
            <a:endParaRPr kumimoji="0" sz="2050" kern="0" cap="none" spc="0" normalizeH="0" baseline="0" noProof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134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287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18.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Context</a:t>
            </a:r>
            <a:r>
              <a:rPr kumimoji="0" sz="2050" kern="0" cap="none" spc="18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9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Modeling</a:t>
            </a:r>
            <a:r>
              <a:rPr kumimoji="0" sz="2050" kern="0" cap="none" spc="14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Guidelines</a:t>
            </a:r>
            <a:endParaRPr kumimoji="0" sz="2050" kern="0" cap="none" spc="11" normalizeH="0" baseline="0" noProof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12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300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kumimoji="0" sz="2050" kern="0" cap="none" spc="11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19.</a:t>
            </a:r>
            <a:r>
              <a:rPr kumimoji="0" sz="2050" kern="0" cap="none" spc="38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Requirements-Level</a:t>
            </a:r>
            <a:r>
              <a:rPr kumimoji="0" sz="2050" kern="0" cap="none" spc="9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4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Decomposition</a:t>
            </a:r>
            <a:r>
              <a:rPr kumimoji="0" sz="2050" kern="0" cap="none" spc="9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Guidelines</a:t>
            </a:r>
            <a:endParaRPr kumimoji="0" sz="2050" kern="0" cap="none" spc="11" normalizeH="0" baseline="0" noProof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12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323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20.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Postmodern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Structured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Analysis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(PSA)</a:t>
            </a:r>
            <a:endParaRPr kumimoji="0" sz="2050" kern="0" cap="none" spc="10" normalizeH="0" baseline="0" noProof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12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332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21.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Statemate</a:t>
            </a:r>
            <a:endParaRPr kumimoji="0" sz="2050" kern="0" cap="none" spc="0" normalizeH="0" baseline="0" noProof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85900" y="5873750"/>
            <a:ext cx="7724775" cy="1195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515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351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Chapter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22.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The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Uniﬁed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Modeling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Language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(UML)</a:t>
            </a:r>
            <a:endParaRPr lang="en-US" altLang="zh-CN" sz="2000">
              <a:solidFill>
                <a:srgbClr val="000000"/>
              </a:solidFill>
              <a:latin typeface="PITSQT+CMR10" panose="02000500000000000000"/>
              <a:ea typeface="PITSQT+CMR10" panose="02000500000000000000"/>
            </a:endParaRPr>
          </a:p>
          <a:p>
            <a:pPr>
              <a:lnSpc>
                <a:spcPts val="2515"/>
              </a:lnSpc>
              <a:spcBef>
                <a:spcPts val="130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381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Chapter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23.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Not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Yet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Another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Method</a:t>
            </a:r>
            <a:endParaRPr lang="en-US" altLang="zh-CN" sz="2000">
              <a:solidFill>
                <a:srgbClr val="000000"/>
              </a:solidFill>
              <a:latin typeface="PITSQT+CMR10" panose="02000500000000000000"/>
              <a:ea typeface="PITSQT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78400" y="7227888"/>
            <a:ext cx="381000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450"/>
              </a:lnSpc>
              <a:buNone/>
            </a:pPr>
            <a:r>
              <a:rPr lang="en-US" altLang="zh-CN" sz="1400">
                <a:solidFill>
                  <a:srgbClr val="000000"/>
                </a:solidFill>
                <a:latin typeface="BFUIBT+CMR7" panose="02000500000000000000"/>
                <a:ea typeface="BFUIBT+CMR7" panose="02000500000000000000"/>
              </a:rPr>
              <a:t>3</a:t>
            </a:r>
            <a:endParaRPr lang="en-US" altLang="zh-CN" sz="1400">
              <a:solidFill>
                <a:srgbClr val="000000"/>
              </a:solidFill>
              <a:latin typeface="BFUIBT+CMR7" panose="02000500000000000000"/>
              <a:ea typeface="BFUIBT+CMR7" panose="0200050000000000000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2162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68600" y="1450975"/>
            <a:ext cx="5199063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3" normalizeH="0" baseline="0" noProof="0">
                <a:solidFill>
                  <a:srgbClr val="000000"/>
                </a:solidFill>
                <a:latin typeface="VMNEKW+CMBX12~c" panose="02000500000000000000"/>
                <a:cs typeface="VMNEKW+CMBX12~c" panose="02000500000000000000"/>
              </a:rPr>
              <a:t>Chapter</a:t>
            </a:r>
            <a:r>
              <a:rPr kumimoji="0" sz="2500" kern="0" cap="none" spc="31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VMNEKW+CMBX12~c" panose="02000500000000000000"/>
                <a:cs typeface="VMNEKW+CMBX12~c" panose="02000500000000000000"/>
              </a:rPr>
              <a:t>1.</a:t>
            </a:r>
            <a:r>
              <a:rPr kumimoji="0" sz="2500" kern="0" cap="none" spc="62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22" normalizeH="0" baseline="0" noProof="0">
                <a:solidFill>
                  <a:srgbClr val="000000"/>
                </a:solidFill>
                <a:latin typeface="VMNEKW+CMBX12~c" panose="02000500000000000000"/>
                <a:cs typeface="VMNEKW+CMBX12~c" panose="02000500000000000000"/>
              </a:rPr>
              <a:t>Reactive</a:t>
            </a:r>
            <a:r>
              <a:rPr kumimoji="0" sz="2500" kern="0" cap="none" spc="32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1" normalizeH="0" baseline="0" noProof="0">
                <a:solidFill>
                  <a:srgbClr val="000000"/>
                </a:solidFill>
                <a:latin typeface="VMNEKW+CMBX12~c" panose="02000500000000000000"/>
                <a:cs typeface="VMNEKW+CMBX12~c" panose="02000500000000000000"/>
              </a:rPr>
              <a:t>Systems</a:t>
            </a:r>
            <a:endParaRPr kumimoji="0" sz="2500" kern="0" cap="none" spc="-11" normalizeH="0" baseline="0" noProof="0">
              <a:solidFill>
                <a:srgbClr val="000000"/>
              </a:solidFill>
              <a:latin typeface="VMNEKW+CMBX12~c" panose="02000500000000000000"/>
              <a:cs typeface="VMNEKW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138" y="1951038"/>
            <a:ext cx="7812088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FSLOUU+CMSY10~25" panose="02000500000000000000"/>
                <a:cs typeface="FSLOUU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Partitioning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systems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into</a:t>
            </a:r>
            <a:r>
              <a:rPr kumimoji="0" sz="2050" kern="0" cap="none" spc="18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information</a:t>
            </a:r>
            <a:r>
              <a:rPr kumimoji="0" sz="2050" kern="0" cap="none" spc="19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systems,</a:t>
            </a:r>
            <a:r>
              <a:rPr kumimoji="0" sz="2050" kern="0" cap="none" spc="15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control</a:t>
            </a:r>
            <a:endParaRPr kumimoji="0" sz="2050" kern="0" cap="none" spc="0" normalizeH="0" baseline="0" noProof="0">
              <a:solidFill>
                <a:srgbClr val="000000"/>
              </a:solidFill>
              <a:latin typeface="DULTBC+CMR10" panose="02000500000000000000"/>
              <a:cs typeface="DULTBC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075" y="2324100"/>
            <a:ext cx="8189913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systems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telecommunication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systems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is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9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becoming</a:t>
            </a:r>
            <a:r>
              <a:rPr kumimoji="0" sz="2050" kern="0" cap="none" spc="14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obsolete.</a:t>
            </a:r>
            <a:endParaRPr kumimoji="0" sz="2050" kern="0" cap="none" spc="0" normalizeH="0" baseline="0" noProof="0">
              <a:solidFill>
                <a:srgbClr val="000000"/>
              </a:solidFill>
              <a:latin typeface="DULTBC+CMR10" panose="02000500000000000000"/>
              <a:cs typeface="DULTBC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138" y="2841625"/>
            <a:ext cx="7631113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FSLOUU+CMSY10~25" panose="02000500000000000000"/>
                <a:cs typeface="FSLOUU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More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informative</a:t>
            </a:r>
            <a:r>
              <a:rPr kumimoji="0" sz="2050" kern="0" cap="none" spc="18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partitioning:</a:t>
            </a:r>
            <a:r>
              <a:rPr kumimoji="0" sz="2050" kern="0" cap="none" spc="39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Transformational</a:t>
            </a:r>
            <a:r>
              <a:rPr kumimoji="0" sz="2050" kern="0" cap="none" spc="18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versus</a:t>
            </a:r>
            <a:endParaRPr kumimoji="0" sz="2050" kern="0" cap="none" spc="0" normalizeH="0" baseline="0" noProof="0">
              <a:solidFill>
                <a:srgbClr val="000000"/>
              </a:solidFill>
              <a:latin typeface="DULTBC+CMR10" panose="02000500000000000000"/>
              <a:cs typeface="DULTBC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075" y="3213100"/>
            <a:ext cx="2325688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reactive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systems.</a:t>
            </a:r>
            <a:endParaRPr kumimoji="0" sz="2050" kern="0" cap="none" spc="0" normalizeH="0" baseline="0" noProof="0">
              <a:solidFill>
                <a:srgbClr val="000000"/>
              </a:solidFill>
              <a:latin typeface="DULTBC+CMR10" panose="02000500000000000000"/>
              <a:cs typeface="DULTBC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138" y="3732213"/>
            <a:ext cx="8207375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FSLOUU+CMSY10~25" panose="02000500000000000000"/>
                <a:cs typeface="FSLOUU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Reactive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systems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9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respond</a:t>
            </a:r>
            <a:r>
              <a:rPr kumimoji="0" sz="2050" kern="0" cap="none" spc="15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to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stimuli</a:t>
            </a:r>
            <a:r>
              <a:rPr kumimoji="0" sz="2050" kern="0" cap="none" spc="18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order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to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bring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5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about</a:t>
            </a:r>
            <a:endParaRPr kumimoji="0" sz="2050" kern="0" cap="none" spc="25" normalizeH="0" baseline="0" noProof="0">
              <a:solidFill>
                <a:srgbClr val="000000"/>
              </a:solidFill>
              <a:latin typeface="DULTBC+CMR10" panose="02000500000000000000"/>
              <a:cs typeface="DULTBC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075" y="4103688"/>
            <a:ext cx="4965700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515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DULTBC+CMR10" panose="02000500000000000000"/>
                <a:ea typeface="DULTBC+CMR10" panose="02000500000000000000"/>
              </a:rPr>
              <a:t>desirable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ULTBC+CMR10" panose="02000500000000000000"/>
                <a:ea typeface="DULTBC+CMR10" panose="02000500000000000000"/>
              </a:rPr>
              <a:t>eﬀects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ULTBC+CMR10" panose="02000500000000000000"/>
                <a:ea typeface="DULTBC+CMR10" panose="02000500000000000000"/>
              </a:rPr>
              <a:t>in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ULTBC+CMR10" panose="02000500000000000000"/>
                <a:ea typeface="DULTBC+CMR10" panose="02000500000000000000"/>
              </a:rPr>
              <a:t>their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ULTBC+CMR10" panose="02000500000000000000"/>
                <a:ea typeface="DULTBC+CMR10" panose="02000500000000000000"/>
              </a:rPr>
              <a:t>environment.</a:t>
            </a:r>
            <a:endParaRPr lang="en-US" altLang="zh-CN" sz="2000">
              <a:solidFill>
                <a:srgbClr val="000000"/>
              </a:solidFill>
              <a:latin typeface="DULTBC+CMR10" panose="02000500000000000000"/>
              <a:ea typeface="DULTBC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138" y="4621213"/>
            <a:ext cx="7018338" cy="1155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FSLOUU+CMSY10~25" panose="02000500000000000000"/>
                <a:cs typeface="FSLOUU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Reactive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systems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3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may</a:t>
            </a:r>
            <a:r>
              <a:rPr kumimoji="0" sz="2050" kern="0" cap="none" spc="21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do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one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or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or</a:t>
            </a:r>
            <a:r>
              <a:rPr kumimoji="0" sz="2050" kern="0" cap="none" spc="18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of</a:t>
            </a:r>
            <a:r>
              <a:rPr kumimoji="0" sz="2050" kern="0" cap="none" spc="1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these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things:</a:t>
            </a:r>
            <a:endParaRPr kumimoji="0" sz="2050" kern="0" cap="none" spc="0" normalizeH="0" baseline="0" noProof="0">
              <a:solidFill>
                <a:srgbClr val="000000"/>
              </a:solidFill>
              <a:latin typeface="DULTBC+CMR10" panose="02000500000000000000"/>
              <a:cs typeface="DULTBC+CMR10" panose="02000500000000000000"/>
            </a:endParaRPr>
          </a:p>
          <a:p>
            <a:pPr marL="347345" marR="0" defTabSz="914400" fontAlgn="auto">
              <a:lnSpc>
                <a:spcPts val="2520"/>
              </a:lnSpc>
              <a:spcBef>
                <a:spcPts val="98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WKRDRJ+CMBX10" panose="02000500000000000000"/>
                <a:cs typeface="WKRDRJ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Manipulate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complex</a:t>
            </a:r>
            <a:r>
              <a:rPr kumimoji="0" sz="2050" kern="0" cap="none" spc="16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data,</a:t>
            </a:r>
            <a:endParaRPr kumimoji="0" sz="2050" kern="0" cap="none" spc="0" normalizeH="0" baseline="0" noProof="0">
              <a:solidFill>
                <a:srgbClr val="000000"/>
              </a:solidFill>
              <a:latin typeface="DULTBC+CMR10" panose="02000500000000000000"/>
              <a:cs typeface="DULTBC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01800" y="5511800"/>
            <a:ext cx="4062413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WKRDRJ+CMBX10" panose="02000500000000000000"/>
                <a:cs typeface="WKRDRJ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engage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complex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behavior,</a:t>
            </a:r>
            <a:endParaRPr kumimoji="0" sz="2050" kern="0" cap="none" spc="0" normalizeH="0" baseline="0" noProof="0">
              <a:solidFill>
                <a:srgbClr val="000000"/>
              </a:solidFill>
              <a:latin typeface="DULTBC+CMR10" panose="02000500000000000000"/>
              <a:cs typeface="DULTBC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01800" y="5956300"/>
            <a:ext cx="555625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WKRDRJ+CMBX10" panose="02000500000000000000"/>
                <a:cs typeface="WKRDRJ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communicate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with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many</a:t>
            </a:r>
            <a:r>
              <a:rPr kumimoji="0" sz="2050" kern="0" cap="none" spc="19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other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systems.</a:t>
            </a:r>
            <a:endParaRPr kumimoji="0" sz="2050" kern="0" cap="none" spc="0" normalizeH="0" baseline="0" noProof="0">
              <a:solidFill>
                <a:srgbClr val="000000"/>
              </a:solidFill>
              <a:latin typeface="DULTBC+CMR10" panose="02000500000000000000"/>
              <a:cs typeface="DULTBC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78400" y="7227888"/>
            <a:ext cx="381000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450"/>
              </a:lnSpc>
              <a:buNone/>
            </a:pPr>
            <a:r>
              <a:rPr lang="en-US" altLang="zh-CN" sz="1400">
                <a:solidFill>
                  <a:srgbClr val="000000"/>
                </a:solidFill>
                <a:latin typeface="AMSSCV+CMR7" panose="02000500000000000000"/>
                <a:ea typeface="AMSSCV+CMR7" panose="02000500000000000000"/>
              </a:rPr>
              <a:t>4</a:t>
            </a:r>
            <a:endParaRPr lang="en-US" altLang="zh-CN" sz="1400">
              <a:solidFill>
                <a:srgbClr val="000000"/>
              </a:solidFill>
              <a:latin typeface="AMSSCV+CMR7" panose="02000500000000000000"/>
              <a:ea typeface="AMSSCV+CMR7" panose="0200050000000000000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3186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060450"/>
            <a:ext cx="2112963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TIBGJM+CMBX12~c" panose="02000500000000000000"/>
                <a:cs typeface="TIBGJM+CMBX12~c" panose="02000500000000000000"/>
              </a:rPr>
              <a:t>Example</a:t>
            </a:r>
            <a:r>
              <a:rPr kumimoji="0" sz="2500" kern="0" cap="none" spc="2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TIBGJM+CMBX12~c" panose="02000500000000000000"/>
                <a:cs typeface="TIBGJM+CMBX12~c" panose="02000500000000000000"/>
              </a:rPr>
              <a:t>1</a:t>
            </a:r>
            <a:endParaRPr kumimoji="0" sz="2500" kern="0" cap="none" spc="0" normalizeH="0" baseline="0" noProof="0">
              <a:solidFill>
                <a:srgbClr val="000000"/>
              </a:solidFill>
              <a:latin typeface="TIBGJM+CMBX12~c" panose="02000500000000000000"/>
              <a:cs typeface="TIBGJM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588" y="1527175"/>
            <a:ext cx="8745538" cy="10810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A</a:t>
            </a:r>
            <a:r>
              <a:rPr kumimoji="0" sz="2050" kern="0" cap="none" spc="1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training</a:t>
            </a:r>
            <a:r>
              <a:rPr kumimoji="0" sz="2050" kern="0" cap="none" spc="15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information</a:t>
            </a:r>
            <a:r>
              <a:rPr kumimoji="0" sz="2050" kern="0" cap="none" spc="19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system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8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supports</a:t>
            </a:r>
            <a:r>
              <a:rPr kumimoji="0" sz="2050" kern="0" cap="none" spc="14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coordination</a:t>
            </a:r>
            <a:r>
              <a:rPr kumimoji="0" sz="2050" kern="0" cap="none" spc="15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monthly</a:t>
            </a:r>
            <a:endParaRPr kumimoji="0" sz="2050" kern="0" cap="none" spc="0" normalizeH="0" baseline="0" noProof="0">
              <a:solidFill>
                <a:srgbClr val="000000"/>
              </a:solidFill>
              <a:latin typeface="MLQTQL+CMR10" panose="02000500000000000000"/>
              <a:cs typeface="MLQTQL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41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introductory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training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courses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for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new</a:t>
            </a:r>
            <a:r>
              <a:rPr kumimoji="0" sz="2050" kern="0" cap="none" spc="16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employees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large</a:t>
            </a:r>
            <a:r>
              <a:rPr kumimoji="0" sz="2050" kern="0" cap="none" spc="18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company.</a:t>
            </a:r>
            <a:endParaRPr kumimoji="0" sz="2050" kern="0" cap="none" spc="-20" normalizeH="0" baseline="0" noProof="0">
              <a:solidFill>
                <a:srgbClr val="000000"/>
              </a:solidFill>
              <a:latin typeface="MLQTQL+CMR10" panose="02000500000000000000"/>
              <a:cs typeface="MLQTQL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138" y="2416175"/>
            <a:ext cx="7878763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DARUG+CMSY10~25" panose="02000500000000000000"/>
                <a:cs typeface="HDARUG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TWNEK+CMTI10" panose="02000500000000000000"/>
                <a:cs typeface="MTWNEK+CMTI10" panose="02000500000000000000"/>
              </a:rPr>
              <a:t>Nonterminating:</a:t>
            </a:r>
            <a:r>
              <a:rPr kumimoji="0" sz="2050" kern="0" cap="none" spc="39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4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When</a:t>
            </a:r>
            <a:r>
              <a:rPr kumimoji="0" sz="2050" kern="0" cap="none" spc="15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switched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on,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it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should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9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respond</a:t>
            </a:r>
            <a:r>
              <a:rPr kumimoji="0" sz="2050" kern="0" cap="none" spc="15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to</a:t>
            </a:r>
            <a:endParaRPr kumimoji="0" sz="2050" kern="0" cap="none" spc="0" normalizeH="0" baseline="0" noProof="0">
              <a:solidFill>
                <a:srgbClr val="000000"/>
              </a:solidFill>
              <a:latin typeface="MLQTQL+CMR10" panose="02000500000000000000"/>
              <a:cs typeface="MLQTQL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075" y="2787650"/>
            <a:ext cx="702310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-12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events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such</a:t>
            </a:r>
            <a:r>
              <a:rPr kumimoji="0" sz="2050" kern="0" cap="none" spc="1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as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queries,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9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updates,</a:t>
            </a:r>
            <a:r>
              <a:rPr kumimoji="0" sz="2050" kern="0" cap="none" spc="14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4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arrival</a:t>
            </a:r>
            <a:r>
              <a:rPr kumimoji="0" sz="2050" kern="0" cap="none" spc="20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downloads.</a:t>
            </a:r>
            <a:endParaRPr kumimoji="0" sz="2050" kern="0" cap="none" spc="0" normalizeH="0" baseline="0" noProof="0">
              <a:solidFill>
                <a:srgbClr val="000000"/>
              </a:solidFill>
              <a:latin typeface="MLQTQL+CMR10" panose="02000500000000000000"/>
              <a:cs typeface="MLQTQL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138" y="3306763"/>
            <a:ext cx="8688388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DARUG+CMSY10~25" panose="02000500000000000000"/>
                <a:cs typeface="HDARUG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TWNEK+CMTI10" panose="02000500000000000000"/>
                <a:cs typeface="MTWNEK+CMTI10" panose="02000500000000000000"/>
              </a:rPr>
              <a:t>Interactive:</a:t>
            </a:r>
            <a:r>
              <a:rPr kumimoji="0" sz="2050" kern="0" cap="none" spc="39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4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When</a:t>
            </a:r>
            <a:r>
              <a:rPr kumimoji="0" sz="2050" kern="0" cap="none" spc="12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switched</a:t>
            </a:r>
            <a:r>
              <a:rPr kumimoji="0" sz="2050" kern="0" cap="none" spc="12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on,</a:t>
            </a:r>
            <a:r>
              <a:rPr kumimoji="0" sz="2050" kern="0" cap="none" spc="13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it</a:t>
            </a:r>
            <a:r>
              <a:rPr kumimoji="0" sz="2050" kern="0" cap="none" spc="13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can</a:t>
            </a:r>
            <a:r>
              <a:rPr kumimoji="0" sz="2050" kern="0" cap="none" spc="1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engage</a:t>
            </a:r>
            <a:r>
              <a:rPr kumimoji="0" sz="2050" kern="0" cap="none" spc="11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in</a:t>
            </a:r>
            <a:r>
              <a:rPr kumimoji="0" sz="2050" kern="0" cap="none" spc="13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dialogs</a:t>
            </a:r>
            <a:r>
              <a:rPr kumimoji="0" sz="2050" kern="0" cap="none" spc="13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with</a:t>
            </a:r>
            <a:r>
              <a:rPr kumimoji="0" sz="2050" kern="0" cap="none" spc="12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its</a:t>
            </a:r>
            <a:endParaRPr kumimoji="0" sz="2050" kern="0" cap="none" spc="0" normalizeH="0" baseline="0" noProof="0">
              <a:solidFill>
                <a:srgbClr val="000000"/>
              </a:solidFill>
              <a:latin typeface="MLQTQL+CMR10" panose="02000500000000000000"/>
              <a:cs typeface="MLQTQL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075" y="3678238"/>
            <a:ext cx="8205788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users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with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other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software</a:t>
            </a:r>
            <a:r>
              <a:rPr kumimoji="0" sz="2050" kern="0" cap="none" spc="20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7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(personnel</a:t>
            </a:r>
            <a:r>
              <a:rPr kumimoji="0" sz="2050" kern="0" cap="none" spc="13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information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system).</a:t>
            </a:r>
            <a:endParaRPr kumimoji="0" sz="2050" kern="0" cap="none" spc="0" normalizeH="0" baseline="0" noProof="0">
              <a:solidFill>
                <a:srgbClr val="000000"/>
              </a:solidFill>
              <a:latin typeface="MLQTQL+CMR10" panose="02000500000000000000"/>
              <a:cs typeface="MLQTQL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138" y="4197350"/>
            <a:ext cx="8505825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DARUG+CMSY10~25" panose="02000500000000000000"/>
                <a:cs typeface="HDARUG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TWNEK+CMTI10" panose="02000500000000000000"/>
                <a:cs typeface="MTWNEK+CMTI10" panose="02000500000000000000"/>
              </a:rPr>
              <a:t>State-dependent</a:t>
            </a:r>
            <a:r>
              <a:rPr kumimoji="0" sz="2050" kern="0" cap="none" spc="23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1" normalizeH="0" baseline="0" noProof="0">
                <a:solidFill>
                  <a:srgbClr val="000000"/>
                </a:solidFill>
                <a:latin typeface="MTWNEK+CMTI10" panose="02000500000000000000"/>
                <a:cs typeface="MTWNEK+CMTI10" panose="02000500000000000000"/>
              </a:rPr>
              <a:t>response:</a:t>
            </a:r>
            <a:r>
              <a:rPr kumimoji="0" sz="2050" kern="0" cap="none" spc="4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Its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7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response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3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depends</a:t>
            </a:r>
            <a:r>
              <a:rPr kumimoji="0" sz="2050" kern="0" cap="none" spc="13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31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upon</a:t>
            </a:r>
            <a:r>
              <a:rPr kumimoji="0" sz="2050" kern="0" cap="none" spc="14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data</a:t>
            </a:r>
            <a:endParaRPr kumimoji="0" sz="2050" kern="0" cap="none" spc="0" normalizeH="0" baseline="0" noProof="0">
              <a:solidFill>
                <a:srgbClr val="000000"/>
              </a:solidFill>
              <a:latin typeface="MLQTQL+CMR10" panose="02000500000000000000"/>
              <a:cs typeface="MLQTQL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075" y="4568825"/>
            <a:ext cx="1733550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stored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it.</a:t>
            </a:r>
            <a:endParaRPr kumimoji="0" sz="2050" kern="0" cap="none" spc="0" normalizeH="0" baseline="0" noProof="0">
              <a:solidFill>
                <a:srgbClr val="000000"/>
              </a:solidFill>
              <a:latin typeface="MLQTQL+CMR10" panose="02000500000000000000"/>
              <a:cs typeface="MLQTQL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138" y="5086350"/>
            <a:ext cx="8510588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359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HDARUG+CMSY10~25" panose="02000500000000000000"/>
                <a:ea typeface="HDARUG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MTWNEK+CMTI10" panose="02000500000000000000"/>
                <a:ea typeface="MTWNEK+CMTI10" panose="02000500000000000000"/>
              </a:rPr>
              <a:t>Environment-oriented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MTWNEK+CMTI10" panose="02000500000000000000"/>
                <a:ea typeface="MTWNEK+CMTI10" panose="02000500000000000000"/>
              </a:rPr>
              <a:t>response: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MLQTQL+CMR10" panose="02000500000000000000"/>
                <a:ea typeface="MLQTQL+CMR10" panose="02000500000000000000"/>
              </a:rPr>
              <a:t>Responses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MLQTQL+CMR10" panose="02000500000000000000"/>
                <a:ea typeface="MLQTQL+CMR10" panose="02000500000000000000"/>
              </a:rPr>
              <a:t>deﬁned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MLQTQL+CMR10" panose="02000500000000000000"/>
                <a:ea typeface="MLQTQL+CMR10" panose="02000500000000000000"/>
              </a:rPr>
              <a:t>in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MLQTQL+CMR10" panose="02000500000000000000"/>
                <a:ea typeface="MLQTQL+CMR10" panose="02000500000000000000"/>
              </a:rPr>
              <a:t>terms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MLQTQL+CMR10" panose="02000500000000000000"/>
                <a:ea typeface="MLQTQL+CMR10" panose="02000500000000000000"/>
              </a:rPr>
              <a:t>of</a:t>
            </a:r>
            <a:endParaRPr lang="en-US" altLang="zh-CN" sz="2000">
              <a:solidFill>
                <a:srgbClr val="000000"/>
              </a:solidFill>
              <a:latin typeface="MLQTQL+CMR10" panose="02000500000000000000"/>
              <a:ea typeface="MLQTQL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6075" y="5457825"/>
            <a:ext cx="4518025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courses,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participants,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teachers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etc.</a:t>
            </a:r>
            <a:endParaRPr kumimoji="0" sz="2050" kern="0" cap="none" spc="12" normalizeH="0" baseline="0" noProof="0">
              <a:solidFill>
                <a:srgbClr val="000000"/>
              </a:solidFill>
              <a:latin typeface="MLQTQL+CMR10" panose="02000500000000000000"/>
              <a:cs typeface="MLQTQL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4138" y="5976938"/>
            <a:ext cx="7673975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DARUG+CMSY10~25" panose="02000500000000000000"/>
                <a:cs typeface="HDARUG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3" normalizeH="0" baseline="0" noProof="0">
                <a:solidFill>
                  <a:srgbClr val="000000"/>
                </a:solidFill>
                <a:latin typeface="MTWNEK+CMTI10" panose="02000500000000000000"/>
                <a:cs typeface="MTWNEK+CMTI10" panose="02000500000000000000"/>
              </a:rPr>
              <a:t>Paral</a:t>
            </a:r>
            <a:r>
              <a:rPr kumimoji="0" sz="2050" kern="0" cap="none" spc="-40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TWNEK+CMTI10" panose="02000500000000000000"/>
                <a:cs typeface="MTWNEK+CMTI10" panose="02000500000000000000"/>
              </a:rPr>
              <a:t>lel</a:t>
            </a:r>
            <a:r>
              <a:rPr kumimoji="0" sz="2050" kern="0" cap="none" spc="22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6" normalizeH="0" baseline="0" noProof="0">
                <a:solidFill>
                  <a:srgbClr val="000000"/>
                </a:solidFill>
                <a:latin typeface="MTWNEK+CMTI10" panose="02000500000000000000"/>
                <a:cs typeface="MTWNEK+CMTI10" panose="02000500000000000000"/>
              </a:rPr>
              <a:t>processing:</a:t>
            </a:r>
            <a:r>
              <a:rPr kumimoji="0" sz="2050" kern="0" cap="none" spc="4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8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May</a:t>
            </a:r>
            <a:r>
              <a:rPr kumimoji="0" sz="2050" kern="0" cap="none" spc="20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interact</a:t>
            </a:r>
            <a:r>
              <a:rPr kumimoji="0" sz="20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with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several</a:t>
            </a:r>
            <a:r>
              <a:rPr kumimoji="0" sz="20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users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and</a:t>
            </a:r>
            <a:endParaRPr kumimoji="0" sz="2050" kern="0" cap="none" spc="10" normalizeH="0" baseline="0" noProof="0">
              <a:solidFill>
                <a:srgbClr val="000000"/>
              </a:solidFill>
              <a:latin typeface="MLQTQL+CMR10" panose="02000500000000000000"/>
              <a:cs typeface="MLQTQL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16075" y="6348413"/>
            <a:ext cx="3335338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programs</a:t>
            </a:r>
            <a:r>
              <a:rPr kumimoji="0" sz="2050" kern="0" cap="none" spc="19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simultaneously.</a:t>
            </a:r>
            <a:endParaRPr kumimoji="0" sz="2050" kern="0" cap="none" spc="0" normalizeH="0" baseline="0" noProof="0">
              <a:solidFill>
                <a:srgbClr val="000000"/>
              </a:solidFill>
              <a:latin typeface="MLQTQL+CMR10" panose="02000500000000000000"/>
              <a:cs typeface="MLQTQL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78400" y="7227888"/>
            <a:ext cx="381000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450"/>
              </a:lnSpc>
              <a:buNone/>
            </a:pPr>
            <a:r>
              <a:rPr lang="en-US" altLang="zh-CN" sz="1400">
                <a:solidFill>
                  <a:srgbClr val="000000"/>
                </a:solidFill>
                <a:latin typeface="EVUOWM+CMR7" panose="02000500000000000000"/>
                <a:ea typeface="EVUOWM+CMR7" panose="02000500000000000000"/>
              </a:rPr>
              <a:t>5</a:t>
            </a:r>
            <a:endParaRPr lang="en-US" altLang="zh-CN" sz="1400">
              <a:solidFill>
                <a:srgbClr val="000000"/>
              </a:solidFill>
              <a:latin typeface="EVUOWM+CMR7" panose="02000500000000000000"/>
              <a:ea typeface="EVUOWM+CMR7" panose="0200050000000000000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4210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060450"/>
            <a:ext cx="2112963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AQSSHW+CMBX12~c" panose="02000500000000000000"/>
                <a:cs typeface="AQSSHW+CMBX12~c" panose="02000500000000000000"/>
              </a:rPr>
              <a:t>Example</a:t>
            </a:r>
            <a:r>
              <a:rPr kumimoji="0" sz="2500" kern="0" cap="none" spc="2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AQSSHW+CMBX12~c" panose="02000500000000000000"/>
                <a:cs typeface="AQSSHW+CMBX12~c" panose="02000500000000000000"/>
              </a:rPr>
              <a:t>2</a:t>
            </a:r>
            <a:endParaRPr kumimoji="0" sz="2500" kern="0" cap="none" spc="0" normalizeH="0" baseline="0" noProof="0">
              <a:solidFill>
                <a:srgbClr val="000000"/>
              </a:solidFill>
              <a:latin typeface="AQSSHW+CMBX12~c" panose="02000500000000000000"/>
              <a:cs typeface="AQSSHW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588" y="1527175"/>
            <a:ext cx="8674100" cy="10810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An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electronic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4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ticket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system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8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supports</a:t>
            </a:r>
            <a:r>
              <a:rPr kumimoji="0" sz="2050" kern="0" cap="none" spc="16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buying</a:t>
            </a:r>
            <a:r>
              <a:rPr kumimoji="0" sz="2050" kern="0" cap="none" spc="15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using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rail</a:t>
            </a:r>
            <a:r>
              <a:rPr kumimoji="0" sz="2050" kern="0" cap="none" spc="1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tickets</a:t>
            </a:r>
            <a:endParaRPr kumimoji="0" sz="2050" kern="0" cap="none" spc="-10" normalizeH="0" baseline="0" noProof="0">
              <a:solidFill>
                <a:srgbClr val="000000"/>
              </a:solidFill>
              <a:latin typeface="DDSIUO+CMR10" panose="02000500000000000000"/>
              <a:cs typeface="DDSIUO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410"/>
              </a:spcBef>
              <a:buClrTx/>
              <a:buSzTx/>
              <a:buFontTx/>
              <a:buNone/>
              <a:defRPr/>
            </a:pPr>
            <a:r>
              <a:rPr kumimoji="0" sz="2050" kern="0" cap="none" spc="-47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by</a:t>
            </a:r>
            <a:r>
              <a:rPr kumimoji="0" sz="2050" kern="0" cap="none" spc="22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means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a</a:t>
            </a:r>
            <a:r>
              <a:rPr kumimoji="0" sz="2050" kern="0" cap="none" spc="19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smart</a:t>
            </a:r>
            <a:r>
              <a:rPr kumimoji="0" sz="2050" kern="0" cap="none" spc="18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card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combination</a:t>
            </a:r>
            <a:r>
              <a:rPr kumimoji="0" sz="2050" kern="0" cap="none" spc="18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with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a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PDA.</a:t>
            </a:r>
            <a:endParaRPr kumimoji="0" sz="2050" kern="0" cap="none" spc="0" normalizeH="0" baseline="0" noProof="0">
              <a:solidFill>
                <a:srgbClr val="000000"/>
              </a:solidFill>
              <a:latin typeface="DDSIUO+CMR10" panose="02000500000000000000"/>
              <a:cs typeface="DDSIUO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138" y="2416175"/>
            <a:ext cx="7878763" cy="1082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QQUKGD+CMSY10~25" panose="02000500000000000000"/>
                <a:cs typeface="QQUKGD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FELSTD+CMTI10" panose="02000500000000000000"/>
                <a:cs typeface="FELSTD+CMTI10" panose="02000500000000000000"/>
              </a:rPr>
              <a:t>Nonterminating:</a:t>
            </a:r>
            <a:r>
              <a:rPr kumimoji="0" sz="2050" kern="0" cap="none" spc="39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4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When</a:t>
            </a:r>
            <a:r>
              <a:rPr kumimoji="0" sz="2050" kern="0" cap="none" spc="15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switched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on,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it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should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9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respond</a:t>
            </a:r>
            <a:r>
              <a:rPr kumimoji="0" sz="2050" kern="0" cap="none" spc="15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to</a:t>
            </a:r>
            <a:endParaRPr kumimoji="0" sz="2050" kern="0" cap="none" spc="0" normalizeH="0" baseline="0" noProof="0">
              <a:solidFill>
                <a:srgbClr val="000000"/>
              </a:solidFill>
              <a:latin typeface="DDSIUO+CMR10" panose="02000500000000000000"/>
              <a:cs typeface="DDSIUO+CMR10" panose="02000500000000000000"/>
            </a:endParaRPr>
          </a:p>
          <a:p>
            <a:pPr marL="262255" marR="0" defTabSz="914400" fontAlgn="auto">
              <a:lnSpc>
                <a:spcPts val="2520"/>
              </a:lnSpc>
              <a:spcBef>
                <a:spcPts val="410"/>
              </a:spcBef>
              <a:buClrTx/>
              <a:buSzTx/>
              <a:buFontTx/>
              <a:buNone/>
              <a:defRPr/>
            </a:pPr>
            <a:r>
              <a:rPr kumimoji="0" sz="2050" kern="0" cap="none" spc="-12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events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such</a:t>
            </a:r>
            <a:r>
              <a:rPr kumimoji="0" sz="2050" kern="0" cap="none" spc="1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as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VEUNLC+CMSS10" panose="02000500000000000000"/>
                <a:cs typeface="VEUNLC+CMSS10" panose="02000500000000000000"/>
              </a:rPr>
              <a:t>buy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,</a:t>
            </a:r>
            <a:r>
              <a:rPr kumimoji="0" sz="2050" kern="0" cap="none" spc="19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VEUNLC+CMSS10" panose="02000500000000000000"/>
                <a:cs typeface="VEUNLC+CMSS10" panose="02000500000000000000"/>
              </a:rPr>
              <a:t>show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,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VEUNLC+CMSS10" panose="02000500000000000000"/>
                <a:cs typeface="VEUNLC+CMSS10" panose="02000500000000000000"/>
              </a:rPr>
              <a:t>use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.</a:t>
            </a:r>
            <a:endParaRPr kumimoji="0" sz="2050" kern="0" cap="none" spc="0" normalizeH="0" baseline="0" noProof="0">
              <a:solidFill>
                <a:srgbClr val="000000"/>
              </a:solidFill>
              <a:latin typeface="DDSIUO+CMR10" panose="02000500000000000000"/>
              <a:cs typeface="DDSIUO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138" y="3306763"/>
            <a:ext cx="8329613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QQUKGD+CMSY10~25" panose="02000500000000000000"/>
                <a:cs typeface="QQUKGD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FELSTD+CMTI10" panose="02000500000000000000"/>
                <a:cs typeface="FELSTD+CMTI10" panose="02000500000000000000"/>
              </a:rPr>
              <a:t>Interactive:</a:t>
            </a:r>
            <a:r>
              <a:rPr kumimoji="0" sz="2050" kern="0" cap="none" spc="42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4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When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switched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on,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it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can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engage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dialogs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with</a:t>
            </a:r>
            <a:endParaRPr kumimoji="0" sz="2050" kern="0" cap="none" spc="0" normalizeH="0" baseline="0" noProof="0">
              <a:solidFill>
                <a:srgbClr val="000000"/>
              </a:solidFill>
              <a:latin typeface="DDSIUO+CMR10" panose="02000500000000000000"/>
              <a:cs typeface="DDSIUO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075" y="3678238"/>
            <a:ext cx="4405313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its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users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with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other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software.</a:t>
            </a:r>
            <a:endParaRPr kumimoji="0" sz="2050" kern="0" cap="none" spc="0" normalizeH="0" baseline="0" noProof="0">
              <a:solidFill>
                <a:srgbClr val="000000"/>
              </a:solidFill>
              <a:latin typeface="DDSIUO+CMR10" panose="02000500000000000000"/>
              <a:cs typeface="DDSIUO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138" y="4197350"/>
            <a:ext cx="7818438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QQUKGD+CMSY10~25" panose="02000500000000000000"/>
                <a:cs typeface="QQUKGD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FELSTD+CMTI10" panose="02000500000000000000"/>
                <a:cs typeface="FELSTD+CMTI10" panose="02000500000000000000"/>
              </a:rPr>
              <a:t>State-dependent</a:t>
            </a:r>
            <a:r>
              <a:rPr kumimoji="0" sz="2050" kern="0" cap="none" spc="23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1" normalizeH="0" baseline="0" noProof="0">
                <a:solidFill>
                  <a:srgbClr val="000000"/>
                </a:solidFill>
                <a:latin typeface="FELSTD+CMTI10" panose="02000500000000000000"/>
                <a:cs typeface="FELSTD+CMTI10" panose="02000500000000000000"/>
              </a:rPr>
              <a:t>response:</a:t>
            </a:r>
            <a:r>
              <a:rPr kumimoji="0" sz="2050" kern="0" cap="none" spc="4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Its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7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response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3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depends</a:t>
            </a:r>
            <a:r>
              <a:rPr kumimoji="0" sz="2050" kern="0" cap="none" spc="13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31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upon</a:t>
            </a:r>
            <a:r>
              <a:rPr kumimoji="0" sz="2050" kern="0" cap="none" spc="14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the</a:t>
            </a:r>
            <a:endParaRPr kumimoji="0" sz="2050" kern="0" cap="none" spc="11" normalizeH="0" baseline="0" noProof="0">
              <a:solidFill>
                <a:srgbClr val="000000"/>
              </a:solidFill>
              <a:latin typeface="DDSIUO+CMR10" panose="02000500000000000000"/>
              <a:cs typeface="DDSIUO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075" y="4568825"/>
            <a:ext cx="6389688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-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tickets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data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5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about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railroads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stored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it.</a:t>
            </a:r>
            <a:endParaRPr kumimoji="0" sz="2050" kern="0" cap="none" spc="0" normalizeH="0" baseline="0" noProof="0">
              <a:solidFill>
                <a:srgbClr val="000000"/>
              </a:solidFill>
              <a:latin typeface="DDSIUO+CMR10" panose="02000500000000000000"/>
              <a:cs typeface="DDSIUO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138" y="5086350"/>
            <a:ext cx="8510588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359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QQUKGD+CMSY10~25" panose="02000500000000000000"/>
                <a:ea typeface="QQUKGD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FELSTD+CMTI10" panose="02000500000000000000"/>
                <a:ea typeface="FELSTD+CMTI10" panose="02000500000000000000"/>
              </a:rPr>
              <a:t>Environment-oriented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FELSTD+CMTI10" panose="02000500000000000000"/>
                <a:ea typeface="FELSTD+CMTI10" panose="02000500000000000000"/>
              </a:rPr>
              <a:t>response: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DSIUO+CMR10" panose="02000500000000000000"/>
                <a:ea typeface="DDSIUO+CMR10" panose="02000500000000000000"/>
              </a:rPr>
              <a:t>Responses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DSIUO+CMR10" panose="02000500000000000000"/>
                <a:ea typeface="DDSIUO+CMR10" panose="02000500000000000000"/>
              </a:rPr>
              <a:t>deﬁned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DSIUO+CMR10" panose="02000500000000000000"/>
                <a:ea typeface="DDSIUO+CMR10" panose="02000500000000000000"/>
              </a:rPr>
              <a:t>in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DSIUO+CMR10" panose="02000500000000000000"/>
                <a:ea typeface="DDSIUO+CMR10" panose="02000500000000000000"/>
              </a:rPr>
              <a:t>terms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DSIUO+CMR10" panose="02000500000000000000"/>
                <a:ea typeface="DDSIUO+CMR10" panose="02000500000000000000"/>
              </a:rPr>
              <a:t>of</a:t>
            </a:r>
            <a:endParaRPr lang="en-US" altLang="zh-CN" sz="2000">
              <a:solidFill>
                <a:srgbClr val="000000"/>
              </a:solidFill>
              <a:latin typeface="DDSIUO+CMR10" panose="02000500000000000000"/>
              <a:ea typeface="DDSIUO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6075" y="5457825"/>
            <a:ext cx="3887788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railroad</a:t>
            </a:r>
            <a:r>
              <a:rPr kumimoji="0" sz="2050" kern="0" cap="none" spc="19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routes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segments.</a:t>
            </a:r>
            <a:endParaRPr kumimoji="0" sz="2050" kern="0" cap="none" spc="0" normalizeH="0" baseline="0" noProof="0">
              <a:solidFill>
                <a:srgbClr val="000000"/>
              </a:solidFill>
              <a:latin typeface="DDSIUO+CMR10" panose="02000500000000000000"/>
              <a:cs typeface="DDSIUO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4138" y="5976938"/>
            <a:ext cx="8561388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QQUKGD+CMSY10~25" panose="02000500000000000000"/>
                <a:cs typeface="QQUKGD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3" normalizeH="0" baseline="0" noProof="0">
                <a:solidFill>
                  <a:srgbClr val="000000"/>
                </a:solidFill>
                <a:latin typeface="FELSTD+CMTI10" panose="02000500000000000000"/>
                <a:cs typeface="FELSTD+CMTI10" panose="02000500000000000000"/>
              </a:rPr>
              <a:t>Paral</a:t>
            </a:r>
            <a:r>
              <a:rPr kumimoji="0" sz="2050" kern="0" cap="none" spc="-40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FELSTD+CMTI10" panose="02000500000000000000"/>
                <a:cs typeface="FELSTD+CMTI10" panose="02000500000000000000"/>
              </a:rPr>
              <a:t>lel</a:t>
            </a:r>
            <a:r>
              <a:rPr kumimoji="0" sz="2050" kern="0" cap="none" spc="22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6" normalizeH="0" baseline="0" noProof="0">
                <a:solidFill>
                  <a:srgbClr val="000000"/>
                </a:solidFill>
                <a:latin typeface="FELSTD+CMTI10" panose="02000500000000000000"/>
                <a:cs typeface="FELSTD+CMTI10" panose="02000500000000000000"/>
              </a:rPr>
              <a:t>processing:</a:t>
            </a:r>
            <a:r>
              <a:rPr kumimoji="0" sz="2050" kern="0" cap="none" spc="4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It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3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may</a:t>
            </a:r>
            <a:r>
              <a:rPr kumimoji="0" sz="2050" kern="0" cap="none" spc="21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consist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several</a:t>
            </a:r>
            <a:r>
              <a:rPr kumimoji="0" sz="20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pieces</a:t>
            </a:r>
            <a:r>
              <a:rPr kumimoji="0" sz="2050" kern="0" cap="none" spc="14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software</a:t>
            </a:r>
            <a:endParaRPr kumimoji="0" sz="2050" kern="0" cap="none" spc="-11" normalizeH="0" baseline="0" noProof="0">
              <a:solidFill>
                <a:srgbClr val="000000"/>
              </a:solidFill>
              <a:latin typeface="DDSIUO+CMR10" panose="02000500000000000000"/>
              <a:cs typeface="DDSIUO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6075" y="6348413"/>
            <a:ext cx="6138863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running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concurrently</a:t>
            </a:r>
            <a:r>
              <a:rPr kumimoji="0" sz="2050" kern="0" cap="none" spc="16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on</a:t>
            </a:r>
            <a:r>
              <a:rPr kumimoji="0" sz="20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smart</a:t>
            </a:r>
            <a:r>
              <a:rPr kumimoji="0" sz="2050" kern="0" cap="none" spc="19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card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PDA.</a:t>
            </a:r>
            <a:endParaRPr kumimoji="0" sz="2050" kern="0" cap="none" spc="0" normalizeH="0" baseline="0" noProof="0">
              <a:solidFill>
                <a:srgbClr val="000000"/>
              </a:solidFill>
              <a:latin typeface="DDSIUO+CMR10" panose="02000500000000000000"/>
              <a:cs typeface="DDSIUO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78400" y="7227888"/>
            <a:ext cx="381000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450"/>
              </a:lnSpc>
              <a:buNone/>
            </a:pPr>
            <a:r>
              <a:rPr lang="en-US" altLang="zh-CN" sz="1400">
                <a:solidFill>
                  <a:srgbClr val="000000"/>
                </a:solidFill>
                <a:latin typeface="ASJNJU+CMR7" panose="02000500000000000000"/>
                <a:ea typeface="ASJNJU+CMR7" panose="02000500000000000000"/>
              </a:rPr>
              <a:t>6</a:t>
            </a:r>
            <a:endParaRPr lang="en-US" altLang="zh-CN" sz="1400">
              <a:solidFill>
                <a:srgbClr val="000000"/>
              </a:solidFill>
              <a:latin typeface="ASJNJU+CMR7" panose="02000500000000000000"/>
              <a:ea typeface="ASJNJU+CMR7" panose="0200050000000000000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5234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984250"/>
            <a:ext cx="2112963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DHJRHO+CMBX12~c" panose="02000500000000000000"/>
                <a:cs typeface="DHJRHO+CMBX12~c" panose="02000500000000000000"/>
              </a:rPr>
              <a:t>Example</a:t>
            </a:r>
            <a:r>
              <a:rPr kumimoji="0" sz="2500" kern="0" cap="none" spc="2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DHJRHO+CMBX12~c" panose="02000500000000000000"/>
                <a:cs typeface="DHJRHO+CMBX12~c" panose="02000500000000000000"/>
              </a:rPr>
              <a:t>3</a:t>
            </a:r>
            <a:endParaRPr kumimoji="0" sz="2500" kern="0" cap="none" spc="0" normalizeH="0" baseline="0" noProof="0">
              <a:solidFill>
                <a:srgbClr val="000000"/>
              </a:solidFill>
              <a:latin typeface="DHJRHO+CMBX12~c" panose="02000500000000000000"/>
              <a:cs typeface="DHJRHO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588" y="1417638"/>
            <a:ext cx="668655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A</a:t>
            </a:r>
            <a:r>
              <a:rPr kumimoji="0" sz="2050" kern="0" cap="none" spc="1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heating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controller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heating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tank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juice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plant.</a:t>
            </a:r>
            <a:endParaRPr kumimoji="0" sz="2050" kern="0" cap="none" spc="0" normalizeH="0" baseline="0" noProof="0">
              <a:solidFill>
                <a:srgbClr val="000000"/>
              </a:solidFill>
              <a:latin typeface="MBJIGG+CMR10" panose="02000500000000000000"/>
              <a:cs typeface="MBJIGG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138" y="1892300"/>
            <a:ext cx="7878763" cy="1069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RUPLI+CMSY10~25" panose="02000500000000000000"/>
                <a:cs typeface="ARUPLI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RKLDTT+CMTI10" panose="02000500000000000000"/>
                <a:cs typeface="RKLDTT+CMTI10" panose="02000500000000000000"/>
              </a:rPr>
              <a:t>Nonterminating:</a:t>
            </a:r>
            <a:r>
              <a:rPr kumimoji="0" sz="2050" kern="0" cap="none" spc="39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4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When</a:t>
            </a:r>
            <a:r>
              <a:rPr kumimoji="0" sz="2050" kern="0" cap="none" spc="15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switched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on,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it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should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9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respond</a:t>
            </a:r>
            <a:r>
              <a:rPr kumimoji="0" sz="2050" kern="0" cap="none" spc="15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to</a:t>
            </a:r>
            <a:endParaRPr kumimoji="0" sz="2050" kern="0" cap="none" spc="0" normalizeH="0" baseline="0" noProof="0">
              <a:solidFill>
                <a:srgbClr val="000000"/>
              </a:solidFill>
              <a:latin typeface="MBJIGG+CMR10" panose="02000500000000000000"/>
              <a:cs typeface="MBJIGG+CMR10" panose="02000500000000000000"/>
            </a:endParaRPr>
          </a:p>
          <a:p>
            <a:pPr marL="262255" marR="0" defTabSz="914400" fontAlgn="auto">
              <a:lnSpc>
                <a:spcPts val="2520"/>
              </a:lnSpc>
              <a:spcBef>
                <a:spcPts val="315"/>
              </a:spcBef>
              <a:buClrTx/>
              <a:buSzTx/>
              <a:buFontTx/>
              <a:buNone/>
              <a:defRPr/>
            </a:pPr>
            <a:r>
              <a:rPr kumimoji="0" sz="2050" kern="0" cap="none" spc="-12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events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such</a:t>
            </a:r>
            <a:r>
              <a:rPr kumimoji="0" sz="2050" kern="0" cap="none" spc="1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as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FVIVE+CMSS10" panose="02000500000000000000"/>
                <a:cs typeface="MFVIVE+CMSS10" panose="02000500000000000000"/>
              </a:rPr>
              <a:t>start</a:t>
            </a:r>
            <a:r>
              <a:rPr kumimoji="0" sz="2050" kern="0" cap="none" spc="19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FVIVE+CMSS10" panose="02000500000000000000"/>
                <a:cs typeface="MFVIVE+CMSS10" panose="02000500000000000000"/>
              </a:rPr>
              <a:t>heating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,</a:t>
            </a:r>
            <a:r>
              <a:rPr kumimoji="0" sz="2050" kern="0" cap="none" spc="16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35" normalizeH="0" baseline="0" noProof="0">
                <a:solidFill>
                  <a:srgbClr val="000000"/>
                </a:solidFill>
                <a:latin typeface="MFVIVE+CMSS10" panose="02000500000000000000"/>
                <a:cs typeface="MFVIVE+CMSS10" panose="02000500000000000000"/>
              </a:rPr>
              <a:t>too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FVIVE+CMSS10" panose="02000500000000000000"/>
                <a:cs typeface="MFVIVE+CMSS10" panose="02000500000000000000"/>
              </a:rPr>
              <a:t>hot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,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35" normalizeH="0" baseline="0" noProof="0">
                <a:solidFill>
                  <a:srgbClr val="000000"/>
                </a:solidFill>
                <a:latin typeface="MFVIVE+CMSS10" panose="02000500000000000000"/>
                <a:cs typeface="MFVIVE+CMSS10" panose="02000500000000000000"/>
              </a:rPr>
              <a:t>too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FVIVE+CMSS10" panose="02000500000000000000"/>
                <a:cs typeface="MFVIVE+CMSS10" panose="02000500000000000000"/>
              </a:rPr>
              <a:t>cold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.</a:t>
            </a:r>
            <a:endParaRPr kumimoji="0" sz="2050" kern="0" cap="none" spc="0" normalizeH="0" baseline="0" noProof="0">
              <a:solidFill>
                <a:srgbClr val="000000"/>
              </a:solidFill>
              <a:latin typeface="MBJIGG+CMR10" panose="02000500000000000000"/>
              <a:cs typeface="MBJIGG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138" y="2659063"/>
            <a:ext cx="8329613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RUPLI+CMSY10~25" panose="02000500000000000000"/>
                <a:cs typeface="ARUPLI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RKLDTT+CMTI10" panose="02000500000000000000"/>
                <a:cs typeface="RKLDTT+CMTI10" panose="02000500000000000000"/>
              </a:rPr>
              <a:t>Interactive:</a:t>
            </a:r>
            <a:r>
              <a:rPr kumimoji="0" sz="2050" kern="0" cap="none" spc="42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4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When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switched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on,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it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can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engage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dialogs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with</a:t>
            </a:r>
            <a:endParaRPr kumimoji="0" sz="2050" kern="0" cap="none" spc="0" normalizeH="0" baseline="0" noProof="0">
              <a:solidFill>
                <a:srgbClr val="000000"/>
              </a:solidFill>
              <a:latin typeface="MBJIGG+CMR10" panose="02000500000000000000"/>
              <a:cs typeface="MBJIGG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075" y="3019425"/>
            <a:ext cx="3470275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its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users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with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devices.</a:t>
            </a:r>
            <a:endParaRPr kumimoji="0" sz="2050" kern="0" cap="none" spc="11" normalizeH="0" baseline="0" noProof="0">
              <a:solidFill>
                <a:srgbClr val="000000"/>
              </a:solidFill>
              <a:latin typeface="MBJIGG+CMR10" panose="02000500000000000000"/>
              <a:cs typeface="MBJIGG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138" y="3425825"/>
            <a:ext cx="8113713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RUPLI+CMSY10~25" panose="02000500000000000000"/>
                <a:cs typeface="ARUPLI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RKLDTT+CMTI10" panose="02000500000000000000"/>
                <a:cs typeface="RKLDTT+CMTI10" panose="02000500000000000000"/>
              </a:rPr>
              <a:t>Interrupt-driven:</a:t>
            </a:r>
            <a:r>
              <a:rPr kumimoji="0" sz="2050" kern="0" cap="none" spc="39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It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8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responds</a:t>
            </a:r>
            <a:r>
              <a:rPr kumimoji="0" sz="2050" kern="0" cap="none" spc="16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to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time-outs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signals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from</a:t>
            </a:r>
            <a:endParaRPr kumimoji="0" sz="2050" kern="0" cap="none" spc="0" normalizeH="0" baseline="0" noProof="0">
              <a:solidFill>
                <a:srgbClr val="000000"/>
              </a:solidFill>
              <a:latin typeface="MBJIGG+CMR10" panose="02000500000000000000"/>
              <a:cs typeface="MBJIGG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075" y="3786188"/>
            <a:ext cx="6056313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6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operator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devices</a:t>
            </a:r>
            <a:r>
              <a:rPr kumimoji="0" sz="2050" kern="0" cap="none" spc="15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as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when</a:t>
            </a:r>
            <a:r>
              <a:rPr kumimoji="0" sz="2050" kern="0" cap="none" spc="16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they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2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occur.</a:t>
            </a:r>
            <a:endParaRPr kumimoji="0" sz="2050" kern="0" cap="none" spc="22" normalizeH="0" baseline="0" noProof="0">
              <a:solidFill>
                <a:srgbClr val="000000"/>
              </a:solidFill>
              <a:latin typeface="MBJIGG+CMR10" panose="02000500000000000000"/>
              <a:cs typeface="MBJIGG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138" y="4194175"/>
            <a:ext cx="8505825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RUPLI+CMSY10~25" panose="02000500000000000000"/>
                <a:cs typeface="ARUPLI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RKLDTT+CMTI10" panose="02000500000000000000"/>
                <a:cs typeface="RKLDTT+CMTI10" panose="02000500000000000000"/>
              </a:rPr>
              <a:t>State-dependent</a:t>
            </a:r>
            <a:r>
              <a:rPr kumimoji="0" sz="2050" kern="0" cap="none" spc="23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1" normalizeH="0" baseline="0" noProof="0">
                <a:solidFill>
                  <a:srgbClr val="000000"/>
                </a:solidFill>
                <a:latin typeface="RKLDTT+CMTI10" panose="02000500000000000000"/>
                <a:cs typeface="RKLDTT+CMTI10" panose="02000500000000000000"/>
              </a:rPr>
              <a:t>response:</a:t>
            </a:r>
            <a:r>
              <a:rPr kumimoji="0" sz="2050" kern="0" cap="none" spc="4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Its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7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response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3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depends</a:t>
            </a:r>
            <a:r>
              <a:rPr kumimoji="0" sz="2050" kern="0" cap="none" spc="13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31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upon</a:t>
            </a:r>
            <a:r>
              <a:rPr kumimoji="0" sz="2050" kern="0" cap="none" spc="14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data</a:t>
            </a:r>
            <a:endParaRPr kumimoji="0" sz="2050" kern="0" cap="none" spc="0" normalizeH="0" baseline="0" noProof="0">
              <a:solidFill>
                <a:srgbClr val="000000"/>
              </a:solidFill>
              <a:latin typeface="MBJIGG+CMR10" panose="02000500000000000000"/>
              <a:cs typeface="MBJIGG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6075" y="4552950"/>
            <a:ext cx="8237538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that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it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stores,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which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is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5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about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heating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tank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its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devices.</a:t>
            </a:r>
            <a:endParaRPr kumimoji="0" sz="2050" kern="0" cap="none" spc="11" normalizeH="0" baseline="0" noProof="0">
              <a:solidFill>
                <a:srgbClr val="000000"/>
              </a:solidFill>
              <a:latin typeface="MBJIGG+CMR10" panose="02000500000000000000"/>
              <a:cs typeface="MBJIGG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4138" y="4959350"/>
            <a:ext cx="8377238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RUPLI+CMSY10~25" panose="02000500000000000000"/>
                <a:cs typeface="ARUPLI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RKLDTT+CMTI10" panose="02000500000000000000"/>
                <a:cs typeface="RKLDTT+CMTI10" panose="02000500000000000000"/>
              </a:rPr>
              <a:t>Environment-oriented</a:t>
            </a:r>
            <a:r>
              <a:rPr kumimoji="0" sz="2050" kern="0" cap="none" spc="21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1" normalizeH="0" baseline="0" noProof="0">
                <a:solidFill>
                  <a:srgbClr val="000000"/>
                </a:solidFill>
                <a:latin typeface="RKLDTT+CMTI10" panose="02000500000000000000"/>
                <a:cs typeface="RKLDTT+CMTI10" panose="02000500000000000000"/>
              </a:rPr>
              <a:t>response:</a:t>
            </a:r>
            <a:r>
              <a:rPr kumimoji="0" sz="2050" kern="0" cap="none" spc="4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8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Responses</a:t>
            </a:r>
            <a:r>
              <a:rPr kumimoji="0" sz="2050" kern="0" cap="none" spc="13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are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5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about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heating</a:t>
            </a:r>
            <a:endParaRPr kumimoji="0" sz="2050" kern="0" cap="none" spc="10" normalizeH="0" baseline="0" noProof="0">
              <a:solidFill>
                <a:srgbClr val="000000"/>
              </a:solidFill>
              <a:latin typeface="MBJIGG+CMR10" panose="02000500000000000000"/>
              <a:cs typeface="MBJIGG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6075" y="5321300"/>
            <a:ext cx="2757488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tank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its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devices.</a:t>
            </a:r>
            <a:endParaRPr kumimoji="0" sz="2050" kern="0" cap="none" spc="11" normalizeH="0" baseline="0" noProof="0">
              <a:solidFill>
                <a:srgbClr val="000000"/>
              </a:solidFill>
              <a:latin typeface="MBJIGG+CMR10" panose="02000500000000000000"/>
              <a:cs typeface="MBJIGG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4138" y="5726113"/>
            <a:ext cx="7769225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RUPLI+CMSY10~25" panose="02000500000000000000"/>
                <a:cs typeface="ARUPLI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3" normalizeH="0" baseline="0" noProof="0">
                <a:solidFill>
                  <a:srgbClr val="000000"/>
                </a:solidFill>
                <a:latin typeface="RKLDTT+CMTI10" panose="02000500000000000000"/>
                <a:cs typeface="RKLDTT+CMTI10" panose="02000500000000000000"/>
              </a:rPr>
              <a:t>Paral</a:t>
            </a:r>
            <a:r>
              <a:rPr kumimoji="0" sz="2050" kern="0" cap="none" spc="-40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RKLDTT+CMTI10" panose="02000500000000000000"/>
                <a:cs typeface="RKLDTT+CMTI10" panose="02000500000000000000"/>
              </a:rPr>
              <a:t>lel</a:t>
            </a:r>
            <a:r>
              <a:rPr kumimoji="0" sz="2050" kern="0" cap="none" spc="22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6" normalizeH="0" baseline="0" noProof="0">
                <a:solidFill>
                  <a:srgbClr val="000000"/>
                </a:solidFill>
                <a:latin typeface="RKLDTT+CMTI10" panose="02000500000000000000"/>
                <a:cs typeface="RKLDTT+CMTI10" panose="02000500000000000000"/>
              </a:rPr>
              <a:t>processing:</a:t>
            </a:r>
            <a:r>
              <a:rPr kumimoji="0" sz="2050" kern="0" cap="none" spc="4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Monitoring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5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temperature,</a:t>
            </a:r>
            <a:r>
              <a:rPr kumimoji="0" sz="2050" kern="0" cap="none" spc="1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monitoring</a:t>
            </a:r>
            <a:endParaRPr kumimoji="0" sz="2050" kern="0" cap="none" spc="0" normalizeH="0" baseline="0" noProof="0">
              <a:solidFill>
                <a:srgbClr val="000000"/>
              </a:solidFill>
              <a:latin typeface="MBJIGG+CMR10" panose="02000500000000000000"/>
              <a:cs typeface="MBJIGG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16075" y="6088063"/>
            <a:ext cx="6242050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pressure,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listening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to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commands</a:t>
            </a:r>
            <a:r>
              <a:rPr kumimoji="0" sz="2050" kern="0" cap="none" spc="18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from</a:t>
            </a:r>
            <a:r>
              <a:rPr kumimoji="0" sz="2050" kern="0" cap="none" spc="1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5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operator.</a:t>
            </a:r>
            <a:endParaRPr kumimoji="0" sz="2050" kern="0" cap="none" spc="15" normalizeH="0" baseline="0" noProof="0">
              <a:solidFill>
                <a:srgbClr val="000000"/>
              </a:solidFill>
              <a:latin typeface="MBJIGG+CMR10" panose="02000500000000000000"/>
              <a:cs typeface="MBJIGG+CMR10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4138" y="6494463"/>
            <a:ext cx="7135813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RUPLI+CMSY10~25" panose="02000500000000000000"/>
                <a:cs typeface="ARUPLI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66" normalizeH="0" baseline="0" noProof="0">
                <a:solidFill>
                  <a:srgbClr val="000000"/>
                </a:solidFill>
                <a:latin typeface="RKLDTT+CMTI10" panose="02000500000000000000"/>
                <a:cs typeface="RKLDTT+CMTI10" panose="02000500000000000000"/>
              </a:rPr>
              <a:t>Rea</a:t>
            </a:r>
            <a:r>
              <a:rPr kumimoji="0" sz="2050" kern="0" cap="none" spc="-50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RKLDTT+CMTI10" panose="02000500000000000000"/>
                <a:cs typeface="RKLDTT+CMTI10" panose="02000500000000000000"/>
              </a:rPr>
              <a:t>l</a:t>
            </a:r>
            <a:r>
              <a:rPr kumimoji="0" sz="2050" kern="0" cap="none" spc="23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RKLDTT+CMTI10" panose="02000500000000000000"/>
                <a:cs typeface="RKLDTT+CMTI10" panose="02000500000000000000"/>
              </a:rPr>
              <a:t>time:</a:t>
            </a:r>
            <a:r>
              <a:rPr kumimoji="0" sz="2050" kern="0" cap="none" spc="39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8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Responses</a:t>
            </a:r>
            <a:r>
              <a:rPr kumimoji="0" sz="2050" kern="0" cap="none" spc="13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would</a:t>
            </a:r>
            <a:r>
              <a:rPr kumimoji="0" sz="2050" kern="0" cap="none" spc="19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73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be</a:t>
            </a:r>
            <a:r>
              <a:rPr kumimoji="0" sz="2050" kern="0" cap="none" spc="1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incorrect</a:t>
            </a:r>
            <a:r>
              <a:rPr kumimoji="0" sz="2050" kern="0" cap="none" spc="15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if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37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too</a:t>
            </a:r>
            <a:r>
              <a:rPr kumimoji="0" sz="2050" kern="0" cap="none" spc="14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late.</a:t>
            </a:r>
            <a:endParaRPr kumimoji="0" sz="2050" kern="0" cap="none" spc="0" normalizeH="0" baseline="0" noProof="0">
              <a:solidFill>
                <a:srgbClr val="000000"/>
              </a:solidFill>
              <a:latin typeface="MBJIGG+CMR10" panose="02000500000000000000"/>
              <a:cs typeface="MBJIGG+CMR10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78400" y="7227888"/>
            <a:ext cx="381000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450"/>
              </a:lnSpc>
              <a:buNone/>
            </a:pPr>
            <a:r>
              <a:rPr lang="en-US" altLang="zh-CN" sz="1400">
                <a:solidFill>
                  <a:srgbClr val="000000"/>
                </a:solidFill>
                <a:latin typeface="FEDNKH+CMR7" panose="02000500000000000000"/>
                <a:ea typeface="FEDNKH+CMR7" panose="02000500000000000000"/>
              </a:rPr>
              <a:t>7</a:t>
            </a:r>
            <a:endParaRPr lang="en-US" altLang="zh-CN" sz="1400">
              <a:solidFill>
                <a:srgbClr val="000000"/>
              </a:solidFill>
              <a:latin typeface="FEDNKH+CMR7" panose="02000500000000000000"/>
              <a:ea typeface="FEDNKH+CMR7" panose="0200050000000000000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6258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984250"/>
            <a:ext cx="5111750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475"/>
              </a:lnSpc>
              <a:buNone/>
            </a:pPr>
            <a:r>
              <a:rPr lang="en-US" altLang="zh-CN" sz="2500">
                <a:solidFill>
                  <a:srgbClr val="000000"/>
                </a:solidFill>
                <a:latin typeface="NSIMAC+CMBX12~c" panose="02000500000000000000"/>
                <a:ea typeface="NSIMAC+CMBX12~c" panose="02000500000000000000"/>
              </a:rPr>
              <a:t>Deﬁnition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500">
                <a:solidFill>
                  <a:srgbClr val="000000"/>
                </a:solidFill>
                <a:latin typeface="NSIMAC+CMBX12~c" panose="02000500000000000000"/>
                <a:ea typeface="NSIMAC+CMBX12~c" panose="02000500000000000000"/>
              </a:rPr>
              <a:t>of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500">
                <a:solidFill>
                  <a:srgbClr val="000000"/>
                </a:solidFill>
                <a:latin typeface="NSIMAC+CMBX12~c" panose="02000500000000000000"/>
                <a:ea typeface="NSIMAC+CMBX12~c" panose="02000500000000000000"/>
              </a:rPr>
              <a:t>reactive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500">
                <a:solidFill>
                  <a:srgbClr val="000000"/>
                </a:solidFill>
                <a:latin typeface="NSIMAC+CMBX12~c" panose="02000500000000000000"/>
                <a:ea typeface="NSIMAC+CMBX12~c" panose="02000500000000000000"/>
              </a:rPr>
              <a:t>system</a:t>
            </a:r>
            <a:endParaRPr lang="en-US" altLang="zh-CN" sz="2500">
              <a:solidFill>
                <a:srgbClr val="000000"/>
              </a:solidFill>
              <a:latin typeface="NSIMAC+CMBX12~c" panose="02000500000000000000"/>
              <a:ea typeface="NSIMAC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3488" y="1541463"/>
            <a:ext cx="8039100" cy="1452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515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A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OMHNSH+CMBX10" panose="02000500000000000000"/>
                <a:ea typeface="OMHNSH+CMBX10" panose="02000500000000000000"/>
              </a:rPr>
              <a:t>reactive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OMHNSH+CMBX10" panose="02000500000000000000"/>
                <a:ea typeface="OMHNSH+CMBX10" panose="02000500000000000000"/>
              </a:rPr>
              <a:t>system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is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a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system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that,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when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switched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on,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is</a:t>
            </a:r>
            <a:endParaRPr lang="en-US" altLang="zh-CN" sz="2000">
              <a:solidFill>
                <a:srgbClr val="000000"/>
              </a:solidFill>
              <a:latin typeface="IQRRKC+CMR10" panose="02000500000000000000"/>
              <a:ea typeface="IQRRKC+CMR10" panose="02000500000000000000"/>
            </a:endParaRPr>
          </a:p>
          <a:p>
            <a:pPr>
              <a:lnSpc>
                <a:spcPts val="2515"/>
              </a:lnSpc>
              <a:spcBef>
                <a:spcPts val="415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able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to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create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desired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eﬀects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in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its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environment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by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enabling,</a:t>
            </a:r>
            <a:endParaRPr lang="en-US" altLang="zh-CN" sz="2000">
              <a:solidFill>
                <a:srgbClr val="000000"/>
              </a:solidFill>
              <a:latin typeface="IQRRKC+CMR10" panose="02000500000000000000"/>
              <a:ea typeface="IQRRKC+CMR10" panose="02000500000000000000"/>
            </a:endParaRPr>
          </a:p>
          <a:p>
            <a:pPr>
              <a:lnSpc>
                <a:spcPts val="2515"/>
              </a:lnSpc>
              <a:spcBef>
                <a:spcPts val="45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enforcing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or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preventing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events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in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the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environment.</a:t>
            </a:r>
            <a:endParaRPr lang="en-US" altLang="zh-CN" sz="2000">
              <a:solidFill>
                <a:srgbClr val="000000"/>
              </a:solidFill>
              <a:latin typeface="IQRRKC+CMR10" panose="02000500000000000000"/>
              <a:ea typeface="IQRRKC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4588" y="3100388"/>
            <a:ext cx="5429250" cy="1863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IQRRKC+CMR10" panose="02000500000000000000"/>
                <a:cs typeface="IQRRKC+CMR10" panose="02000500000000000000"/>
              </a:rPr>
              <a:t>Has</a:t>
            </a:r>
            <a:r>
              <a:rPr kumimoji="0" sz="2050" kern="0" cap="none" spc="18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IQRRKC+CMR10" panose="02000500000000000000"/>
                <a:cs typeface="IQRRKC+CMR10" panose="02000500000000000000"/>
              </a:rPr>
              <a:t>most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IQRRKC+CMR10" panose="02000500000000000000"/>
                <a:cs typeface="IQRRKC+CMR10" panose="02000500000000000000"/>
              </a:rPr>
              <a:t>of</a:t>
            </a:r>
            <a:r>
              <a:rPr kumimoji="0" sz="2050" kern="0" cap="none" spc="1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IQRRKC+CMR10" panose="02000500000000000000"/>
                <a:cs typeface="IQRRKC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IQRRKC+CMR10" panose="02000500000000000000"/>
                <a:cs typeface="IQRRKC+CMR10" panose="02000500000000000000"/>
              </a:rPr>
              <a:t>following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IQRRKC+CMR10" panose="02000500000000000000"/>
                <a:cs typeface="IQRRKC+CMR10" panose="02000500000000000000"/>
              </a:rPr>
              <a:t>characteristics:</a:t>
            </a:r>
            <a:endParaRPr kumimoji="0" sz="2050" kern="0" cap="none" spc="0" normalizeH="0" baseline="0" noProof="0">
              <a:solidFill>
                <a:srgbClr val="000000"/>
              </a:solidFill>
              <a:latin typeface="IQRRKC+CMR10" panose="02000500000000000000"/>
              <a:cs typeface="IQRRKC+CMR10" panose="02000500000000000000"/>
            </a:endParaRPr>
          </a:p>
          <a:p>
            <a:pPr marL="210185" marR="0" defTabSz="914400" fontAlgn="auto">
              <a:lnSpc>
                <a:spcPts val="3585"/>
              </a:lnSpc>
              <a:spcBef>
                <a:spcPts val="22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WIFEB+CMSY10~25" panose="02000500000000000000"/>
                <a:cs typeface="HWIFEB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IQRRKC+CMR10" panose="02000500000000000000"/>
                <a:cs typeface="IQRRKC+CMR10" panose="02000500000000000000"/>
              </a:rPr>
              <a:t>nonterminating</a:t>
            </a:r>
            <a:endParaRPr kumimoji="0" sz="2050" kern="0" cap="none" spc="0" normalizeH="0" baseline="0" noProof="0">
              <a:solidFill>
                <a:srgbClr val="000000"/>
              </a:solidFill>
              <a:latin typeface="IQRRKC+CMR10" panose="02000500000000000000"/>
              <a:cs typeface="IQRRKC+CMR10" panose="02000500000000000000"/>
            </a:endParaRPr>
          </a:p>
          <a:p>
            <a:pPr marL="210185" marR="0" defTabSz="914400" fontAlgn="auto">
              <a:lnSpc>
                <a:spcPts val="3585"/>
              </a:lnSpc>
              <a:spcBef>
                <a:spcPts val="22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WIFEB+CMSY10~25" panose="02000500000000000000"/>
                <a:cs typeface="HWIFEB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IQRRKC+CMR10" panose="02000500000000000000"/>
                <a:cs typeface="IQRRKC+CMR10" panose="02000500000000000000"/>
              </a:rPr>
              <a:t>interactive</a:t>
            </a:r>
            <a:endParaRPr kumimoji="0" sz="2050" kern="0" cap="none" spc="0" normalizeH="0" baseline="0" noProof="0">
              <a:solidFill>
                <a:srgbClr val="000000"/>
              </a:solidFill>
              <a:latin typeface="IQRRKC+CMR10" panose="02000500000000000000"/>
              <a:cs typeface="IQRRKC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138" y="4549775"/>
            <a:ext cx="3103563" cy="2346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WIFEB+CMSY10~25" panose="02000500000000000000"/>
                <a:cs typeface="HWIFEB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IQRRKC+CMR10" panose="02000500000000000000"/>
                <a:cs typeface="IQRRKC+CMR10" panose="02000500000000000000"/>
              </a:rPr>
              <a:t>interrupt-driven</a:t>
            </a:r>
            <a:endParaRPr kumimoji="0" sz="2050" kern="0" cap="none" spc="0" normalizeH="0" baseline="0" noProof="0">
              <a:solidFill>
                <a:srgbClr val="000000"/>
              </a:solidFill>
              <a:latin typeface="IQRRKC+CMR10" panose="02000500000000000000"/>
              <a:cs typeface="IQRRKC+CMR10" panose="02000500000000000000"/>
            </a:endParaRPr>
          </a:p>
          <a:p>
            <a:pPr marR="0" defTabSz="914400" fontAlgn="auto">
              <a:lnSpc>
                <a:spcPts val="3585"/>
              </a:lnSpc>
              <a:spcBef>
                <a:spcPts val="22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WIFEB+CMSY10~25" panose="02000500000000000000"/>
                <a:cs typeface="HWIFEB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IQRRKC+CMR10" panose="02000500000000000000"/>
                <a:cs typeface="IQRRKC+CMR10" panose="02000500000000000000"/>
              </a:rPr>
              <a:t>state-dependent</a:t>
            </a:r>
            <a:endParaRPr kumimoji="0" sz="2050" kern="0" cap="none" spc="11" normalizeH="0" baseline="0" noProof="0">
              <a:solidFill>
                <a:srgbClr val="000000"/>
              </a:solidFill>
              <a:latin typeface="IQRRKC+CMR10" panose="02000500000000000000"/>
              <a:cs typeface="IQRRKC+CMR10" panose="02000500000000000000"/>
            </a:endParaRPr>
          </a:p>
          <a:p>
            <a:pPr marR="0" defTabSz="914400" fontAlgn="auto">
              <a:lnSpc>
                <a:spcPts val="3585"/>
              </a:lnSpc>
              <a:spcBef>
                <a:spcPts val="22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WIFEB+CMSY10~25" panose="02000500000000000000"/>
                <a:cs typeface="HWIFEB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IQRRKC+CMR10" panose="02000500000000000000"/>
                <a:cs typeface="IQRRKC+CMR10" panose="02000500000000000000"/>
              </a:rPr>
              <a:t>environment-oriented</a:t>
            </a:r>
            <a:endParaRPr kumimoji="0" sz="2050" kern="0" cap="none" spc="0" normalizeH="0" baseline="0" noProof="0">
              <a:solidFill>
                <a:srgbClr val="000000"/>
              </a:solidFill>
              <a:latin typeface="IQRRKC+CMR10" panose="02000500000000000000"/>
              <a:cs typeface="IQRRKC+CMR10" panose="02000500000000000000"/>
            </a:endParaRPr>
          </a:p>
          <a:p>
            <a:pPr marR="0" defTabSz="914400" fontAlgn="auto">
              <a:lnSpc>
                <a:spcPts val="3585"/>
              </a:lnSpc>
              <a:spcBef>
                <a:spcPts val="22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WIFEB+CMSY10~25" panose="02000500000000000000"/>
                <a:cs typeface="HWIFEB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IQRRKC+CMR10" panose="02000500000000000000"/>
                <a:cs typeface="IQRRKC+CMR10" panose="02000500000000000000"/>
              </a:rPr>
              <a:t>parallel</a:t>
            </a:r>
            <a:endParaRPr kumimoji="0" sz="2050" kern="0" cap="none" spc="0" normalizeH="0" baseline="0" noProof="0">
              <a:solidFill>
                <a:srgbClr val="000000"/>
              </a:solidFill>
              <a:latin typeface="IQRRKC+CMR10" panose="02000500000000000000"/>
              <a:cs typeface="IQRRKC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138" y="6483350"/>
            <a:ext cx="1673225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WIFEB+CMSY10~25" panose="02000500000000000000"/>
                <a:cs typeface="HWIFEB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IQRRKC+CMR10" panose="02000500000000000000"/>
                <a:cs typeface="IQRRKC+CMR10" panose="02000500000000000000"/>
              </a:rPr>
              <a:t>real-time</a:t>
            </a:r>
            <a:endParaRPr kumimoji="0" sz="2050" kern="0" cap="none" spc="0" normalizeH="0" baseline="0" noProof="0">
              <a:solidFill>
                <a:srgbClr val="000000"/>
              </a:solidFill>
              <a:latin typeface="IQRRKC+CMR10" panose="02000500000000000000"/>
              <a:cs typeface="IQRRKC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78400" y="7227888"/>
            <a:ext cx="381000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450"/>
              </a:lnSpc>
              <a:buNone/>
            </a:pPr>
            <a:r>
              <a:rPr lang="en-US" altLang="zh-CN" sz="1400">
                <a:solidFill>
                  <a:srgbClr val="000000"/>
                </a:solidFill>
                <a:latin typeface="CIRERW+CMR7" panose="02000500000000000000"/>
                <a:ea typeface="CIRERW+CMR7" panose="02000500000000000000"/>
              </a:rPr>
              <a:t>8</a:t>
            </a:r>
            <a:endParaRPr lang="en-US" altLang="zh-CN" sz="1400">
              <a:solidFill>
                <a:srgbClr val="000000"/>
              </a:solidFill>
              <a:latin typeface="CIRERW+CMR7" panose="02000500000000000000"/>
              <a:ea typeface="CIRERW+CMR7" panose="0200050000000000000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7282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924050"/>
            <a:ext cx="5211763" cy="1943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475"/>
              </a:lnSpc>
              <a:buNone/>
            </a:pPr>
            <a:r>
              <a:rPr lang="en-US" altLang="zh-CN" sz="2500">
                <a:solidFill>
                  <a:srgbClr val="000000"/>
                </a:solidFill>
                <a:latin typeface="NJFAPJ+CMBX12~c" panose="02000500000000000000"/>
                <a:ea typeface="NJFAPJ+CMBX12~c" panose="02000500000000000000"/>
              </a:rPr>
              <a:t>Examples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500">
                <a:solidFill>
                  <a:srgbClr val="000000"/>
                </a:solidFill>
                <a:latin typeface="NJFAPJ+CMBX12~c" panose="02000500000000000000"/>
                <a:ea typeface="NJFAPJ+CMBX12~c" panose="02000500000000000000"/>
              </a:rPr>
              <a:t>of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500">
                <a:solidFill>
                  <a:srgbClr val="000000"/>
                </a:solidFill>
                <a:latin typeface="NJFAPJ+CMBX12~c" panose="02000500000000000000"/>
                <a:ea typeface="NJFAPJ+CMBX12~c" panose="02000500000000000000"/>
              </a:rPr>
              <a:t>reactive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500">
                <a:solidFill>
                  <a:srgbClr val="000000"/>
                </a:solidFill>
                <a:latin typeface="NJFAPJ+CMBX12~c" panose="02000500000000000000"/>
                <a:ea typeface="NJFAPJ+CMBX12~c" panose="02000500000000000000"/>
              </a:rPr>
              <a:t>systems</a:t>
            </a:r>
            <a:endParaRPr lang="en-US" altLang="zh-CN" sz="2500">
              <a:solidFill>
                <a:srgbClr val="000000"/>
              </a:solidFill>
              <a:latin typeface="NJFAPJ+CMBX12~c" panose="02000500000000000000"/>
              <a:ea typeface="NJFAPJ+CMBX12~c" panose="02000500000000000000"/>
            </a:endParaRPr>
          </a:p>
          <a:p>
            <a:pPr>
              <a:lnSpc>
                <a:spcPts val="3590"/>
              </a:lnSpc>
              <a:spcBef>
                <a:spcPts val="50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KNVJVP+CMSY10~25" panose="02000500000000000000"/>
                <a:ea typeface="KNVJVP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KJRGFG+CMR10" panose="02000500000000000000"/>
                <a:ea typeface="KJRGFG+CMR10" panose="02000500000000000000"/>
              </a:rPr>
              <a:t>Information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KJRGFG+CMR10" panose="02000500000000000000"/>
                <a:ea typeface="KJRGFG+CMR10" panose="02000500000000000000"/>
              </a:rPr>
              <a:t>systems</a:t>
            </a:r>
            <a:endParaRPr lang="en-US" altLang="zh-CN" sz="2000">
              <a:solidFill>
                <a:srgbClr val="000000"/>
              </a:solidFill>
              <a:latin typeface="KJRGFG+CMR10" panose="02000500000000000000"/>
              <a:ea typeface="KJRGFG+CMR10" panose="02000500000000000000"/>
            </a:endParaRPr>
          </a:p>
          <a:p>
            <a:pPr>
              <a:lnSpc>
                <a:spcPts val="3590"/>
              </a:lnSpc>
              <a:spcBef>
                <a:spcPts val="45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KNVJVP+CMSY10~25" panose="02000500000000000000"/>
                <a:ea typeface="KNVJVP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KJRGFG+CMR10" panose="02000500000000000000"/>
                <a:ea typeface="KJRGFG+CMR10" panose="02000500000000000000"/>
              </a:rPr>
              <a:t>Workﬂow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KJRGFG+CMR10" panose="02000500000000000000"/>
                <a:ea typeface="KJRGFG+CMR10" panose="02000500000000000000"/>
              </a:rPr>
              <a:t>systems</a:t>
            </a:r>
            <a:endParaRPr lang="en-US" altLang="zh-CN" sz="2000">
              <a:solidFill>
                <a:srgbClr val="000000"/>
              </a:solidFill>
              <a:latin typeface="KJRGFG+CMR10" panose="02000500000000000000"/>
              <a:ea typeface="KJRGFG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138" y="3460750"/>
            <a:ext cx="3967163" cy="2970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KNVJVP+CMSY10~25" panose="02000500000000000000"/>
                <a:cs typeface="KNVJVP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JRGFG+CMR10" panose="02000500000000000000"/>
                <a:cs typeface="KJRGFG+CMR10" panose="02000500000000000000"/>
              </a:rPr>
              <a:t>Groupware</a:t>
            </a:r>
            <a:endParaRPr kumimoji="0" sz="2050" kern="0" cap="none" spc="0" normalizeH="0" baseline="0" noProof="0">
              <a:solidFill>
                <a:srgbClr val="000000"/>
              </a:solidFill>
              <a:latin typeface="KJRGFG+CMR10" panose="02000500000000000000"/>
              <a:cs typeface="KJRGFG+CMR10" panose="02000500000000000000"/>
            </a:endParaRPr>
          </a:p>
          <a:p>
            <a:pPr marR="0" defTabSz="914400" fontAlgn="auto">
              <a:lnSpc>
                <a:spcPts val="3585"/>
              </a:lnSpc>
              <a:spcBef>
                <a:spcPts val="50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KNVJVP+CMSY10~25" panose="02000500000000000000"/>
                <a:cs typeface="KNVJVP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4" normalizeH="0" baseline="0" noProof="0">
                <a:solidFill>
                  <a:srgbClr val="000000"/>
                </a:solidFill>
                <a:latin typeface="KJRGFG+CMR10" panose="02000500000000000000"/>
                <a:cs typeface="KJRGFG+CMR10" panose="02000500000000000000"/>
              </a:rPr>
              <a:t>EDI</a:t>
            </a:r>
            <a:r>
              <a:rPr kumimoji="0" sz="2050" kern="0" cap="none" spc="16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JRGFG+CMR10" panose="02000500000000000000"/>
                <a:cs typeface="KJRGFG+CMR10" panose="02000500000000000000"/>
              </a:rPr>
              <a:t>systems</a:t>
            </a:r>
            <a:endParaRPr kumimoji="0" sz="2050" kern="0" cap="none" spc="0" normalizeH="0" baseline="0" noProof="0">
              <a:solidFill>
                <a:srgbClr val="000000"/>
              </a:solidFill>
              <a:latin typeface="KJRGFG+CMR10" panose="02000500000000000000"/>
              <a:cs typeface="KJRGFG+CMR10" panose="02000500000000000000"/>
            </a:endParaRPr>
          </a:p>
          <a:p>
            <a:pPr marR="0" defTabSz="914400" fontAlgn="auto">
              <a:lnSpc>
                <a:spcPts val="3585"/>
              </a:lnSpc>
              <a:spcBef>
                <a:spcPts val="4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KNVJVP+CMSY10~25" panose="02000500000000000000"/>
                <a:cs typeface="KNVJVP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46" normalizeH="0" baseline="0" noProof="0">
                <a:solidFill>
                  <a:srgbClr val="000000"/>
                </a:solidFill>
                <a:latin typeface="KJRGFG+CMR10" panose="02000500000000000000"/>
                <a:cs typeface="KJRGFG+CMR10" panose="02000500000000000000"/>
              </a:rPr>
              <a:t>Web</a:t>
            </a:r>
            <a:r>
              <a:rPr kumimoji="0" sz="2050" kern="0" cap="none" spc="21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JRGFG+CMR10" panose="02000500000000000000"/>
                <a:cs typeface="KJRGFG+CMR10" panose="02000500000000000000"/>
              </a:rPr>
              <a:t>market</a:t>
            </a:r>
            <a:r>
              <a:rPr kumimoji="0" sz="2050" kern="0" cap="none" spc="19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KJRGFG+CMR10" panose="02000500000000000000"/>
                <a:cs typeface="KJRGFG+CMR10" panose="02000500000000000000"/>
              </a:rPr>
              <a:t>places</a:t>
            </a:r>
            <a:endParaRPr kumimoji="0" sz="2050" kern="0" cap="none" spc="11" normalizeH="0" baseline="0" noProof="0">
              <a:solidFill>
                <a:srgbClr val="000000"/>
              </a:solidFill>
              <a:latin typeface="KJRGFG+CMR10" panose="02000500000000000000"/>
              <a:cs typeface="KJRGFG+CMR10" panose="02000500000000000000"/>
            </a:endParaRPr>
          </a:p>
          <a:p>
            <a:pPr marR="0" defTabSz="914400" fontAlgn="auto">
              <a:lnSpc>
                <a:spcPts val="3585"/>
              </a:lnSpc>
              <a:spcBef>
                <a:spcPts val="44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KNVJVP+CMSY10~25" panose="02000500000000000000"/>
                <a:cs typeface="KNVJVP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5" normalizeH="0" baseline="0" noProof="0">
                <a:solidFill>
                  <a:srgbClr val="000000"/>
                </a:solidFill>
                <a:latin typeface="KJRGFG+CMR10" panose="02000500000000000000"/>
                <a:cs typeface="KJRGFG+CMR10" panose="02000500000000000000"/>
              </a:rPr>
              <a:t>Production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JRGFG+CMR10" panose="02000500000000000000"/>
                <a:cs typeface="KJRGFG+CMR10" panose="02000500000000000000"/>
              </a:rPr>
              <a:t>control</a:t>
            </a:r>
            <a:r>
              <a:rPr kumimoji="0" sz="2050" kern="0" cap="none" spc="18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KJRGFG+CMR10" panose="02000500000000000000"/>
                <a:cs typeface="KJRGFG+CMR10" panose="02000500000000000000"/>
              </a:rPr>
              <a:t>software</a:t>
            </a:r>
            <a:endParaRPr kumimoji="0" sz="2050" kern="0" cap="none" spc="-11" normalizeH="0" baseline="0" noProof="0">
              <a:solidFill>
                <a:srgbClr val="000000"/>
              </a:solidFill>
              <a:latin typeface="KJRGFG+CMR10" panose="02000500000000000000"/>
              <a:cs typeface="KJRGFG+CMR10" panose="02000500000000000000"/>
            </a:endParaRPr>
          </a:p>
          <a:p>
            <a:pPr marR="0" defTabSz="914400" fontAlgn="auto">
              <a:lnSpc>
                <a:spcPts val="3585"/>
              </a:lnSpc>
              <a:spcBef>
                <a:spcPts val="4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KNVJVP+CMSY10~25" panose="02000500000000000000"/>
                <a:cs typeface="KNVJVP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KJRGFG+CMR10" panose="02000500000000000000"/>
                <a:cs typeface="KJRGFG+CMR10" panose="02000500000000000000"/>
              </a:rPr>
              <a:t>Embedded</a:t>
            </a:r>
            <a:r>
              <a:rPr kumimoji="0" sz="2050" kern="0" cap="none" spc="16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KJRGFG+CMR10" panose="02000500000000000000"/>
                <a:cs typeface="KJRGFG+CMR10" panose="02000500000000000000"/>
              </a:rPr>
              <a:t>software</a:t>
            </a:r>
            <a:endParaRPr kumimoji="0" sz="2050" kern="0" cap="none" spc="-11" normalizeH="0" baseline="0" noProof="0">
              <a:solidFill>
                <a:srgbClr val="000000"/>
              </a:solidFill>
              <a:latin typeface="KJRGFG+CMR10" panose="02000500000000000000"/>
              <a:cs typeface="KJRGFG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78400" y="7227888"/>
            <a:ext cx="381000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450"/>
              </a:lnSpc>
              <a:buNone/>
            </a:pPr>
            <a:r>
              <a:rPr lang="en-US" altLang="zh-CN" sz="1400">
                <a:solidFill>
                  <a:srgbClr val="000000"/>
                </a:solidFill>
                <a:latin typeface="APSUKI+CMR7" panose="02000500000000000000"/>
                <a:ea typeface="APSUKI+CMR7" panose="02000500000000000000"/>
              </a:rPr>
              <a:t>9</a:t>
            </a:r>
            <a:endParaRPr lang="en-US" altLang="zh-CN" sz="1400">
              <a:solidFill>
                <a:srgbClr val="000000"/>
              </a:solidFill>
              <a:latin typeface="APSUKI+CMR7" panose="02000500000000000000"/>
              <a:ea typeface="APSUKI+CMR7" panose="0200050000000000000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8306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041400"/>
            <a:ext cx="4557713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25" normalizeH="0" baseline="0" noProof="0">
                <a:solidFill>
                  <a:srgbClr val="000000"/>
                </a:solidFill>
                <a:latin typeface="MBWAMW+CMBX12~c" panose="02000500000000000000"/>
                <a:cs typeface="MBWAMW+CMBX12~c" panose="02000500000000000000"/>
              </a:rPr>
              <a:t>Transformational</a:t>
            </a:r>
            <a:r>
              <a:rPr kumimoji="0" sz="2500" kern="0" cap="none" spc="31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MBWAMW+CMBX12~c" panose="02000500000000000000"/>
                <a:cs typeface="MBWAMW+CMBX12~c" panose="02000500000000000000"/>
              </a:rPr>
              <a:t>systems</a:t>
            </a:r>
            <a:endParaRPr kumimoji="0" sz="2500" kern="0" cap="none" spc="0" normalizeH="0" baseline="0" noProof="0">
              <a:solidFill>
                <a:srgbClr val="000000"/>
              </a:solidFill>
              <a:latin typeface="MBWAMW+CMBX12~c" panose="02000500000000000000"/>
              <a:cs typeface="MBWAMW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588" y="1508125"/>
            <a:ext cx="8223250" cy="1082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Contrast</a:t>
            </a:r>
            <a:r>
              <a:rPr kumimoji="0" sz="2050" kern="0" cap="none" spc="19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reactive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systems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with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transformational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systems,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that</a:t>
            </a:r>
            <a:endParaRPr kumimoji="0" sz="2050" kern="0" cap="none" spc="0" normalizeH="0" baseline="0" noProof="0">
              <a:solidFill>
                <a:srgbClr val="000000"/>
              </a:solidFill>
              <a:latin typeface="ATNREK+CMR10" panose="02000500000000000000"/>
              <a:cs typeface="ATNREK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410"/>
              </a:spcBef>
              <a:buClrTx/>
              <a:buSzTx/>
              <a:buFontTx/>
              <a:buNone/>
              <a:defRPr/>
            </a:pPr>
            <a:r>
              <a:rPr kumimoji="0" sz="2050" kern="0" cap="none" spc="1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compute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output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from</a:t>
            </a:r>
            <a:r>
              <a:rPr kumimoji="0" sz="2050" kern="0" cap="none" spc="1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an</a:t>
            </a:r>
            <a:r>
              <a:rPr kumimoji="0" sz="20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input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then</a:t>
            </a:r>
            <a:r>
              <a:rPr kumimoji="0" sz="2050" kern="0" cap="none" spc="16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terminate.</a:t>
            </a:r>
            <a:endParaRPr kumimoji="0" sz="2050" kern="0" cap="none" spc="0" normalizeH="0" baseline="0" noProof="0">
              <a:solidFill>
                <a:srgbClr val="000000"/>
              </a:solidFill>
              <a:latin typeface="ATNREK+CMR10" panose="02000500000000000000"/>
              <a:cs typeface="ATNREK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138" y="2398713"/>
            <a:ext cx="1995488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TUTGMR+CMSY10~25" panose="02000500000000000000"/>
                <a:cs typeface="TUTGMR+CMSY10~25" panose="02000500000000000000"/>
              </a:rPr>
              <a:t>•</a:t>
            </a:r>
            <a:r>
              <a:rPr kumimoji="0" lang="en-US" sz="2050" kern="0" cap="none" spc="0" normalizeH="0" baseline="0" noProof="0">
                <a:solidFill>
                  <a:srgbClr val="000000"/>
                </a:solidFill>
                <a:latin typeface="TUTGMR+CMSY10~25" panose="02000500000000000000"/>
                <a:cs typeface="TUTGMR+CMSY10~25" panose="02000500000000000000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terminating</a:t>
            </a:r>
            <a:endParaRPr kumimoji="0" sz="2050" kern="0" cap="none" spc="0" normalizeH="0" baseline="0" noProof="0">
              <a:solidFill>
                <a:srgbClr val="000000"/>
              </a:solidFill>
              <a:latin typeface="ATNREK+CMR10" panose="02000500000000000000"/>
              <a:cs typeface="ATNREK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138" y="2917825"/>
            <a:ext cx="4568825" cy="2970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359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TUTGMR+CMSY10~25" panose="02000500000000000000"/>
                <a:ea typeface="TUTGMR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TNREK+CMR10" panose="02000500000000000000"/>
                <a:ea typeface="ATNREK+CMR10" panose="02000500000000000000"/>
              </a:rPr>
              <a:t>sometimes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TNREK+CMR10" panose="02000500000000000000"/>
                <a:ea typeface="ATNREK+CMR10" panose="02000500000000000000"/>
              </a:rPr>
              <a:t>interactive</a:t>
            </a:r>
            <a:endParaRPr lang="en-US" altLang="zh-CN" sz="2000">
              <a:solidFill>
                <a:srgbClr val="000000"/>
              </a:solidFill>
              <a:latin typeface="ATNREK+CMR10" panose="02000500000000000000"/>
              <a:ea typeface="ATNREK+CMR10" panose="02000500000000000000"/>
            </a:endParaRPr>
          </a:p>
          <a:p>
            <a:pPr>
              <a:lnSpc>
                <a:spcPts val="3590"/>
              </a:lnSpc>
              <a:spcBef>
                <a:spcPts val="50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TUTGMR+CMSY10~25" panose="02000500000000000000"/>
                <a:ea typeface="TUTGMR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TNREK+CMR10" panose="02000500000000000000"/>
                <a:ea typeface="ATNREK+CMR10" panose="02000500000000000000"/>
              </a:rPr>
              <a:t>not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TNREK+CMR10" panose="02000500000000000000"/>
                <a:ea typeface="ATNREK+CMR10" panose="02000500000000000000"/>
              </a:rPr>
              <a:t>interrupt-driven</a:t>
            </a:r>
            <a:endParaRPr lang="en-US" altLang="zh-CN" sz="2000">
              <a:solidFill>
                <a:srgbClr val="000000"/>
              </a:solidFill>
              <a:latin typeface="ATNREK+CMR10" panose="02000500000000000000"/>
              <a:ea typeface="ATNREK+CMR10" panose="02000500000000000000"/>
            </a:endParaRPr>
          </a:p>
          <a:p>
            <a:pPr>
              <a:lnSpc>
                <a:spcPts val="3590"/>
              </a:lnSpc>
              <a:spcBef>
                <a:spcPts val="45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TUTGMR+CMSY10~25" panose="02000500000000000000"/>
                <a:ea typeface="TUTGMR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TNREK+CMR10" panose="02000500000000000000"/>
                <a:ea typeface="ATNREK+CMR10" panose="02000500000000000000"/>
              </a:rPr>
              <a:t>output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TNREK+CMR10" panose="02000500000000000000"/>
                <a:ea typeface="ATNREK+CMR10" panose="02000500000000000000"/>
              </a:rPr>
              <a:t>not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TNREK+CMR10" panose="02000500000000000000"/>
                <a:ea typeface="ATNREK+CMR10" panose="02000500000000000000"/>
              </a:rPr>
              <a:t>state-dependent</a:t>
            </a:r>
            <a:endParaRPr lang="en-US" altLang="zh-CN" sz="2000">
              <a:solidFill>
                <a:srgbClr val="000000"/>
              </a:solidFill>
              <a:latin typeface="ATNREK+CMR10" panose="02000500000000000000"/>
              <a:ea typeface="ATNREK+CMR10" panose="02000500000000000000"/>
            </a:endParaRPr>
          </a:p>
          <a:p>
            <a:pPr>
              <a:lnSpc>
                <a:spcPts val="3590"/>
              </a:lnSpc>
              <a:spcBef>
                <a:spcPts val="50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TUTGMR+CMSY10~25" panose="02000500000000000000"/>
                <a:ea typeface="TUTGMR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TNREK+CMR10" panose="02000500000000000000"/>
                <a:ea typeface="ATNREK+CMR10" panose="02000500000000000000"/>
              </a:rPr>
              <a:t>output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TNREK+CMR10" panose="02000500000000000000"/>
                <a:ea typeface="ATNREK+CMR10" panose="02000500000000000000"/>
              </a:rPr>
              <a:t>deﬁned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TNREK+CMR10" panose="02000500000000000000"/>
                <a:ea typeface="ATNREK+CMR10" panose="02000500000000000000"/>
              </a:rPr>
              <a:t>in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TNREK+CMR10" panose="02000500000000000000"/>
                <a:ea typeface="ATNREK+CMR10" panose="02000500000000000000"/>
              </a:rPr>
              <a:t>terms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TNREK+CMR10" panose="02000500000000000000"/>
                <a:ea typeface="ATNREK+CMR10" panose="02000500000000000000"/>
              </a:rPr>
              <a:t>of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TNREK+CMR10" panose="02000500000000000000"/>
                <a:ea typeface="ATNREK+CMR10" panose="02000500000000000000"/>
              </a:rPr>
              <a:t>input</a:t>
            </a:r>
            <a:endParaRPr lang="en-US" altLang="zh-CN" sz="2000">
              <a:solidFill>
                <a:srgbClr val="000000"/>
              </a:solidFill>
              <a:latin typeface="ATNREK+CMR10" panose="02000500000000000000"/>
              <a:ea typeface="ATNREK+CMR10" panose="02000500000000000000"/>
            </a:endParaRPr>
          </a:p>
          <a:p>
            <a:pPr>
              <a:lnSpc>
                <a:spcPts val="3590"/>
              </a:lnSpc>
              <a:spcBef>
                <a:spcPts val="50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TUTGMR+CMSY10~25" panose="02000500000000000000"/>
                <a:ea typeface="TUTGMR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TNREK+CMR10" panose="02000500000000000000"/>
                <a:ea typeface="ATNREK+CMR10" panose="02000500000000000000"/>
              </a:rPr>
              <a:t>sequential</a:t>
            </a:r>
            <a:endParaRPr lang="en-US" altLang="zh-CN" sz="2000">
              <a:solidFill>
                <a:srgbClr val="000000"/>
              </a:solidFill>
              <a:latin typeface="ATNREK+CMR10" panose="02000500000000000000"/>
              <a:ea typeface="ATNREK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138" y="5510213"/>
            <a:ext cx="3041650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TUTGMR+CMSY10~25" panose="02000500000000000000"/>
                <a:cs typeface="TUTGMR+CMSY10~25" panose="02000500000000000000"/>
              </a:rPr>
              <a:t>•</a:t>
            </a:r>
            <a:r>
              <a:rPr kumimoji="0" lang="en-US" sz="2050" kern="0" cap="none" spc="0" normalizeH="0" baseline="0" noProof="0">
                <a:solidFill>
                  <a:srgbClr val="000000"/>
                </a:solidFill>
                <a:latin typeface="TUTGMR+CMSY10~25" panose="02000500000000000000"/>
                <a:cs typeface="TUTGMR+CMSY10~25" panose="02000500000000000000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usually</a:t>
            </a:r>
            <a:r>
              <a:rPr kumimoji="0" sz="2050" kern="0" cap="none" spc="16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not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real-time</a:t>
            </a:r>
            <a:endParaRPr kumimoji="0" sz="2050" kern="0" cap="none" spc="0" normalizeH="0" baseline="0" noProof="0">
              <a:solidFill>
                <a:srgbClr val="000000"/>
              </a:solidFill>
              <a:latin typeface="ATNREK+CMR10" panose="02000500000000000000"/>
              <a:cs typeface="ATNREK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4588" y="6027738"/>
            <a:ext cx="8459788" cy="1082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Compiler,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assembler,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loader,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3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expert</a:t>
            </a:r>
            <a:r>
              <a:rPr kumimoji="0" sz="2050" kern="0" cap="none" spc="14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system,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optimization</a:t>
            </a:r>
            <a:endParaRPr kumimoji="0" sz="2050" kern="0" cap="none" spc="0" normalizeH="0" baseline="0" noProof="0">
              <a:solidFill>
                <a:srgbClr val="000000"/>
              </a:solidFill>
              <a:latin typeface="ATNREK+CMR10" panose="02000500000000000000"/>
              <a:cs typeface="ATNREK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41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algorithm,</a:t>
            </a:r>
            <a:r>
              <a:rPr kumimoji="0" sz="2050" kern="0" cap="none" spc="18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search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algorithm,</a:t>
            </a:r>
            <a:r>
              <a:rPr kumimoji="0" sz="2050" kern="0" cap="none" spc="18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linear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programming</a:t>
            </a:r>
            <a:r>
              <a:rPr kumimoji="0" sz="2050" kern="0" cap="none" spc="19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algorithm,</a:t>
            </a:r>
            <a:r>
              <a:rPr kumimoji="0" sz="2050" kern="0" cap="none" spc="18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etc.</a:t>
            </a:r>
            <a:endParaRPr kumimoji="0" sz="2050" kern="0" cap="none" spc="12" normalizeH="0" baseline="0" noProof="0">
              <a:solidFill>
                <a:srgbClr val="000000"/>
              </a:solidFill>
              <a:latin typeface="ATNREK+CMR10" panose="02000500000000000000"/>
              <a:cs typeface="ATNREK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IPSQBS+CMR7" panose="02000500000000000000"/>
                <a:cs typeface="IPSQBS+CMR7" panose="02000500000000000000"/>
              </a:rPr>
              <a:t>10</a:t>
            </a:r>
            <a:endParaRPr kumimoji="0" sz="1450" kern="0" cap="none" spc="0" normalizeH="0" baseline="0" noProof="0">
              <a:solidFill>
                <a:srgbClr val="000000"/>
              </a:solidFill>
              <a:latin typeface="IPSQBS+CMR7" panose="02000500000000000000"/>
              <a:cs typeface="IPSQBS+CMR7" panose="0200050000000000000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9330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2944813"/>
            <a:ext cx="6491288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QVLGWH+CMBX12~c" panose="02000500000000000000"/>
                <a:cs typeface="QVLGWH+CMBX12~c" panose="02000500000000000000"/>
              </a:rPr>
              <a:t>Design</a:t>
            </a:r>
            <a:r>
              <a:rPr kumimoji="0" sz="2500" kern="0" cap="none" spc="2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23" normalizeH="0" baseline="0" noProof="0">
                <a:solidFill>
                  <a:srgbClr val="000000"/>
                </a:solidFill>
                <a:latin typeface="QVLGWH+CMBX12~c" panose="02000500000000000000"/>
                <a:cs typeface="QVLGWH+CMBX12~c" panose="02000500000000000000"/>
              </a:rPr>
              <a:t>approach</a:t>
            </a:r>
            <a:r>
              <a:rPr kumimoji="0" sz="2500" kern="0" cap="none" spc="31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QVLGWH+CMBX12~c" panose="02000500000000000000"/>
                <a:cs typeface="QVLGWH+CMBX12~c" panose="02000500000000000000"/>
              </a:rPr>
              <a:t>to</a:t>
            </a:r>
            <a:r>
              <a:rPr kumimoji="0" sz="2500" kern="0" cap="none" spc="31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20" normalizeH="0" baseline="0" noProof="0">
                <a:solidFill>
                  <a:srgbClr val="000000"/>
                </a:solidFill>
                <a:latin typeface="QVLGWH+CMBX12~c" panose="02000500000000000000"/>
                <a:cs typeface="QVLGWH+CMBX12~c" panose="02000500000000000000"/>
              </a:rPr>
              <a:t>reactive</a:t>
            </a:r>
            <a:r>
              <a:rPr kumimoji="0" sz="2500" kern="0" cap="none" spc="30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QVLGWH+CMBX12~c" panose="02000500000000000000"/>
                <a:cs typeface="QVLGWH+CMBX12~c" panose="02000500000000000000"/>
              </a:rPr>
              <a:t>systems</a:t>
            </a:r>
            <a:endParaRPr kumimoji="0" sz="2500" kern="0" cap="none" spc="0" normalizeH="0" baseline="0" noProof="0">
              <a:solidFill>
                <a:srgbClr val="000000"/>
              </a:solidFill>
              <a:latin typeface="QVLGWH+CMBX12~c" panose="02000500000000000000"/>
              <a:cs typeface="QVLGWH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588" y="3411538"/>
            <a:ext cx="8353425" cy="1933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-16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To</a:t>
            </a:r>
            <a:r>
              <a:rPr kumimoji="0" sz="2050" kern="0" cap="none" spc="33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design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reactive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systems,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environment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1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models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are</a:t>
            </a:r>
            <a:r>
              <a:rPr kumimoji="0" sz="2050" kern="0" cap="none" spc="19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important:</a:t>
            </a:r>
            <a:endParaRPr kumimoji="0" sz="2050" kern="0" cap="none" spc="0" normalizeH="0" baseline="0" noProof="0">
              <a:solidFill>
                <a:srgbClr val="000000"/>
              </a:solidFill>
              <a:latin typeface="COJGMA+CMR10" panose="02000500000000000000"/>
              <a:cs typeface="COJGMA+CMR10" panose="02000500000000000000"/>
            </a:endParaRPr>
          </a:p>
          <a:p>
            <a:pPr marL="210185" marR="0" defTabSz="914400" fontAlgn="auto">
              <a:lnSpc>
                <a:spcPts val="3585"/>
              </a:lnSpc>
              <a:spcBef>
                <a:spcPts val="4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NLGRRV+CMSY10~25" panose="02000500000000000000"/>
                <a:cs typeface="NLGRRV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Possible</a:t>
            </a:r>
            <a:r>
              <a:rPr kumimoji="0" sz="2050" kern="0" cap="none" spc="18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entities</a:t>
            </a:r>
            <a:r>
              <a:rPr kumimoji="0" sz="2050" kern="0" cap="none" spc="1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behavior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environment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(chapter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2).</a:t>
            </a:r>
            <a:endParaRPr kumimoji="0" sz="2050" kern="0" cap="none" spc="0" normalizeH="0" baseline="0" noProof="0">
              <a:solidFill>
                <a:srgbClr val="000000"/>
              </a:solidFill>
              <a:latin typeface="COJGMA+CMR10" panose="02000500000000000000"/>
              <a:cs typeface="COJGMA+CMR10" panose="02000500000000000000"/>
            </a:endParaRPr>
          </a:p>
          <a:p>
            <a:pPr marL="210185" marR="0" defTabSz="914400" fontAlgn="auto">
              <a:lnSpc>
                <a:spcPts val="3585"/>
              </a:lnSpc>
              <a:spcBef>
                <a:spcPts val="4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NLGRRV+CMSY10~25" panose="02000500000000000000"/>
                <a:cs typeface="NLGRRV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Communication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system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with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environment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(chapter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3)</a:t>
            </a:r>
            <a:endParaRPr kumimoji="0" sz="2050" kern="0" cap="none" spc="0" normalizeH="0" baseline="0" noProof="0">
              <a:solidFill>
                <a:srgbClr val="000000"/>
              </a:solidFill>
              <a:latin typeface="COJGMA+CMR10" panose="02000500000000000000"/>
              <a:cs typeface="COJGMA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RMSWIO+CMR7" panose="02000500000000000000"/>
                <a:cs typeface="RMSWIO+CMR7" panose="02000500000000000000"/>
              </a:rPr>
              <a:t>11</a:t>
            </a:r>
            <a:endParaRPr kumimoji="0" sz="1450" kern="0" cap="none" spc="0" normalizeH="0" baseline="0" noProof="0">
              <a:solidFill>
                <a:srgbClr val="000000"/>
              </a:solidFill>
              <a:latin typeface="RMSWIO+CMR7" panose="02000500000000000000"/>
              <a:cs typeface="RMSWIO+CMR7" panose="0200050000000000000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0354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57488" y="1693863"/>
            <a:ext cx="5226050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3" normalizeH="0" baseline="0" noProof="0">
                <a:solidFill>
                  <a:srgbClr val="000000"/>
                </a:solidFill>
                <a:latin typeface="AICAMU+CMBX12~c" panose="02000500000000000000"/>
                <a:cs typeface="AICAMU+CMBX12~c" panose="02000500000000000000"/>
              </a:rPr>
              <a:t>Chapter</a:t>
            </a:r>
            <a:r>
              <a:rPr kumimoji="0" sz="2500" kern="0" cap="none" spc="31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AICAMU+CMBX12~c" panose="02000500000000000000"/>
                <a:cs typeface="AICAMU+CMBX12~c" panose="02000500000000000000"/>
              </a:rPr>
              <a:t>2.</a:t>
            </a:r>
            <a:r>
              <a:rPr kumimoji="0" sz="2500" kern="0" cap="none" spc="62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3" normalizeH="0" baseline="0" noProof="0">
                <a:solidFill>
                  <a:srgbClr val="000000"/>
                </a:solidFill>
                <a:latin typeface="AICAMU+CMBX12~c" panose="02000500000000000000"/>
                <a:cs typeface="AICAMU+CMBX12~c" panose="02000500000000000000"/>
              </a:rPr>
              <a:t>The</a:t>
            </a:r>
            <a:r>
              <a:rPr kumimoji="0" sz="2500" kern="0" cap="none" spc="30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26" normalizeH="0" baseline="0" noProof="0">
                <a:solidFill>
                  <a:srgbClr val="000000"/>
                </a:solidFill>
                <a:latin typeface="AICAMU+CMBX12~c" panose="02000500000000000000"/>
                <a:cs typeface="AICAMU+CMBX12~c" panose="02000500000000000000"/>
              </a:rPr>
              <a:t>Environment</a:t>
            </a:r>
            <a:endParaRPr kumimoji="0" sz="2500" kern="0" cap="none" spc="-26" normalizeH="0" baseline="0" noProof="0">
              <a:solidFill>
                <a:srgbClr val="000000"/>
              </a:solidFill>
              <a:latin typeface="AICAMU+CMBX12~c" panose="02000500000000000000"/>
              <a:cs typeface="AICAMU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588" y="2211388"/>
            <a:ext cx="2112963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AICAMU+CMBX12~c" panose="02000500000000000000"/>
                <a:cs typeface="AICAMU+CMBX12~c" panose="02000500000000000000"/>
              </a:rPr>
              <a:t>Example</a:t>
            </a:r>
            <a:r>
              <a:rPr kumimoji="0" sz="2500" kern="0" cap="none" spc="2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AICAMU+CMBX12~c" panose="02000500000000000000"/>
                <a:cs typeface="AICAMU+CMBX12~c" panose="02000500000000000000"/>
              </a:rPr>
              <a:t>1</a:t>
            </a:r>
            <a:endParaRPr kumimoji="0" sz="2500" kern="0" cap="none" spc="0" normalizeH="0" baseline="0" noProof="0">
              <a:solidFill>
                <a:srgbClr val="000000"/>
              </a:solidFill>
              <a:latin typeface="AICAMU+CMBX12~c" panose="02000500000000000000"/>
              <a:cs typeface="AICAMU+CMBX12~c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68438" y="3879850"/>
            <a:ext cx="1030288" cy="528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kern="0" cap="none" spc="-10" normalizeH="0" baseline="0" noProof="0">
                <a:solidFill>
                  <a:srgbClr val="000000"/>
                </a:solidFill>
                <a:latin typeface="FHVVQC+Helvetica" panose="020B0604020202020204"/>
                <a:cs typeface="FHVVQC+Helvetica" panose="020B0604020202020204"/>
              </a:rPr>
              <a:t>Group</a:t>
            </a:r>
            <a:r>
              <a:rPr kumimoji="0" sz="1600" kern="0" cap="none" spc="0" normalizeH="0" baseline="0" noProof="0">
                <a:solidFill>
                  <a:srgbClr val="000000"/>
                </a:solidFill>
                <a:latin typeface="FHVVQC+Helvetica" panose="020B0604020202020204"/>
                <a:cs typeface="FHVVQC+Helvetica" panose="020B0604020202020204"/>
              </a:rPr>
              <a:t> 3</a:t>
            </a:r>
            <a:endParaRPr kumimoji="0" sz="1600" kern="0" cap="none" spc="0" normalizeH="0" baseline="0" noProof="0">
              <a:solidFill>
                <a:srgbClr val="000000"/>
              </a:solidFill>
              <a:latin typeface="FHVVQC+Helvetica" panose="020B0604020202020204"/>
              <a:cs typeface="FHVVQC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11413" y="4398963"/>
            <a:ext cx="1320800" cy="779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82550">
              <a:lnSpc>
                <a:spcPts val="176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FHVVQC+Helvetica" panose="020B0604020202020204" charset="0"/>
                <a:ea typeface="宋体" panose="02010600030101010101" pitchFamily="2" charset="-122"/>
                <a:cs typeface="FHVVQC+Helvetica" panose="020B0604020202020204" charset="0"/>
              </a:rPr>
              <a:t>‘‘I want to</a:t>
            </a:r>
            <a:endParaRPr lang="en-US" altLang="zh-CN" sz="1600">
              <a:solidFill>
                <a:srgbClr val="000000"/>
              </a:solidFill>
              <a:latin typeface="FHVVQC+Helvetica" panose="020B0604020202020204" charset="0"/>
              <a:ea typeface="宋体" panose="02010600030101010101" pitchFamily="2" charset="-122"/>
              <a:cs typeface="FHVVQC+Helvetica" panose="020B0604020202020204" charset="0"/>
            </a:endParaRPr>
          </a:p>
          <a:p>
            <a:pPr marL="82550">
              <a:lnSpc>
                <a:spcPts val="1765"/>
              </a:lnSpc>
              <a:spcBef>
                <a:spcPts val="165"/>
              </a:spcBef>
              <a:buNone/>
            </a:pPr>
            <a:r>
              <a:rPr lang="en-US" altLang="zh-CN" sz="1600">
                <a:solidFill>
                  <a:srgbClr val="000000"/>
                </a:solidFill>
                <a:latin typeface="FHVVQC+Helvetica" panose="020B0604020202020204" charset="0"/>
                <a:ea typeface="宋体" panose="02010600030101010101" pitchFamily="2" charset="-122"/>
                <a:cs typeface="FHVVQC+Helvetica" panose="020B0604020202020204" charset="0"/>
              </a:rPr>
              <a:t>participate’’</a:t>
            </a:r>
            <a:endParaRPr lang="en-US" altLang="zh-CN" sz="1600">
              <a:solidFill>
                <a:srgbClr val="000000"/>
              </a:solidFill>
              <a:latin typeface="FHVVQC+Helvetica" panose="020B0604020202020204" charset="0"/>
              <a:ea typeface="FHVVQC+Helvetica" panose="020B060402020202020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40325" y="4414838"/>
            <a:ext cx="1589088" cy="781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76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FHVVQC+Helvetica" panose="020B0604020202020204" charset="0"/>
                <a:ea typeface="宋体" panose="02010600030101010101" pitchFamily="2" charset="-122"/>
                <a:cs typeface="FHVVQC+Helvetica" panose="020B0604020202020204" charset="0"/>
              </a:rPr>
              <a:t>‘‘XYZ wants to</a:t>
            </a:r>
            <a:endParaRPr lang="en-US" altLang="zh-CN" sz="1600">
              <a:solidFill>
                <a:srgbClr val="000000"/>
              </a:solidFill>
              <a:latin typeface="FHVVQC+Helvetica" panose="020B0604020202020204" charset="0"/>
              <a:ea typeface="宋体" panose="02010600030101010101" pitchFamily="2" charset="-122"/>
              <a:cs typeface="FHVVQC+Helvetica" panose="020B0604020202020204" charset="0"/>
            </a:endParaRPr>
          </a:p>
          <a:p>
            <a:pPr>
              <a:lnSpc>
                <a:spcPts val="1765"/>
              </a:lnSpc>
              <a:spcBef>
                <a:spcPts val="165"/>
              </a:spcBef>
              <a:buNone/>
            </a:pPr>
            <a:r>
              <a:rPr lang="en-US" altLang="zh-CN" sz="1600">
                <a:solidFill>
                  <a:srgbClr val="000000"/>
                </a:solidFill>
                <a:latin typeface="FHVVQC+Helvetica" panose="020B0604020202020204" charset="0"/>
                <a:ea typeface="宋体" panose="02010600030101010101" pitchFamily="2" charset="-122"/>
                <a:cs typeface="FHVVQC+Helvetica" panose="020B0604020202020204" charset="0"/>
              </a:rPr>
              <a:t>participate’’</a:t>
            </a:r>
            <a:endParaRPr lang="en-US" altLang="zh-CN" sz="1600">
              <a:solidFill>
                <a:srgbClr val="000000"/>
              </a:solidFill>
              <a:latin typeface="FHVVQC+Helvetica" panose="020B0604020202020204" charset="0"/>
              <a:ea typeface="FHVVQC+Helvetica" panose="020B060402020202020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08888" y="4549775"/>
            <a:ext cx="1309688" cy="1031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700"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FHVVQC+Helvetica" panose="020B0604020202020204"/>
                <a:cs typeface="FHVVQC+Helvetica" panose="020B0604020202020204"/>
              </a:rPr>
              <a:t>Training</a:t>
            </a:r>
            <a:endParaRPr kumimoji="0" sz="1600" kern="0" cap="none" spc="0" normalizeH="0" baseline="0" noProof="0">
              <a:solidFill>
                <a:srgbClr val="000000"/>
              </a:solidFill>
              <a:latin typeface="FHVVQC+Helvetica" panose="020B0604020202020204"/>
              <a:cs typeface="FHVVQC+Helvetica" panose="020B0604020202020204"/>
            </a:endParaRPr>
          </a:p>
          <a:p>
            <a:pPr marR="0" defTabSz="914400" fontAlgn="auto">
              <a:lnSpc>
                <a:spcPts val="1765"/>
              </a:lnSpc>
              <a:spcBef>
                <a:spcPts val="160"/>
              </a:spcBef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FHVVQC+Helvetica" panose="020B0604020202020204"/>
                <a:cs typeface="FHVVQC+Helvetica" panose="020B0604020202020204"/>
              </a:rPr>
              <a:t>Information</a:t>
            </a:r>
            <a:endParaRPr kumimoji="0" sz="1600" kern="0" cap="none" spc="0" normalizeH="0" baseline="0" noProof="0">
              <a:solidFill>
                <a:srgbClr val="000000"/>
              </a:solidFill>
              <a:latin typeface="FHVVQC+Helvetica" panose="020B0604020202020204"/>
              <a:cs typeface="FHVVQC+Helvetica" panose="020B0604020202020204"/>
            </a:endParaRPr>
          </a:p>
          <a:p>
            <a:pPr marL="167640" marR="0" defTabSz="914400" fontAlgn="auto">
              <a:lnSpc>
                <a:spcPts val="1765"/>
              </a:lnSpc>
              <a:spcBef>
                <a:spcPts val="210"/>
              </a:spcBef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FHVVQC+Helvetica" panose="020B0604020202020204"/>
                <a:cs typeface="FHVVQC+Helvetica" panose="020B0604020202020204"/>
              </a:rPr>
              <a:t>System</a:t>
            </a:r>
            <a:endParaRPr kumimoji="0" sz="1600" kern="0" cap="none" spc="0" normalizeH="0" baseline="0" noProof="0">
              <a:solidFill>
                <a:srgbClr val="000000"/>
              </a:solidFill>
              <a:latin typeface="FHVVQC+Helvetica" panose="020B0604020202020204"/>
              <a:cs typeface="FHVVQC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56150" y="5319713"/>
            <a:ext cx="2747963" cy="528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76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FHVVQC+Helvetica" panose="020B0604020202020204" charset="0"/>
                <a:ea typeface="宋体" panose="02010600030101010101" pitchFamily="2" charset="-122"/>
                <a:cs typeface="FHVVQC+Helvetica" panose="020B0604020202020204" charset="0"/>
              </a:rPr>
              <a:t>‘‘XYZ allocated to group 3’’</a:t>
            </a:r>
            <a:endParaRPr lang="en-US" altLang="zh-CN" sz="1600">
              <a:solidFill>
                <a:srgbClr val="000000"/>
              </a:solidFill>
              <a:latin typeface="FHVVQC+Helvetica" panose="020B0604020202020204" charset="0"/>
              <a:ea typeface="FHVVQC+Helvetica" panose="020B060402020202020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00150" y="5470525"/>
            <a:ext cx="1733550" cy="779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1325"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FHVVQC+Helvetica" panose="020B0604020202020204"/>
                <a:cs typeface="FHVVQC+Helvetica" panose="020B0604020202020204"/>
              </a:rPr>
              <a:t>Joiner</a:t>
            </a:r>
            <a:endParaRPr kumimoji="0" sz="1600" kern="0" cap="none" spc="0" normalizeH="0" baseline="0" noProof="0">
              <a:solidFill>
                <a:srgbClr val="000000"/>
              </a:solidFill>
              <a:latin typeface="FHVVQC+Helvetica" panose="020B0604020202020204"/>
              <a:cs typeface="FHVVQC+Helvetica" panose="020B0604020202020204"/>
            </a:endParaRPr>
          </a:p>
          <a:p>
            <a:pPr marR="0" defTabSz="914400" fontAlgn="auto">
              <a:lnSpc>
                <a:spcPts val="1765"/>
              </a:lnSpc>
              <a:spcBef>
                <a:spcPts val="160"/>
              </a:spcBef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FHVVQC+Helvetica" panose="020B0604020202020204"/>
                <a:cs typeface="FHVVQC+Helvetica" panose="020B0604020202020204"/>
              </a:rPr>
              <a:t>(new </a:t>
            </a:r>
            <a:r>
              <a:rPr kumimoji="0" sz="1600" kern="0" cap="none" spc="-10" normalizeH="0" baseline="0" noProof="0">
                <a:solidFill>
                  <a:srgbClr val="000000"/>
                </a:solidFill>
                <a:latin typeface="FHVVQC+Helvetica" panose="020B0604020202020204"/>
                <a:cs typeface="FHVVQC+Helvetica" panose="020B0604020202020204"/>
              </a:rPr>
              <a:t>employee)</a:t>
            </a:r>
            <a:endParaRPr kumimoji="0" sz="1600" kern="0" cap="none" spc="-10" normalizeH="0" baseline="0" noProof="0">
              <a:solidFill>
                <a:srgbClr val="000000"/>
              </a:solidFill>
              <a:latin typeface="FHVVQC+Helvetica" panose="020B0604020202020204"/>
              <a:cs typeface="FHVVQC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87725" y="5470525"/>
            <a:ext cx="1377950" cy="779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FHVVQC+Helvetica" panose="020B0604020202020204"/>
                <a:cs typeface="FHVVQC+Helvetica" panose="020B0604020202020204"/>
              </a:rPr>
              <a:t>Registration</a:t>
            </a:r>
            <a:endParaRPr kumimoji="0" sz="1600" kern="0" cap="none" spc="0" normalizeH="0" baseline="0" noProof="0">
              <a:solidFill>
                <a:srgbClr val="000000"/>
              </a:solidFill>
              <a:latin typeface="FHVVQC+Helvetica" panose="020B0604020202020204"/>
              <a:cs typeface="FHVVQC+Helvetica" panose="020B0604020202020204"/>
            </a:endParaRPr>
          </a:p>
          <a:p>
            <a:pPr marL="323850" marR="0" defTabSz="914400" fontAlgn="auto">
              <a:lnSpc>
                <a:spcPts val="1765"/>
              </a:lnSpc>
              <a:spcBef>
                <a:spcPts val="160"/>
              </a:spcBef>
              <a:buClrTx/>
              <a:buSzTx/>
              <a:buFontTx/>
              <a:buNone/>
              <a:defRPr/>
            </a:pPr>
            <a:r>
              <a:rPr kumimoji="0" sz="1600" kern="0" cap="none" spc="-10" normalizeH="0" baseline="0" noProof="0">
                <a:solidFill>
                  <a:srgbClr val="000000"/>
                </a:solidFill>
                <a:latin typeface="FHVVQC+Helvetica" panose="020B0604020202020204"/>
                <a:cs typeface="FHVVQC+Helvetica" panose="020B0604020202020204"/>
              </a:rPr>
              <a:t>desk</a:t>
            </a:r>
            <a:endParaRPr kumimoji="0" sz="1600" kern="0" cap="none" spc="-10" normalizeH="0" baseline="0" noProof="0">
              <a:solidFill>
                <a:srgbClr val="000000"/>
              </a:solidFill>
              <a:latin typeface="FHVVQC+Helvetica" panose="020B0604020202020204"/>
              <a:cs typeface="FHVVQC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QRMGAW+CMR7" panose="02000500000000000000"/>
                <a:cs typeface="QRMGAW+CMR7" panose="02000500000000000000"/>
              </a:rPr>
              <a:t>12</a:t>
            </a:r>
            <a:endParaRPr kumimoji="0" sz="1450" kern="0" cap="none" spc="0" normalizeH="0" baseline="0" noProof="0">
              <a:solidFill>
                <a:srgbClr val="000000"/>
              </a:solidFill>
              <a:latin typeface="QRMGAW+CMR7" panose="02000500000000000000"/>
              <a:cs typeface="QRMGAW+CMR7" panose="0200050000000000000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1378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00438" y="2271713"/>
            <a:ext cx="1006475" cy="528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b="1" i="1" kern="0" cap="none" spc="-11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subject</a:t>
            </a:r>
            <a:endParaRPr kumimoji="0" sz="1600" b="1" i="1" kern="0" cap="none" spc="-11" normalizeH="0" baseline="0" noProof="0">
              <a:solidFill>
                <a:srgbClr val="000000"/>
              </a:solidFill>
              <a:latin typeface="MCJDBG+Helvetica-BoldOblique" panose="020B0704020202090204"/>
              <a:cs typeface="MCJDBG+Helvetica-BoldOblique" panose="020B070402020209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00750" y="2271713"/>
            <a:ext cx="2359025" cy="528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b="1" i="1" kern="0" cap="none" spc="-13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Message</a:t>
            </a:r>
            <a:r>
              <a:rPr kumimoji="0" sz="1600" b="1" i="1" kern="0" cap="none" spc="0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 </a:t>
            </a:r>
            <a:r>
              <a:rPr kumimoji="0" sz="1600" b="1" i="1" kern="0" cap="none" spc="-12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about</a:t>
            </a:r>
            <a:r>
              <a:rPr kumimoji="0" sz="1600" b="1" i="1" kern="0" cap="none" spc="0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 </a:t>
            </a:r>
            <a:r>
              <a:rPr kumimoji="0" sz="1600" b="1" i="1" kern="0" cap="none" spc="-10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joiner</a:t>
            </a:r>
            <a:endParaRPr kumimoji="0" sz="1600" b="1" i="1" kern="0" cap="none" spc="-10" normalizeH="0" baseline="0" noProof="0">
              <a:solidFill>
                <a:srgbClr val="000000"/>
              </a:solidFill>
              <a:latin typeface="MCJDBG+Helvetica-BoldOblique" panose="020B0704020202090204"/>
              <a:cs typeface="MCJDBG+Helvetica-BoldOblique" panose="020B070402020209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51000" y="2606675"/>
            <a:ext cx="1028700" cy="21161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kern="0" cap="none" spc="-12" normalizeH="0" baseline="0" noProof="0">
                <a:solidFill>
                  <a:srgbClr val="000000"/>
                </a:solidFill>
                <a:latin typeface="QQEIGD+Helvetica" panose="020B0604020202020204"/>
                <a:cs typeface="QQEIGD+Helvetica" panose="020B0604020202020204"/>
              </a:rPr>
              <a:t>Group</a:t>
            </a:r>
            <a:r>
              <a:rPr kumimoji="0" sz="1600" kern="0" cap="none" spc="0" normalizeH="0" baseline="0" noProof="0">
                <a:solidFill>
                  <a:srgbClr val="000000"/>
                </a:solidFill>
                <a:latin typeface="QQEIGD+Helvetica" panose="020B0604020202020204"/>
                <a:cs typeface="QQEIGD+Helvetica" panose="020B0604020202020204"/>
              </a:rPr>
              <a:t> 3</a:t>
            </a:r>
            <a:endParaRPr kumimoji="0" sz="1600" kern="0" cap="none" spc="0" normalizeH="0" baseline="0" noProof="0">
              <a:solidFill>
                <a:srgbClr val="000000"/>
              </a:solidFill>
              <a:latin typeface="QQEIGD+Helvetica" panose="020B0604020202020204"/>
              <a:cs typeface="QQEIGD+Helvetica" panose="020B0604020202020204"/>
            </a:endParaRPr>
          </a:p>
          <a:p>
            <a:pPr marL="172720" marR="0" defTabSz="914400" fontAlgn="auto">
              <a:lnSpc>
                <a:spcPts val="1765"/>
              </a:lnSpc>
              <a:spcBef>
                <a:spcPts val="10735"/>
              </a:spcBef>
              <a:buClrTx/>
              <a:buSzTx/>
              <a:buFontTx/>
              <a:buNone/>
              <a:defRPr/>
            </a:pPr>
            <a:r>
              <a:rPr kumimoji="0" sz="1600" kern="0" cap="none" spc="-10" normalizeH="0" baseline="0" noProof="0">
                <a:solidFill>
                  <a:srgbClr val="000000"/>
                </a:solidFill>
                <a:latin typeface="QQEIGD+Helvetica" panose="020B0604020202020204"/>
                <a:cs typeface="QQEIGD+Helvetica" panose="020B0604020202020204"/>
              </a:rPr>
              <a:t>Joiner</a:t>
            </a:r>
            <a:endParaRPr kumimoji="0" sz="1600" kern="0" cap="none" spc="-10" normalizeH="0" baseline="0" noProof="0">
              <a:solidFill>
                <a:srgbClr val="000000"/>
              </a:solidFill>
              <a:latin typeface="QQEIGD+Helvetica" panose="020B0604020202020204"/>
              <a:cs typeface="QQEIGD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92388" y="3124200"/>
            <a:ext cx="1319213" cy="779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82550">
              <a:lnSpc>
                <a:spcPts val="176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QQEIGD+Helvetica" panose="020B0604020202020204" charset="0"/>
                <a:ea typeface="宋体" panose="02010600030101010101" pitchFamily="2" charset="-122"/>
                <a:cs typeface="QQEIGD+Helvetica" panose="020B0604020202020204" charset="0"/>
              </a:rPr>
              <a:t>‘‘I want to</a:t>
            </a:r>
            <a:endParaRPr lang="en-US" altLang="zh-CN" sz="1600">
              <a:solidFill>
                <a:srgbClr val="000000"/>
              </a:solidFill>
              <a:latin typeface="QQEIGD+Helvetica" panose="020B0604020202020204" charset="0"/>
              <a:ea typeface="宋体" panose="02010600030101010101" pitchFamily="2" charset="-122"/>
              <a:cs typeface="QQEIGD+Helvetica" panose="020B0604020202020204" charset="0"/>
            </a:endParaRPr>
          </a:p>
          <a:p>
            <a:pPr marL="82550">
              <a:lnSpc>
                <a:spcPts val="1765"/>
              </a:lnSpc>
              <a:spcBef>
                <a:spcPts val="165"/>
              </a:spcBef>
              <a:buNone/>
            </a:pPr>
            <a:r>
              <a:rPr lang="en-US" altLang="zh-CN" sz="1600">
                <a:solidFill>
                  <a:srgbClr val="000000"/>
                </a:solidFill>
                <a:latin typeface="QQEIGD+Helvetica" panose="020B0604020202020204" charset="0"/>
                <a:ea typeface="宋体" panose="02010600030101010101" pitchFamily="2" charset="-122"/>
                <a:cs typeface="QQEIGD+Helvetica" panose="020B0604020202020204" charset="0"/>
              </a:rPr>
              <a:t>participate’’</a:t>
            </a:r>
            <a:endParaRPr lang="en-US" altLang="zh-CN" sz="1600">
              <a:solidFill>
                <a:srgbClr val="000000"/>
              </a:solidFill>
              <a:latin typeface="QQEIGD+Helvetica" panose="020B0604020202020204" charset="0"/>
              <a:ea typeface="QQEIGD+Helvetica" panose="020B060402020202020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65763" y="3140075"/>
            <a:ext cx="1587500" cy="530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QQEIGD+Helvetica" panose="020B0604020202020204"/>
                <a:cs typeface="QQEIGD+Helvetica" panose="020B0604020202020204"/>
              </a:rPr>
              <a:t>‘‘XYZ </a:t>
            </a:r>
            <a:r>
              <a:rPr kumimoji="0" sz="1600" kern="0" cap="none" spc="-11" normalizeH="0" baseline="0" noProof="0">
                <a:solidFill>
                  <a:srgbClr val="000000"/>
                </a:solidFill>
                <a:latin typeface="QQEIGD+Helvetica" panose="020B0604020202020204"/>
                <a:cs typeface="QQEIGD+Helvetica" panose="020B0604020202020204"/>
              </a:rPr>
              <a:t>wants</a:t>
            </a:r>
            <a:r>
              <a:rPr kumimoji="0" sz="1600" kern="0" cap="none" spc="0" normalizeH="0" baseline="0" noProof="0">
                <a:solidFill>
                  <a:srgbClr val="000000"/>
                </a:solidFill>
                <a:latin typeface="QQEIGD+Helvetica" panose="020B0604020202020204"/>
                <a:cs typeface="QQEIGD+Helvetica" panose="020B0604020202020204"/>
              </a:rPr>
              <a:t> to</a:t>
            </a:r>
            <a:endParaRPr kumimoji="0" sz="1600" kern="0" cap="none" spc="0" normalizeH="0" baseline="0" noProof="0">
              <a:solidFill>
                <a:srgbClr val="000000"/>
              </a:solidFill>
              <a:latin typeface="QQEIGD+Helvetica" panose="020B0604020202020204"/>
              <a:cs typeface="QQEIGD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10475" y="3275013"/>
            <a:ext cx="1308100" cy="10302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065"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QQEIGD+Helvetica" panose="020B0604020202020204"/>
                <a:cs typeface="QQEIGD+Helvetica" panose="020B0604020202020204"/>
              </a:rPr>
              <a:t>Training</a:t>
            </a:r>
            <a:endParaRPr kumimoji="0" sz="1600" kern="0" cap="none" spc="0" normalizeH="0" baseline="0" noProof="0">
              <a:solidFill>
                <a:srgbClr val="000000"/>
              </a:solidFill>
              <a:latin typeface="QQEIGD+Helvetica" panose="020B0604020202020204"/>
              <a:cs typeface="QQEIGD+Helvetica" panose="020B0604020202020204"/>
            </a:endParaRPr>
          </a:p>
          <a:p>
            <a:pPr marR="0" defTabSz="914400" fontAlgn="auto">
              <a:lnSpc>
                <a:spcPts val="1765"/>
              </a:lnSpc>
              <a:spcBef>
                <a:spcPts val="160"/>
              </a:spcBef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QQEIGD+Helvetica" panose="020B0604020202020204"/>
                <a:cs typeface="QQEIGD+Helvetica" panose="020B0604020202020204"/>
              </a:rPr>
              <a:t>Information</a:t>
            </a:r>
            <a:endParaRPr kumimoji="0" sz="1600" kern="0" cap="none" spc="0" normalizeH="0" baseline="0" noProof="0">
              <a:solidFill>
                <a:srgbClr val="000000"/>
              </a:solidFill>
              <a:latin typeface="QQEIGD+Helvetica" panose="020B0604020202020204"/>
              <a:cs typeface="QQEIGD+Helvetica" panose="020B0604020202020204"/>
            </a:endParaRPr>
          </a:p>
          <a:p>
            <a:pPr marL="167005" marR="0" defTabSz="914400" fontAlgn="auto">
              <a:lnSpc>
                <a:spcPts val="1765"/>
              </a:lnSpc>
              <a:spcBef>
                <a:spcPts val="210"/>
              </a:spcBef>
              <a:buClrTx/>
              <a:buSzTx/>
              <a:buFontTx/>
              <a:buNone/>
              <a:defRPr/>
            </a:pPr>
            <a:r>
              <a:rPr kumimoji="0" sz="1600" kern="0" cap="none" spc="-11" normalizeH="0" baseline="0" noProof="0">
                <a:solidFill>
                  <a:srgbClr val="000000"/>
                </a:solidFill>
                <a:latin typeface="QQEIGD+Helvetica" panose="020B0604020202020204"/>
                <a:cs typeface="QQEIGD+Helvetica" panose="020B0604020202020204"/>
              </a:rPr>
              <a:t>System</a:t>
            </a:r>
            <a:endParaRPr kumimoji="0" sz="1600" kern="0" cap="none" spc="-11" normalizeH="0" baseline="0" noProof="0">
              <a:solidFill>
                <a:srgbClr val="000000"/>
              </a:solidFill>
              <a:latin typeface="QQEIGD+Helvetica" panose="020B0604020202020204"/>
              <a:cs typeface="QQEIGD+Helvetica" panose="020B0604020202020204"/>
            </a:endParaRPr>
          </a:p>
        </p:txBody>
      </p:sp>
      <p:sp>
        <p:nvSpPr>
          <p:cNvPr id="101385" name="object 9"/>
          <p:cNvSpPr txBox="1"/>
          <p:nvPr/>
        </p:nvSpPr>
        <p:spPr>
          <a:xfrm>
            <a:off x="5600700" y="3390900"/>
            <a:ext cx="1319213" cy="52863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76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QQEIGD+Helvetica" panose="020B0604020202020204" charset="0"/>
                <a:ea typeface="宋体" panose="02010600030101010101" pitchFamily="2" charset="-122"/>
                <a:cs typeface="QQEIGD+Helvetica" panose="020B0604020202020204" charset="0"/>
              </a:rPr>
              <a:t>participate’’</a:t>
            </a:r>
            <a:endParaRPr lang="en-US" altLang="zh-CN" sz="1600">
              <a:solidFill>
                <a:srgbClr val="000000"/>
              </a:solidFill>
              <a:latin typeface="QQEIGD+Helvetica" panose="020B0604020202020204" charset="0"/>
              <a:ea typeface="QQEIGD+Helvetica" panose="020B060402020202020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81550" y="3943350"/>
            <a:ext cx="2743200" cy="528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76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QQEIGD+Helvetica" panose="020B0604020202020204" charset="0"/>
                <a:ea typeface="宋体" panose="02010600030101010101" pitchFamily="2" charset="-122"/>
                <a:cs typeface="QQEIGD+Helvetica" panose="020B0604020202020204" charset="0"/>
              </a:rPr>
              <a:t>‘‘XYZ allocated to group 3’’</a:t>
            </a:r>
            <a:endParaRPr lang="en-US" altLang="zh-CN" sz="1600">
              <a:solidFill>
                <a:srgbClr val="000000"/>
              </a:solidFill>
              <a:latin typeface="QQEIGD+Helvetica" panose="020B0604020202020204" charset="0"/>
              <a:ea typeface="QQEIGD+Helvetica" panose="020B060402020202020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67113" y="4194175"/>
            <a:ext cx="1374775" cy="779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QQEIGD+Helvetica" panose="020B0604020202020204"/>
                <a:cs typeface="QQEIGD+Helvetica" panose="020B0604020202020204"/>
              </a:rPr>
              <a:t>Registration</a:t>
            </a:r>
            <a:endParaRPr kumimoji="0" sz="1600" kern="0" cap="none" spc="0" normalizeH="0" baseline="0" noProof="0">
              <a:solidFill>
                <a:srgbClr val="000000"/>
              </a:solidFill>
              <a:latin typeface="QQEIGD+Helvetica" panose="020B0604020202020204"/>
              <a:cs typeface="QQEIGD+Helvetica" panose="020B0604020202020204"/>
            </a:endParaRPr>
          </a:p>
          <a:p>
            <a:pPr marL="323215" marR="0" defTabSz="914400" fontAlgn="auto">
              <a:lnSpc>
                <a:spcPts val="1765"/>
              </a:lnSpc>
              <a:spcBef>
                <a:spcPts val="160"/>
              </a:spcBef>
              <a:buClrTx/>
              <a:buSzTx/>
              <a:buFontTx/>
              <a:buNone/>
              <a:defRPr/>
            </a:pPr>
            <a:r>
              <a:rPr kumimoji="0" sz="1600" kern="0" cap="none" spc="-11" normalizeH="0" baseline="0" noProof="0">
                <a:solidFill>
                  <a:srgbClr val="000000"/>
                </a:solidFill>
                <a:latin typeface="QQEIGD+Helvetica" panose="020B0604020202020204"/>
                <a:cs typeface="QQEIGD+Helvetica" panose="020B0604020202020204"/>
              </a:rPr>
              <a:t>desk</a:t>
            </a:r>
            <a:endParaRPr kumimoji="0" sz="1600" kern="0" cap="none" spc="-11" normalizeH="0" baseline="0" noProof="0">
              <a:solidFill>
                <a:srgbClr val="000000"/>
              </a:solidFill>
              <a:latin typeface="QQEIGD+Helvetica" panose="020B0604020202020204"/>
              <a:cs typeface="QQEIGD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84300" y="4445000"/>
            <a:ext cx="1730375" cy="528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kern="0" cap="none" spc="-10" normalizeH="0" baseline="0" noProof="0">
                <a:solidFill>
                  <a:srgbClr val="000000"/>
                </a:solidFill>
                <a:latin typeface="QQEIGD+Helvetica" panose="020B0604020202020204"/>
                <a:cs typeface="QQEIGD+Helvetica" panose="020B0604020202020204"/>
              </a:rPr>
              <a:t>(new</a:t>
            </a:r>
            <a:r>
              <a:rPr kumimoji="0" sz="1600" kern="0" cap="none" spc="-11" normalizeH="0" baseline="0" noProof="0">
                <a:solidFill>
                  <a:srgbClr val="000000"/>
                </a:solidFill>
                <a:latin typeface="QQEIGD+Helvetica" panose="020B0604020202020204"/>
                <a:cs typeface="QQEIGD+Helvetica" panose="020B0604020202020204"/>
              </a:rPr>
              <a:t> </a:t>
            </a:r>
            <a:r>
              <a:rPr kumimoji="0" sz="1600" kern="0" cap="none" spc="-12" normalizeH="0" baseline="0" noProof="0">
                <a:solidFill>
                  <a:srgbClr val="000000"/>
                </a:solidFill>
                <a:latin typeface="QQEIGD+Helvetica" panose="020B0604020202020204"/>
                <a:cs typeface="QQEIGD+Helvetica" panose="020B0604020202020204"/>
              </a:rPr>
              <a:t>employee)</a:t>
            </a:r>
            <a:endParaRPr kumimoji="0" sz="1600" kern="0" cap="none" spc="-12" normalizeH="0" baseline="0" noProof="0">
              <a:solidFill>
                <a:srgbClr val="000000"/>
              </a:solidFill>
              <a:latin typeface="QQEIGD+Helvetica" panose="020B0604020202020204"/>
              <a:cs typeface="QQEIGD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54863" y="5113338"/>
            <a:ext cx="1384300" cy="528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b="1" i="1" kern="0" cap="none" spc="-10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Informative</a:t>
            </a:r>
            <a:endParaRPr kumimoji="0" sz="1600" b="1" i="1" kern="0" cap="none" spc="-10" normalizeH="0" baseline="0" noProof="0">
              <a:solidFill>
                <a:srgbClr val="000000"/>
              </a:solidFill>
              <a:latin typeface="MCJDBG+Helvetica-BoldOblique" panose="020B0704020202090204"/>
              <a:cs typeface="MCJDBG+Helvetica-BoldOblique" panose="020B070402020209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44600" y="5329238"/>
            <a:ext cx="2009775" cy="779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1650"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b="1" i="1" kern="0" cap="none" spc="-11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subject</a:t>
            </a:r>
            <a:endParaRPr kumimoji="0" sz="1600" b="1" i="1" kern="0" cap="none" spc="-11" normalizeH="0" baseline="0" noProof="0">
              <a:solidFill>
                <a:srgbClr val="000000"/>
              </a:solidFill>
              <a:latin typeface="MCJDBG+Helvetica-BoldOblique" panose="020B0704020202090204"/>
              <a:cs typeface="MCJDBG+Helvetica-BoldOblique" panose="020B0704020202090204"/>
            </a:endParaRPr>
          </a:p>
          <a:p>
            <a:pPr marR="0" defTabSz="914400" fontAlgn="auto">
              <a:lnSpc>
                <a:spcPts val="1765"/>
              </a:lnSpc>
              <a:spcBef>
                <a:spcPts val="160"/>
              </a:spcBef>
              <a:buClrTx/>
              <a:buSzTx/>
              <a:buFontTx/>
              <a:buNone/>
              <a:defRPr/>
            </a:pPr>
            <a:r>
              <a:rPr kumimoji="0" sz="1600" b="1" i="1" kern="0" cap="none" spc="-13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of</a:t>
            </a:r>
            <a:r>
              <a:rPr kumimoji="0" sz="1600" b="1" i="1" kern="0" cap="none" spc="0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 </a:t>
            </a:r>
            <a:r>
              <a:rPr kumimoji="0" sz="1600" b="1" i="1" kern="0" cap="none" spc="-11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both</a:t>
            </a:r>
            <a:r>
              <a:rPr kumimoji="0" sz="1600" b="1" i="1" kern="0" cap="none" spc="0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 </a:t>
            </a:r>
            <a:r>
              <a:rPr kumimoji="0" sz="1600" b="1" i="1" kern="0" cap="none" spc="-13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messages</a:t>
            </a:r>
            <a:endParaRPr kumimoji="0" sz="1600" b="1" i="1" kern="0" cap="none" spc="-13" normalizeH="0" baseline="0" noProof="0">
              <a:solidFill>
                <a:srgbClr val="000000"/>
              </a:solidFill>
              <a:latin typeface="MCJDBG+Helvetica-BoldOblique" panose="020B0704020202090204"/>
              <a:cs typeface="MCJDBG+Helvetica-BoldOblique" panose="020B070402020209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81575" y="5329238"/>
            <a:ext cx="1887538" cy="779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0"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b="1" i="1" kern="0" cap="none" spc="-13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message</a:t>
            </a:r>
            <a:r>
              <a:rPr kumimoji="0" sz="1600" b="1" i="1" kern="0" cap="none" spc="0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 </a:t>
            </a:r>
            <a:r>
              <a:rPr kumimoji="0" sz="1600" b="1" i="1" kern="0" cap="none" spc="-12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about</a:t>
            </a:r>
            <a:endParaRPr kumimoji="0" sz="1600" b="1" i="1" kern="0" cap="none" spc="-12" normalizeH="0" baseline="0" noProof="0">
              <a:solidFill>
                <a:srgbClr val="000000"/>
              </a:solidFill>
              <a:latin typeface="MCJDBG+Helvetica-BoldOblique" panose="020B0704020202090204"/>
              <a:cs typeface="MCJDBG+Helvetica-BoldOblique" panose="020B0704020202090204"/>
            </a:endParaRPr>
          </a:p>
          <a:p>
            <a:pPr marR="0" defTabSz="914400" fontAlgn="auto">
              <a:lnSpc>
                <a:spcPts val="1765"/>
              </a:lnSpc>
              <a:spcBef>
                <a:spcPts val="160"/>
              </a:spcBef>
              <a:buClrTx/>
              <a:buSzTx/>
              <a:buFontTx/>
              <a:buNone/>
              <a:defRPr/>
            </a:pPr>
            <a:r>
              <a:rPr kumimoji="0" sz="1600" b="1" i="1" kern="0" cap="none" spc="-10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joiner</a:t>
            </a:r>
            <a:r>
              <a:rPr kumimoji="0" sz="1600" b="1" i="1" kern="0" cap="none" spc="0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 </a:t>
            </a:r>
            <a:r>
              <a:rPr kumimoji="0" sz="1600" b="1" i="1" kern="0" cap="none" spc="-12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and</a:t>
            </a:r>
            <a:r>
              <a:rPr kumimoji="0" sz="1600" b="1" i="1" kern="0" cap="none" spc="0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 </a:t>
            </a:r>
            <a:r>
              <a:rPr kumimoji="0" sz="1600" b="1" i="1" kern="0" cap="none" spc="-12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group</a:t>
            </a:r>
            <a:endParaRPr kumimoji="0" sz="1600" b="1" i="1" kern="0" cap="none" spc="-12" normalizeH="0" baseline="0" noProof="0">
              <a:solidFill>
                <a:srgbClr val="000000"/>
              </a:solidFill>
              <a:latin typeface="MCJDBG+Helvetica-BoldOblique" panose="020B0704020202090204"/>
              <a:cs typeface="MCJDBG+Helvetica-BoldOblique" panose="020B070402020209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99325" y="5362575"/>
            <a:ext cx="1095375" cy="779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b="1" i="1" kern="0" cap="none" spc="-10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function</a:t>
            </a:r>
            <a:endParaRPr kumimoji="0" sz="1600" b="1" i="1" kern="0" cap="none" spc="-10" normalizeH="0" baseline="0" noProof="0">
              <a:solidFill>
                <a:srgbClr val="000000"/>
              </a:solidFill>
              <a:latin typeface="MCJDBG+Helvetica-BoldOblique" panose="020B0704020202090204"/>
              <a:cs typeface="MCJDBG+Helvetica-BoldOblique" panose="020B0704020202090204"/>
            </a:endParaRPr>
          </a:p>
          <a:p>
            <a:pPr marL="116840" marR="0" defTabSz="914400" fontAlgn="auto">
              <a:lnSpc>
                <a:spcPts val="1765"/>
              </a:lnSpc>
              <a:spcBef>
                <a:spcPts val="160"/>
              </a:spcBef>
              <a:buClrTx/>
              <a:buSzTx/>
              <a:buFontTx/>
              <a:buNone/>
              <a:defRPr/>
            </a:pPr>
            <a:r>
              <a:rPr kumimoji="0" sz="1600" b="1" i="1" kern="0" cap="none" spc="-13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of</a:t>
            </a:r>
            <a:r>
              <a:rPr kumimoji="0" sz="1600" b="1" i="1" kern="0" cap="none" spc="0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 TIS</a:t>
            </a:r>
            <a:endParaRPr kumimoji="0" sz="1600" b="1" i="1" kern="0" cap="none" spc="0" normalizeH="0" baseline="0" noProof="0">
              <a:solidFill>
                <a:srgbClr val="000000"/>
              </a:solidFill>
              <a:latin typeface="MCJDBG+Helvetica-BoldOblique" panose="020B0704020202090204"/>
              <a:cs typeface="MCJDBG+Helvetica-BoldOblique" panose="020B070402020209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67113" y="5446713"/>
            <a:ext cx="1374775" cy="528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b="1" i="1" kern="0" cap="none" spc="-11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connection</a:t>
            </a:r>
            <a:endParaRPr kumimoji="0" sz="1600" b="1" i="1" kern="0" cap="none" spc="-11" normalizeH="0" baseline="0" noProof="0">
              <a:solidFill>
                <a:srgbClr val="000000"/>
              </a:solidFill>
              <a:latin typeface="MCJDBG+Helvetica-BoldOblique" panose="020B0704020202090204"/>
              <a:cs typeface="MCJDBG+Helvetica-BoldOblique" panose="020B070402020209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NFCOSN+CMR7" panose="02000500000000000000"/>
                <a:cs typeface="NFCOSN+CMR7" panose="02000500000000000000"/>
              </a:rPr>
              <a:t>13</a:t>
            </a:r>
            <a:endParaRPr kumimoji="0" sz="1450" kern="0" cap="none" spc="0" normalizeH="0" baseline="0" noProof="0">
              <a:solidFill>
                <a:srgbClr val="000000"/>
              </a:solidFill>
              <a:latin typeface="NFCOSN+CMR7" panose="02000500000000000000"/>
              <a:cs typeface="NFCOSN+CMR7" panose="0200050000000000000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2402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044575"/>
            <a:ext cx="2112963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OWEHHP+CMBX12~c" panose="02000500000000000000"/>
                <a:cs typeface="OWEHHP+CMBX12~c" panose="02000500000000000000"/>
              </a:rPr>
              <a:t>Example</a:t>
            </a:r>
            <a:r>
              <a:rPr kumimoji="0" sz="2500" kern="0" cap="none" spc="2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OWEHHP+CMBX12~c" panose="02000500000000000000"/>
                <a:cs typeface="OWEHHP+CMBX12~c" panose="02000500000000000000"/>
              </a:rPr>
              <a:t>2</a:t>
            </a:r>
            <a:endParaRPr kumimoji="0" sz="2500" kern="0" cap="none" spc="0" normalizeH="0" baseline="0" noProof="0">
              <a:solidFill>
                <a:srgbClr val="000000"/>
              </a:solidFill>
              <a:latin typeface="OWEHHP+CMBX12~c" panose="02000500000000000000"/>
              <a:cs typeface="OWEHHP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99313" y="2543175"/>
            <a:ext cx="1198563" cy="1417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925"/>
              </a:lnSpc>
              <a:buClrTx/>
              <a:buSzTx/>
              <a:buFontTx/>
              <a:buNone/>
              <a:defRPr/>
            </a:pPr>
            <a:r>
              <a:rPr kumimoji="0" sz="1750" kern="0" cap="none" spc="-13" normalizeH="0" baseline="0" noProof="0">
                <a:solidFill>
                  <a:srgbClr val="000000"/>
                </a:solidFill>
                <a:latin typeface="POAUKU+Helvetica" panose="020B0604020202020204"/>
                <a:cs typeface="POAUKU+Helvetica" panose="020B0604020202020204"/>
              </a:rPr>
              <a:t>Operator</a:t>
            </a:r>
            <a:endParaRPr kumimoji="0" sz="1750" kern="0" cap="none" spc="-13" normalizeH="0" baseline="0" noProof="0">
              <a:solidFill>
                <a:srgbClr val="000000"/>
              </a:solidFill>
              <a:latin typeface="POAUKU+Helvetica" panose="020B0604020202020204"/>
              <a:cs typeface="POAUKU+Helvetica" panose="020B0604020202020204"/>
            </a:endParaRPr>
          </a:p>
          <a:p>
            <a:pPr marL="30480" marR="0" defTabSz="914400" fontAlgn="auto">
              <a:lnSpc>
                <a:spcPts val="1925"/>
              </a:lnSpc>
              <a:spcBef>
                <a:spcPts val="4685"/>
              </a:spcBef>
              <a:buClrTx/>
              <a:buSzTx/>
              <a:buFontTx/>
              <a:buNone/>
              <a:defRPr/>
            </a:pPr>
            <a:r>
              <a:rPr kumimoji="0" sz="1750" kern="0" cap="none" spc="-13" normalizeH="0" baseline="0" noProof="0">
                <a:solidFill>
                  <a:srgbClr val="000000"/>
                </a:solidFill>
                <a:latin typeface="POAUKU+Helvetica" panose="020B0604020202020204"/>
                <a:cs typeface="POAUKU+Helvetica" panose="020B0604020202020204"/>
              </a:rPr>
              <a:t>Console</a:t>
            </a:r>
            <a:endParaRPr kumimoji="0" sz="1750" kern="0" cap="none" spc="-13" normalizeH="0" baseline="0" noProof="0">
              <a:solidFill>
                <a:srgbClr val="000000"/>
              </a:solidFill>
              <a:latin typeface="POAUKU+Helvetica" panose="020B0604020202020204"/>
              <a:cs typeface="POAUKU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68600" y="3802063"/>
            <a:ext cx="2025650" cy="852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925"/>
              </a:lnSpc>
              <a:buClrTx/>
              <a:buSzTx/>
              <a:buFontTx/>
              <a:buNone/>
              <a:defRPr/>
            </a:pPr>
            <a:r>
              <a:rPr kumimoji="0" sz="1750" b="1" i="1" kern="0" cap="none" spc="-17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command</a:t>
            </a:r>
            <a:r>
              <a:rPr kumimoji="0" sz="1750" b="1" i="1" kern="0" cap="none" spc="0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 </a:t>
            </a:r>
            <a:r>
              <a:rPr kumimoji="0" sz="1750" b="1" i="1" kern="0" cap="none" spc="-15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about</a:t>
            </a:r>
            <a:endParaRPr kumimoji="0" sz="1750" b="1" i="1" kern="0" cap="none" spc="-15" normalizeH="0" baseline="0" noProof="0">
              <a:solidFill>
                <a:srgbClr val="000000"/>
              </a:solidFill>
              <a:latin typeface="LRHPRQ+Helvetica-BoldOblique" panose="020B0704020202090204"/>
              <a:cs typeface="LRHPRQ+Helvetica-BoldOblique" panose="020B0704020202090204"/>
            </a:endParaRPr>
          </a:p>
          <a:p>
            <a:pPr marL="200660" marR="0" defTabSz="914400" fontAlgn="auto">
              <a:lnSpc>
                <a:spcPts val="1925"/>
              </a:lnSpc>
              <a:spcBef>
                <a:spcPts val="280"/>
              </a:spcBef>
              <a:buClrTx/>
              <a:buSzTx/>
              <a:buFontTx/>
              <a:buNone/>
              <a:defRPr/>
            </a:pPr>
            <a:r>
              <a:rPr kumimoji="0" sz="1750" b="1" i="1" kern="0" cap="none" spc="-12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heating</a:t>
            </a:r>
            <a:r>
              <a:rPr kumimoji="0" sz="1750" b="1" i="1" kern="0" cap="none" spc="0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 </a:t>
            </a:r>
            <a:r>
              <a:rPr kumimoji="0" sz="1750" b="1" i="1" kern="0" cap="none" spc="-12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tank</a:t>
            </a:r>
            <a:endParaRPr kumimoji="0" sz="1750" b="1" i="1" kern="0" cap="none" spc="-12" normalizeH="0" baseline="0" noProof="0">
              <a:solidFill>
                <a:srgbClr val="000000"/>
              </a:solidFill>
              <a:latin typeface="LRHPRQ+Helvetica-BoldOblique" panose="020B0704020202090204"/>
              <a:cs typeface="LRHPRQ+Helvetica-BoldOblique" panose="020B070402020209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78625" y="3894138"/>
            <a:ext cx="1052513" cy="852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790" marR="0" defTabSz="914400" fontAlgn="auto">
              <a:lnSpc>
                <a:spcPts val="1925"/>
              </a:lnSpc>
              <a:buClrTx/>
              <a:buSzTx/>
              <a:buFontTx/>
              <a:buNone/>
              <a:defRPr/>
            </a:pPr>
            <a:r>
              <a:rPr kumimoji="0" sz="1750" kern="0" cap="none" spc="0" normalizeH="0" baseline="0" noProof="0">
                <a:solidFill>
                  <a:srgbClr val="000000"/>
                </a:solidFill>
                <a:latin typeface="POAUKU+Helvetica" panose="020B0604020202020204"/>
                <a:cs typeface="POAUKU+Helvetica" panose="020B0604020202020204"/>
              </a:rPr>
              <a:t>‘‘start</a:t>
            </a:r>
            <a:endParaRPr kumimoji="0" sz="1750" kern="0" cap="none" spc="0" normalizeH="0" baseline="0" noProof="0">
              <a:solidFill>
                <a:srgbClr val="000000"/>
              </a:solidFill>
              <a:latin typeface="POAUKU+Helvetica" panose="020B0604020202020204"/>
              <a:cs typeface="POAUKU+Helvetica" panose="020B0604020202020204"/>
            </a:endParaRPr>
          </a:p>
          <a:p>
            <a:pPr marR="0" defTabSz="914400" fontAlgn="auto">
              <a:lnSpc>
                <a:spcPts val="1925"/>
              </a:lnSpc>
              <a:spcBef>
                <a:spcPts val="280"/>
              </a:spcBef>
              <a:buClrTx/>
              <a:buSzTx/>
              <a:buFontTx/>
              <a:buNone/>
              <a:defRPr/>
            </a:pPr>
            <a:r>
              <a:rPr kumimoji="0" sz="1750" kern="0" cap="none" spc="-11" normalizeH="0" baseline="0" noProof="0">
                <a:solidFill>
                  <a:srgbClr val="000000"/>
                </a:solidFill>
                <a:latin typeface="POAUKU+Helvetica" panose="020B0604020202020204"/>
                <a:cs typeface="POAUKU+Helvetica" panose="020B0604020202020204"/>
              </a:rPr>
              <a:t>heating</a:t>
            </a:r>
            <a:endParaRPr kumimoji="0" sz="1750" kern="0" cap="none" spc="-11" normalizeH="0" baseline="0" noProof="0">
              <a:solidFill>
                <a:srgbClr val="000000"/>
              </a:solidFill>
              <a:latin typeface="POAUKU+Helvetica" panose="020B0604020202020204"/>
              <a:cs typeface="POAUKU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13500" y="4113213"/>
            <a:ext cx="455613" cy="577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925"/>
              </a:lnSpc>
              <a:buNone/>
            </a:pPr>
            <a:r>
              <a:rPr lang="en-US" altLang="zh-CN" sz="1700">
                <a:solidFill>
                  <a:srgbClr val="000000"/>
                </a:solidFill>
                <a:latin typeface="POAUKU+Helvetica" panose="020B0604020202020204" charset="0"/>
                <a:ea typeface="宋体" panose="02010600030101010101" pitchFamily="2" charset="-122"/>
                <a:cs typeface="POAUKU+Helvetica" panose="020B0604020202020204" charset="0"/>
              </a:rPr>
              <a:t>1</a:t>
            </a:r>
            <a:endParaRPr lang="en-US" altLang="zh-CN" sz="1700">
              <a:solidFill>
                <a:srgbClr val="000000"/>
              </a:solidFill>
              <a:latin typeface="POAUKU+Helvetica" panose="020B0604020202020204" charset="0"/>
              <a:ea typeface="POAUKU+Helvetica" panose="020B060402020202020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00838" y="4441825"/>
            <a:ext cx="1209675" cy="577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925"/>
              </a:lnSpc>
              <a:buNone/>
            </a:pPr>
            <a:r>
              <a:rPr lang="en-US" altLang="zh-CN" sz="1700">
                <a:solidFill>
                  <a:srgbClr val="000000"/>
                </a:solidFill>
                <a:latin typeface="POAUKU+Helvetica" panose="020B0604020202020204" charset="0"/>
                <a:ea typeface="宋体" panose="02010600030101010101" pitchFamily="2" charset="-122"/>
                <a:cs typeface="POAUKU+Helvetica" panose="020B0604020202020204" charset="0"/>
              </a:rPr>
              <a:t>the tank’’</a:t>
            </a:r>
            <a:endParaRPr lang="en-US" altLang="zh-CN" sz="1700">
              <a:solidFill>
                <a:srgbClr val="000000"/>
              </a:solidFill>
              <a:latin typeface="POAUKU+Helvetica" panose="020B0604020202020204" charset="0"/>
              <a:ea typeface="POAUKU+Helvetica" panose="020B060402020202020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17863" y="5026025"/>
            <a:ext cx="760413" cy="577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925"/>
              </a:lnSpc>
              <a:buClrTx/>
              <a:buSzTx/>
              <a:buFontTx/>
              <a:buNone/>
              <a:defRPr/>
            </a:pPr>
            <a:r>
              <a:rPr kumimoji="0" sz="1750" kern="0" cap="none" spc="-14" normalizeH="0" baseline="0" noProof="0">
                <a:solidFill>
                  <a:srgbClr val="000000"/>
                </a:solidFill>
                <a:latin typeface="POAUKU+Helvetica" panose="020B0604020202020204"/>
                <a:cs typeface="POAUKU+Helvetica" panose="020B0604020202020204"/>
              </a:rPr>
              <a:t>heat</a:t>
            </a:r>
            <a:endParaRPr kumimoji="0" sz="1750" kern="0" cap="none" spc="-14" normalizeH="0" baseline="0" noProof="0">
              <a:solidFill>
                <a:srgbClr val="000000"/>
              </a:solidFill>
              <a:latin typeface="POAUKU+Helvetica" panose="020B0604020202020204"/>
              <a:cs typeface="POAUKU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26088" y="5026025"/>
            <a:ext cx="1441450" cy="942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925"/>
              </a:lnSpc>
              <a:buNone/>
            </a:pPr>
            <a:r>
              <a:rPr lang="en-US" altLang="zh-CN" sz="1700">
                <a:solidFill>
                  <a:srgbClr val="000000"/>
                </a:solidFill>
                <a:latin typeface="POAUKU+Helvetica" panose="020B0604020202020204" charset="0"/>
                <a:ea typeface="宋体" panose="02010600030101010101" pitchFamily="2" charset="-122"/>
                <a:cs typeface="POAUKU+Helvetica" panose="020B0604020202020204" charset="0"/>
              </a:rPr>
              <a:t>‘‘switch on’’</a:t>
            </a:r>
            <a:endParaRPr lang="en-US" altLang="zh-CN" sz="1700">
              <a:solidFill>
                <a:srgbClr val="000000"/>
              </a:solidFill>
              <a:latin typeface="POAUKU+Helvetica" panose="020B0604020202020204" charset="0"/>
              <a:ea typeface="宋体" panose="02010600030101010101" pitchFamily="2" charset="-122"/>
              <a:cs typeface="POAUKU+Helvetica" panose="020B0604020202020204" charset="0"/>
            </a:endParaRPr>
          </a:p>
          <a:p>
            <a:pPr>
              <a:lnSpc>
                <a:spcPts val="1925"/>
              </a:lnSpc>
              <a:spcBef>
                <a:spcPts val="1000"/>
              </a:spcBef>
              <a:buNone/>
            </a:pPr>
            <a:r>
              <a:rPr lang="en-US" altLang="zh-CN" sz="1700">
                <a:solidFill>
                  <a:srgbClr val="000000"/>
                </a:solidFill>
                <a:latin typeface="POAUKU+Helvetica" panose="020B0604020202020204" charset="0"/>
                <a:ea typeface="宋体" panose="02010600030101010101" pitchFamily="2" charset="-122"/>
                <a:cs typeface="POAUKU+Helvetica" panose="020B0604020202020204" charset="0"/>
              </a:rPr>
              <a:t>2</a:t>
            </a:r>
            <a:endParaRPr lang="en-US" altLang="zh-CN" sz="1700">
              <a:solidFill>
                <a:srgbClr val="000000"/>
              </a:solidFill>
              <a:latin typeface="POAUKU+Helvetica" panose="020B0604020202020204" charset="0"/>
              <a:ea typeface="POAUKU+Helvetica" panose="020B060402020202020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58975" y="5080000"/>
            <a:ext cx="1089025" cy="852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925"/>
              </a:lnSpc>
              <a:buClrTx/>
              <a:buSzTx/>
              <a:buFontTx/>
              <a:buNone/>
              <a:defRPr/>
            </a:pPr>
            <a:r>
              <a:rPr kumimoji="0" sz="1750" kern="0" cap="none" spc="-12" normalizeH="0" baseline="0" noProof="0">
                <a:solidFill>
                  <a:srgbClr val="000000"/>
                </a:solidFill>
                <a:latin typeface="POAUKU+Helvetica" panose="020B0604020202020204"/>
                <a:cs typeface="POAUKU+Helvetica" panose="020B0604020202020204"/>
              </a:rPr>
              <a:t>Heating</a:t>
            </a:r>
            <a:endParaRPr kumimoji="0" sz="1750" kern="0" cap="none" spc="-12" normalizeH="0" baseline="0" noProof="0">
              <a:solidFill>
                <a:srgbClr val="000000"/>
              </a:solidFill>
              <a:latin typeface="POAUKU+Helvetica" panose="020B0604020202020204"/>
              <a:cs typeface="POAUKU+Helvetica" panose="020B0604020202020204"/>
            </a:endParaRPr>
          </a:p>
          <a:p>
            <a:pPr marL="170180" marR="0" defTabSz="914400" fontAlgn="auto">
              <a:lnSpc>
                <a:spcPts val="1925"/>
              </a:lnSpc>
              <a:spcBef>
                <a:spcPts val="280"/>
              </a:spcBef>
              <a:buClrTx/>
              <a:buSzTx/>
              <a:buFontTx/>
              <a:buNone/>
              <a:defRPr/>
            </a:pPr>
            <a:r>
              <a:rPr kumimoji="0" sz="1750" kern="0" cap="none" spc="-12" normalizeH="0" baseline="0" noProof="0">
                <a:solidFill>
                  <a:srgbClr val="000000"/>
                </a:solidFill>
                <a:latin typeface="POAUKU+Helvetica" panose="020B0604020202020204"/>
                <a:cs typeface="POAUKU+Helvetica" panose="020B0604020202020204"/>
              </a:rPr>
              <a:t>tank</a:t>
            </a:r>
            <a:endParaRPr kumimoji="0" sz="1750" kern="0" cap="none" spc="-12" normalizeH="0" baseline="0" noProof="0">
              <a:solidFill>
                <a:srgbClr val="000000"/>
              </a:solidFill>
              <a:latin typeface="POAUKU+Helvetica" panose="020B0604020202020204"/>
              <a:cs typeface="POAUKU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80263" y="5080000"/>
            <a:ext cx="1235075" cy="852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 marR="0" defTabSz="914400" fontAlgn="auto">
              <a:lnSpc>
                <a:spcPts val="1925"/>
              </a:lnSpc>
              <a:buClrTx/>
              <a:buSzTx/>
              <a:buFontTx/>
              <a:buNone/>
              <a:defRPr/>
            </a:pPr>
            <a:r>
              <a:rPr kumimoji="0" sz="1750" kern="0" cap="none" spc="-12" normalizeH="0" baseline="0" noProof="0">
                <a:solidFill>
                  <a:srgbClr val="000000"/>
                </a:solidFill>
                <a:latin typeface="POAUKU+Helvetica" panose="020B0604020202020204"/>
                <a:cs typeface="POAUKU+Helvetica" panose="020B0604020202020204"/>
              </a:rPr>
              <a:t>Heating</a:t>
            </a:r>
            <a:endParaRPr kumimoji="0" sz="1750" kern="0" cap="none" spc="-12" normalizeH="0" baseline="0" noProof="0">
              <a:solidFill>
                <a:srgbClr val="000000"/>
              </a:solidFill>
              <a:latin typeface="POAUKU+Helvetica" panose="020B0604020202020204"/>
              <a:cs typeface="POAUKU+Helvetica" panose="020B0604020202020204"/>
            </a:endParaRPr>
          </a:p>
          <a:p>
            <a:pPr marR="0" defTabSz="914400" fontAlgn="auto">
              <a:lnSpc>
                <a:spcPts val="1925"/>
              </a:lnSpc>
              <a:spcBef>
                <a:spcPts val="280"/>
              </a:spcBef>
              <a:buClrTx/>
              <a:buSzTx/>
              <a:buFontTx/>
              <a:buNone/>
              <a:defRPr/>
            </a:pPr>
            <a:r>
              <a:rPr kumimoji="0" sz="1750" kern="0" cap="none" spc="-11" normalizeH="0" baseline="0" noProof="0">
                <a:solidFill>
                  <a:srgbClr val="000000"/>
                </a:solidFill>
                <a:latin typeface="POAUKU+Helvetica" panose="020B0604020202020204"/>
                <a:cs typeface="POAUKU+Helvetica" panose="020B0604020202020204"/>
              </a:rPr>
              <a:t>controller</a:t>
            </a:r>
            <a:endParaRPr kumimoji="0" sz="1750" kern="0" cap="none" spc="-11" normalizeH="0" baseline="0" noProof="0">
              <a:solidFill>
                <a:srgbClr val="000000"/>
              </a:solidFill>
              <a:latin typeface="POAUKU+Helvetica" panose="020B0604020202020204"/>
              <a:cs typeface="POAUKU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98938" y="5208588"/>
            <a:ext cx="990600" cy="577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925"/>
              </a:lnSpc>
              <a:buClrTx/>
              <a:buSzTx/>
              <a:buFontTx/>
              <a:buNone/>
              <a:defRPr/>
            </a:pPr>
            <a:r>
              <a:rPr kumimoji="0" sz="1750" kern="0" cap="none" spc="-13" normalizeH="0" baseline="0" noProof="0">
                <a:solidFill>
                  <a:srgbClr val="000000"/>
                </a:solidFill>
                <a:latin typeface="POAUKU+Helvetica" panose="020B0604020202020204"/>
                <a:cs typeface="POAUKU+Helvetica" panose="020B0604020202020204"/>
              </a:rPr>
              <a:t>Heater</a:t>
            </a:r>
            <a:endParaRPr kumimoji="0" sz="1750" kern="0" cap="none" spc="-13" normalizeH="0" baseline="0" noProof="0">
              <a:solidFill>
                <a:srgbClr val="000000"/>
              </a:solidFill>
              <a:latin typeface="POAUKU+Helvetica" panose="020B0604020202020204"/>
              <a:cs typeface="POAUKU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41475" y="6084888"/>
            <a:ext cx="1722438" cy="852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0515" marR="0" defTabSz="914400" fontAlgn="auto">
              <a:lnSpc>
                <a:spcPts val="1925"/>
              </a:lnSpc>
              <a:buClrTx/>
              <a:buSzTx/>
              <a:buFontTx/>
              <a:buNone/>
              <a:defRPr/>
            </a:pPr>
            <a:r>
              <a:rPr kumimoji="0" sz="1750" b="1" i="1" kern="0" cap="none" spc="-13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subject</a:t>
            </a:r>
            <a:endParaRPr kumimoji="0" sz="1750" b="1" i="1" kern="0" cap="none" spc="-13" normalizeH="0" baseline="0" noProof="0">
              <a:solidFill>
                <a:srgbClr val="000000"/>
              </a:solidFill>
              <a:latin typeface="LRHPRQ+Helvetica-BoldOblique" panose="020B0704020202090204"/>
              <a:cs typeface="LRHPRQ+Helvetica-BoldOblique" panose="020B0704020202090204"/>
            </a:endParaRPr>
          </a:p>
          <a:p>
            <a:pPr marR="0" defTabSz="914400" fontAlgn="auto">
              <a:lnSpc>
                <a:spcPts val="1925"/>
              </a:lnSpc>
              <a:spcBef>
                <a:spcPts val="280"/>
              </a:spcBef>
              <a:buClrTx/>
              <a:buSzTx/>
              <a:buFontTx/>
              <a:buNone/>
              <a:defRPr/>
            </a:pPr>
            <a:r>
              <a:rPr kumimoji="0" sz="1750" b="1" i="1" kern="0" cap="none" spc="-15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of</a:t>
            </a:r>
            <a:r>
              <a:rPr kumimoji="0" sz="1750" b="1" i="1" kern="0" cap="none" spc="0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 </a:t>
            </a:r>
            <a:r>
              <a:rPr kumimoji="0" sz="1750" b="1" i="1" kern="0" cap="none" spc="-16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message</a:t>
            </a:r>
            <a:r>
              <a:rPr kumimoji="0" sz="1750" b="1" i="1" kern="0" cap="none" spc="0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 1</a:t>
            </a:r>
            <a:endParaRPr kumimoji="0" sz="1750" b="1" i="1" kern="0" cap="none" spc="0" normalizeH="0" baseline="0" noProof="0">
              <a:solidFill>
                <a:srgbClr val="000000"/>
              </a:solidFill>
              <a:latin typeface="LRHPRQ+Helvetica-BoldOblique" panose="020B0704020202090204"/>
              <a:cs typeface="LRHPRQ+Helvetica-BoldOblique" panose="020B070402020209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33813" y="6084888"/>
            <a:ext cx="1720850" cy="852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0515" marR="0" defTabSz="914400" fontAlgn="auto">
              <a:lnSpc>
                <a:spcPts val="1925"/>
              </a:lnSpc>
              <a:buClrTx/>
              <a:buSzTx/>
              <a:buFontTx/>
              <a:buNone/>
              <a:defRPr/>
            </a:pPr>
            <a:r>
              <a:rPr kumimoji="0" sz="1750" b="1" i="1" kern="0" cap="none" spc="-13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subject</a:t>
            </a:r>
            <a:endParaRPr kumimoji="0" sz="1750" b="1" i="1" kern="0" cap="none" spc="-13" normalizeH="0" baseline="0" noProof="0">
              <a:solidFill>
                <a:srgbClr val="000000"/>
              </a:solidFill>
              <a:latin typeface="LRHPRQ+Helvetica-BoldOblique" panose="020B0704020202090204"/>
              <a:cs typeface="LRHPRQ+Helvetica-BoldOblique" panose="020B0704020202090204"/>
            </a:endParaRPr>
          </a:p>
          <a:p>
            <a:pPr marR="0" defTabSz="914400" fontAlgn="auto">
              <a:lnSpc>
                <a:spcPts val="1925"/>
              </a:lnSpc>
              <a:spcBef>
                <a:spcPts val="280"/>
              </a:spcBef>
              <a:buClrTx/>
              <a:buSzTx/>
              <a:buFontTx/>
              <a:buNone/>
              <a:defRPr/>
            </a:pPr>
            <a:r>
              <a:rPr kumimoji="0" sz="1750" b="1" i="1" kern="0" cap="none" spc="-15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of</a:t>
            </a:r>
            <a:r>
              <a:rPr kumimoji="0" sz="1750" b="1" i="1" kern="0" cap="none" spc="0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 </a:t>
            </a:r>
            <a:r>
              <a:rPr kumimoji="0" sz="1750" b="1" i="1" kern="0" cap="none" spc="-16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message</a:t>
            </a:r>
            <a:r>
              <a:rPr kumimoji="0" sz="1750" b="1" i="1" kern="0" cap="none" spc="0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 2</a:t>
            </a:r>
            <a:endParaRPr kumimoji="0" sz="1750" b="1" i="1" kern="0" cap="none" spc="0" normalizeH="0" baseline="0" noProof="0">
              <a:solidFill>
                <a:srgbClr val="000000"/>
              </a:solidFill>
              <a:latin typeface="LRHPRQ+Helvetica-BoldOblique" panose="020B0704020202090204"/>
              <a:cs typeface="LRHPRQ+Helvetica-BoldOblique" panose="020B070402020209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35738" y="6084888"/>
            <a:ext cx="2159000" cy="852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925"/>
              </a:lnSpc>
              <a:buClrTx/>
              <a:buSzTx/>
              <a:buFontTx/>
              <a:buNone/>
              <a:defRPr/>
            </a:pPr>
            <a:r>
              <a:rPr kumimoji="0" sz="1750" b="1" i="1" kern="0" cap="none" spc="-11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directive</a:t>
            </a:r>
            <a:r>
              <a:rPr kumimoji="0" sz="1750" b="1" i="1" kern="0" cap="none" spc="-10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 </a:t>
            </a:r>
            <a:r>
              <a:rPr kumimoji="0" sz="1750" b="1" i="1" kern="0" cap="none" spc="-12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function</a:t>
            </a:r>
            <a:endParaRPr kumimoji="0" sz="1750" b="1" i="1" kern="0" cap="none" spc="-12" normalizeH="0" baseline="0" noProof="0">
              <a:solidFill>
                <a:srgbClr val="000000"/>
              </a:solidFill>
              <a:latin typeface="LRHPRQ+Helvetica-BoldOblique" panose="020B0704020202090204"/>
              <a:cs typeface="LRHPRQ+Helvetica-BoldOblique" panose="020B0704020202090204"/>
            </a:endParaRPr>
          </a:p>
          <a:p>
            <a:pPr marL="273685" marR="0" defTabSz="914400" fontAlgn="auto">
              <a:lnSpc>
                <a:spcPts val="1925"/>
              </a:lnSpc>
              <a:spcBef>
                <a:spcPts val="280"/>
              </a:spcBef>
              <a:buClrTx/>
              <a:buSzTx/>
              <a:buFontTx/>
              <a:buNone/>
              <a:defRPr/>
            </a:pPr>
            <a:r>
              <a:rPr kumimoji="0" sz="1750" b="1" i="1" kern="0" cap="none" spc="-15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of</a:t>
            </a:r>
            <a:r>
              <a:rPr kumimoji="0" sz="1750" b="1" i="1" kern="0" cap="none" spc="0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 </a:t>
            </a:r>
            <a:r>
              <a:rPr kumimoji="0" sz="1750" b="1" i="1" kern="0" cap="none" spc="-12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controller</a:t>
            </a:r>
            <a:endParaRPr kumimoji="0" sz="1750" b="1" i="1" kern="0" cap="none" spc="-12" normalizeH="0" baseline="0" noProof="0">
              <a:solidFill>
                <a:srgbClr val="000000"/>
              </a:solidFill>
              <a:latin typeface="LRHPRQ+Helvetica-BoldOblique" panose="020B0704020202090204"/>
              <a:cs typeface="LRHPRQ+Helvetica-BoldOblique" panose="020B070402020209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KITNLQ+CMR7" panose="02000500000000000000"/>
                <a:cs typeface="KITNLQ+CMR7" panose="02000500000000000000"/>
              </a:rPr>
              <a:t>14</a:t>
            </a:r>
            <a:endParaRPr kumimoji="0" sz="1450" kern="0" cap="none" spc="0" normalizeH="0" baseline="0" noProof="0">
              <a:solidFill>
                <a:srgbClr val="000000"/>
              </a:solidFill>
              <a:latin typeface="KITNLQ+CMR7" panose="02000500000000000000"/>
              <a:cs typeface="KITNLQ+CMR7" panose="0200050000000000000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3426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704975"/>
            <a:ext cx="2112963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KVEMOK+CMBX12~c" panose="02000500000000000000"/>
                <a:cs typeface="KVEMOK+CMBX12~c" panose="02000500000000000000"/>
              </a:rPr>
              <a:t>Example</a:t>
            </a:r>
            <a:r>
              <a:rPr kumimoji="0" sz="2500" kern="0" cap="none" spc="2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KVEMOK+CMBX12~c" panose="02000500000000000000"/>
                <a:cs typeface="KVEMOK+CMBX12~c" panose="02000500000000000000"/>
              </a:rPr>
              <a:t>3</a:t>
            </a:r>
            <a:endParaRPr kumimoji="0" sz="2500" kern="0" cap="none" spc="0" normalizeH="0" baseline="0" noProof="0">
              <a:solidFill>
                <a:srgbClr val="000000"/>
              </a:solidFill>
              <a:latin typeface="KVEMOK+CMBX12~c" panose="02000500000000000000"/>
              <a:cs typeface="KVEMOK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6463" y="2689225"/>
            <a:ext cx="3119438" cy="8048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8925" marR="0" defTabSz="914400" fontAlgn="auto">
              <a:lnSpc>
                <a:spcPts val="1825"/>
              </a:lnSpc>
              <a:buClrTx/>
              <a:buSzTx/>
              <a:buFontTx/>
              <a:buNone/>
              <a:defRPr/>
            </a:pPr>
            <a:r>
              <a:rPr kumimoji="0" sz="1650" b="1" i="1" kern="0" cap="none" spc="0" normalizeH="0" baseline="0" noProof="0">
                <a:solidFill>
                  <a:srgbClr val="000000"/>
                </a:solidFill>
                <a:latin typeface="OTGJAG+Helvetica-BoldOblique" panose="020B0704020202090204"/>
                <a:cs typeface="OTGJAG+Helvetica-BoldOblique" panose="020B0704020202090204"/>
              </a:rPr>
              <a:t>Manipulative function</a:t>
            </a:r>
            <a:endParaRPr kumimoji="0" sz="1650" b="1" i="1" kern="0" cap="none" spc="0" normalizeH="0" baseline="0" noProof="0">
              <a:solidFill>
                <a:srgbClr val="000000"/>
              </a:solidFill>
              <a:latin typeface="OTGJAG+Helvetica-BoldOblique" panose="020B0704020202090204"/>
              <a:cs typeface="OTGJAG+Helvetica-BoldOblique" panose="020B0704020202090204"/>
            </a:endParaRPr>
          </a:p>
          <a:p>
            <a:pPr marR="0" defTabSz="914400" fontAlgn="auto">
              <a:lnSpc>
                <a:spcPts val="1825"/>
              </a:lnSpc>
              <a:spcBef>
                <a:spcPts val="265"/>
              </a:spcBef>
              <a:buClrTx/>
              <a:buSzTx/>
              <a:buFontTx/>
              <a:buNone/>
              <a:defRPr/>
            </a:pPr>
            <a:r>
              <a:rPr kumimoji="0" sz="1650" b="1" i="1" kern="0" cap="none" spc="0" normalizeH="0" baseline="0" noProof="0">
                <a:solidFill>
                  <a:srgbClr val="000000"/>
                </a:solidFill>
                <a:latin typeface="OTGJAG+Helvetica-BoldOblique" panose="020B0704020202090204"/>
                <a:cs typeface="OTGJAG+Helvetica-BoldOblique" panose="020B0704020202090204"/>
              </a:rPr>
              <a:t>of Electronic Ticket System</a:t>
            </a:r>
            <a:endParaRPr kumimoji="0" sz="1650" b="1" i="1" kern="0" cap="none" spc="0" normalizeH="0" baseline="0" noProof="0">
              <a:solidFill>
                <a:srgbClr val="000000"/>
              </a:solidFill>
              <a:latin typeface="OTGJAG+Helvetica-BoldOblique" panose="020B0704020202090204"/>
              <a:cs typeface="OTGJAG+Helvetica-BoldOblique" panose="020B070402020209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20888" y="3484563"/>
            <a:ext cx="2022475" cy="1065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44780">
              <a:lnSpc>
                <a:spcPts val="182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WKRCIF+Helvetica" panose="020B0604020202020204" charset="0"/>
                <a:ea typeface="宋体" panose="02010600030101010101" pitchFamily="2" charset="-122"/>
                <a:cs typeface="WKRCIF+Helvetica" panose="020B0604020202020204" charset="0"/>
              </a:rPr>
              <a:t>enter traveller’s</a:t>
            </a:r>
            <a:endParaRPr lang="en-US" altLang="zh-CN" sz="1600">
              <a:solidFill>
                <a:srgbClr val="000000"/>
              </a:solidFill>
              <a:latin typeface="WKRCIF+Helvetica" panose="020B0604020202020204" charset="0"/>
              <a:ea typeface="宋体" panose="02010600030101010101" pitchFamily="2" charset="-122"/>
              <a:cs typeface="WKRCIF+Helvetica" panose="020B0604020202020204" charset="0"/>
            </a:endParaRPr>
          </a:p>
          <a:p>
            <a:pPr marL="144780">
              <a:lnSpc>
                <a:spcPts val="1825"/>
              </a:lnSpc>
              <a:spcBef>
                <a:spcPts val="265"/>
              </a:spcBef>
              <a:buNone/>
            </a:pPr>
            <a:r>
              <a:rPr lang="en-US" altLang="zh-CN" sz="1600">
                <a:solidFill>
                  <a:srgbClr val="000000"/>
                </a:solidFill>
                <a:latin typeface="WKRCIF+Helvetica" panose="020B0604020202020204" charset="0"/>
                <a:ea typeface="宋体" panose="02010600030101010101" pitchFamily="2" charset="-122"/>
                <a:cs typeface="WKRCIF+Helvetica" panose="020B0604020202020204" charset="0"/>
              </a:rPr>
              <a:t>smart card,</a:t>
            </a:r>
            <a:endParaRPr lang="en-US" altLang="zh-CN" sz="1600">
              <a:solidFill>
                <a:srgbClr val="000000"/>
              </a:solidFill>
              <a:latin typeface="WKRCIF+Helvetica" panose="020B0604020202020204" charset="0"/>
              <a:ea typeface="宋体" panose="02010600030101010101" pitchFamily="2" charset="-122"/>
              <a:cs typeface="WKRCIF+Helvetica" panose="020B0604020202020204" charset="0"/>
            </a:endParaRPr>
          </a:p>
          <a:p>
            <a:pPr marL="144780">
              <a:lnSpc>
                <a:spcPts val="1825"/>
              </a:lnSpc>
              <a:spcBef>
                <a:spcPts val="215"/>
              </a:spcBef>
              <a:buNone/>
            </a:pPr>
            <a:r>
              <a:rPr lang="en-US" altLang="zh-CN" sz="1600">
                <a:solidFill>
                  <a:srgbClr val="000000"/>
                </a:solidFill>
                <a:latin typeface="WKRCIF+Helvetica" panose="020B0604020202020204" charset="0"/>
                <a:ea typeface="宋体" panose="02010600030101010101" pitchFamily="2" charset="-122"/>
                <a:cs typeface="WKRCIF+Helvetica" panose="020B0604020202020204" charset="0"/>
              </a:rPr>
              <a:t>push usage button</a:t>
            </a:r>
            <a:endParaRPr lang="en-US" altLang="zh-CN" sz="1600">
              <a:solidFill>
                <a:srgbClr val="000000"/>
              </a:solidFill>
              <a:latin typeface="WKRCIF+Helvetica" panose="020B0604020202020204" charset="0"/>
              <a:ea typeface="WKRCIF+Helvetica" panose="020B060402020202020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73638" y="3727450"/>
            <a:ext cx="1549400" cy="8048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82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WKRCIF+Helvetica" panose="020B0604020202020204" charset="0"/>
                <a:ea typeface="宋体" panose="02010600030101010101" pitchFamily="2" charset="-122"/>
                <a:cs typeface="WKRCIF+Helvetica" panose="020B0604020202020204" charset="0"/>
              </a:rPr>
              <a:t>‘‘Stamp ticket</a:t>
            </a:r>
            <a:endParaRPr lang="en-US" altLang="zh-CN" sz="1600">
              <a:solidFill>
                <a:srgbClr val="000000"/>
              </a:solidFill>
              <a:latin typeface="WKRCIF+Helvetica" panose="020B0604020202020204" charset="0"/>
              <a:ea typeface="宋体" panose="02010600030101010101" pitchFamily="2" charset="-122"/>
              <a:cs typeface="WKRCIF+Helvetica" panose="020B0604020202020204" charset="0"/>
            </a:endParaRPr>
          </a:p>
          <a:p>
            <a:pPr>
              <a:lnSpc>
                <a:spcPts val="1825"/>
              </a:lnSpc>
              <a:spcBef>
                <a:spcPts val="265"/>
              </a:spcBef>
              <a:buNone/>
            </a:pPr>
            <a:r>
              <a:rPr lang="en-US" altLang="zh-CN" sz="1600">
                <a:solidFill>
                  <a:srgbClr val="000000"/>
                </a:solidFill>
                <a:latin typeface="WKRCIF+Helvetica" panose="020B0604020202020204" charset="0"/>
                <a:ea typeface="宋体" panose="02010600030101010101" pitchFamily="2" charset="-122"/>
                <a:cs typeface="WKRCIF+Helvetica" panose="020B0604020202020204" charset="0"/>
              </a:rPr>
              <a:t>for usage’’</a:t>
            </a:r>
            <a:endParaRPr lang="en-US" altLang="zh-CN" sz="1600">
              <a:solidFill>
                <a:srgbClr val="000000"/>
              </a:solidFill>
              <a:latin typeface="WKRCIF+Helvetica" panose="020B0604020202020204" charset="0"/>
              <a:ea typeface="WKRCIF+Helvetica" panose="020B060402020202020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23100" y="3727450"/>
            <a:ext cx="1293813" cy="8048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1430">
              <a:lnSpc>
                <a:spcPts val="182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WKRCIF+Helvetica" panose="020B0604020202020204" charset="0"/>
                <a:ea typeface="宋体" panose="02010600030101010101" pitchFamily="2" charset="-122"/>
                <a:cs typeface="WKRCIF+Helvetica" panose="020B0604020202020204" charset="0"/>
              </a:rPr>
              <a:t>Traveller’s</a:t>
            </a:r>
            <a:endParaRPr lang="en-US" altLang="zh-CN" sz="1600">
              <a:solidFill>
                <a:srgbClr val="000000"/>
              </a:solidFill>
              <a:latin typeface="WKRCIF+Helvetica" panose="020B0604020202020204" charset="0"/>
              <a:ea typeface="宋体" panose="02010600030101010101" pitchFamily="2" charset="-122"/>
              <a:cs typeface="WKRCIF+Helvetica" panose="020B0604020202020204" charset="0"/>
            </a:endParaRPr>
          </a:p>
          <a:p>
            <a:pPr marL="11430">
              <a:lnSpc>
                <a:spcPts val="1825"/>
              </a:lnSpc>
              <a:spcBef>
                <a:spcPts val="265"/>
              </a:spcBef>
              <a:buNone/>
            </a:pPr>
            <a:r>
              <a:rPr lang="en-US" altLang="zh-CN" sz="1600">
                <a:solidFill>
                  <a:srgbClr val="000000"/>
                </a:solidFill>
                <a:latin typeface="WKRCIF+Helvetica" panose="020B0604020202020204" charset="0"/>
                <a:ea typeface="宋体" panose="02010600030101010101" pitchFamily="2" charset="-122"/>
                <a:cs typeface="WKRCIF+Helvetica" panose="020B0604020202020204" charset="0"/>
              </a:rPr>
              <a:t>smart card</a:t>
            </a:r>
            <a:endParaRPr lang="en-US" altLang="zh-CN" sz="1600">
              <a:solidFill>
                <a:srgbClr val="000000"/>
              </a:solidFill>
              <a:latin typeface="WKRCIF+Helvetica" panose="020B0604020202020204" charset="0"/>
              <a:ea typeface="WKRCIF+Helvetica" panose="020B060402020202020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42250" y="4625975"/>
            <a:ext cx="866775" cy="547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25"/>
              </a:lnSpc>
              <a:buClrTx/>
              <a:buSzTx/>
              <a:buFontTx/>
              <a:buNone/>
              <a:defRPr/>
            </a:pPr>
            <a:r>
              <a:rPr kumimoji="0" sz="1650" kern="0" cap="none" spc="0" normalizeH="0" baseline="0" noProof="0">
                <a:solidFill>
                  <a:srgbClr val="000000"/>
                </a:solidFill>
                <a:latin typeface="WKRCIF+Helvetica" panose="020B0604020202020204"/>
                <a:cs typeface="WKRCIF+Helvetica" panose="020B0604020202020204"/>
              </a:rPr>
              <a:t>Ticket</a:t>
            </a:r>
            <a:endParaRPr kumimoji="0" sz="1650" kern="0" cap="none" spc="0" normalizeH="0" baseline="0" noProof="0">
              <a:solidFill>
                <a:srgbClr val="000000"/>
              </a:solidFill>
              <a:latin typeface="WKRCIF+Helvetica" panose="020B0604020202020204"/>
              <a:cs typeface="WKRCIF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3625" y="4868863"/>
            <a:ext cx="1271588" cy="546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25"/>
              </a:lnSpc>
              <a:buClrTx/>
              <a:buSzTx/>
              <a:buFontTx/>
              <a:buNone/>
              <a:defRPr/>
            </a:pPr>
            <a:r>
              <a:rPr kumimoji="0" sz="1650" kern="0" cap="none" spc="0" normalizeH="0" baseline="0" noProof="0">
                <a:solidFill>
                  <a:srgbClr val="000000"/>
                </a:solidFill>
                <a:latin typeface="WKRCIF+Helvetica" panose="020B0604020202020204"/>
                <a:cs typeface="WKRCIF+Helvetica" panose="020B0604020202020204"/>
              </a:rPr>
              <a:t>Conductor</a:t>
            </a:r>
            <a:endParaRPr kumimoji="0" sz="1650" kern="0" cap="none" spc="0" normalizeH="0" baseline="0" noProof="0">
              <a:solidFill>
                <a:srgbClr val="000000"/>
              </a:solidFill>
              <a:latin typeface="WKRCIF+Helvetica" panose="020B0604020202020204"/>
              <a:cs typeface="WKRCIF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29000" y="4868863"/>
            <a:ext cx="1906588" cy="546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25"/>
              </a:lnSpc>
              <a:buClrTx/>
              <a:buSzTx/>
              <a:buFontTx/>
              <a:buNone/>
              <a:defRPr/>
            </a:pPr>
            <a:r>
              <a:rPr kumimoji="0" sz="1650" kern="0" cap="none" spc="0" normalizeH="0" baseline="0" noProof="0">
                <a:solidFill>
                  <a:srgbClr val="000000"/>
                </a:solidFill>
                <a:latin typeface="WKRCIF+Helvetica" panose="020B0604020202020204"/>
                <a:cs typeface="WKRCIF+Helvetica" panose="020B0604020202020204"/>
              </a:rPr>
              <a:t>Conductor’s </a:t>
            </a:r>
            <a:r>
              <a:rPr kumimoji="0" sz="1650" kern="0" cap="none" spc="-10" normalizeH="0" baseline="0" noProof="0">
                <a:solidFill>
                  <a:srgbClr val="000000"/>
                </a:solidFill>
                <a:latin typeface="WKRCIF+Helvetica" panose="020B0604020202020204"/>
                <a:cs typeface="WKRCIF+Helvetica" panose="020B0604020202020204"/>
              </a:rPr>
              <a:t>PDA</a:t>
            </a:r>
            <a:endParaRPr kumimoji="0" sz="1650" kern="0" cap="none" spc="-10" normalizeH="0" baseline="0" noProof="0">
              <a:solidFill>
                <a:srgbClr val="000000"/>
              </a:solidFill>
              <a:latin typeface="WKRCIF+Helvetica" panose="020B0604020202020204"/>
              <a:cs typeface="WKRCIF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96063" y="5457825"/>
            <a:ext cx="1455738" cy="8048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215" marR="0" defTabSz="914400" fontAlgn="auto">
              <a:lnSpc>
                <a:spcPts val="1825"/>
              </a:lnSpc>
              <a:buClrTx/>
              <a:buSzTx/>
              <a:buFontTx/>
              <a:buNone/>
              <a:defRPr/>
            </a:pPr>
            <a:r>
              <a:rPr kumimoji="0" sz="1650" b="1" i="1" kern="0" cap="none" spc="0" normalizeH="0" baseline="0" noProof="0">
                <a:solidFill>
                  <a:srgbClr val="000000"/>
                </a:solidFill>
                <a:latin typeface="OTGJAG+Helvetica-BoldOblique" panose="020B0704020202090204"/>
                <a:cs typeface="OTGJAG+Helvetica-BoldOblique" panose="020B0704020202090204"/>
              </a:rPr>
              <a:t>Subject</a:t>
            </a:r>
            <a:endParaRPr kumimoji="0" sz="1650" b="1" i="1" kern="0" cap="none" spc="0" normalizeH="0" baseline="0" noProof="0">
              <a:solidFill>
                <a:srgbClr val="000000"/>
              </a:solidFill>
              <a:latin typeface="OTGJAG+Helvetica-BoldOblique" panose="020B0704020202090204"/>
              <a:cs typeface="OTGJAG+Helvetica-BoldOblique" panose="020B0704020202090204"/>
            </a:endParaRPr>
          </a:p>
          <a:p>
            <a:pPr marR="0" defTabSz="914400" fontAlgn="auto">
              <a:lnSpc>
                <a:spcPts val="1825"/>
              </a:lnSpc>
              <a:spcBef>
                <a:spcPts val="265"/>
              </a:spcBef>
              <a:buClrTx/>
              <a:buSzTx/>
              <a:buFontTx/>
              <a:buNone/>
              <a:defRPr/>
            </a:pPr>
            <a:r>
              <a:rPr kumimoji="0" sz="1650" b="1" i="1" kern="0" cap="none" spc="0" normalizeH="0" baseline="0" noProof="0">
                <a:solidFill>
                  <a:srgbClr val="000000"/>
                </a:solidFill>
                <a:latin typeface="OTGJAG+Helvetica-BoldOblique" panose="020B0704020202090204"/>
                <a:cs typeface="OTGJAG+Helvetica-BoldOblique" panose="020B0704020202090204"/>
              </a:rPr>
              <a:t>of message</a:t>
            </a:r>
            <a:endParaRPr kumimoji="0" sz="1650" b="1" i="1" kern="0" cap="none" spc="0" normalizeH="0" baseline="0" noProof="0">
              <a:solidFill>
                <a:srgbClr val="000000"/>
              </a:solidFill>
              <a:latin typeface="OTGJAG+Helvetica-BoldOblique" panose="020B0704020202090204"/>
              <a:cs typeface="OTGJAG+Helvetica-BoldOblique" panose="020B070402020209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GSSEQG+CMR7" panose="02000500000000000000"/>
                <a:cs typeface="GSSEQG+CMR7" panose="02000500000000000000"/>
              </a:rPr>
              <a:t>15</a:t>
            </a:r>
            <a:endParaRPr kumimoji="0" sz="1450" kern="0" cap="none" spc="0" normalizeH="0" baseline="0" noProof="0">
              <a:solidFill>
                <a:srgbClr val="000000"/>
              </a:solidFill>
              <a:latin typeface="GSSEQG+CMR7" panose="02000500000000000000"/>
              <a:cs typeface="GSSEQG+CMR7" panose="0200050000000000000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4450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150938"/>
            <a:ext cx="3830638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ILAPHV+CMBX12~c" panose="02000500000000000000"/>
                <a:cs typeface="ILAPHV+CMBX12~c" panose="02000500000000000000"/>
              </a:rPr>
              <a:t>Symbolic</a:t>
            </a:r>
            <a:r>
              <a:rPr kumimoji="0" sz="2500" kern="0" cap="none" spc="2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8" normalizeH="0" baseline="0" noProof="0">
                <a:solidFill>
                  <a:srgbClr val="000000"/>
                </a:solidFill>
                <a:latin typeface="ILAPHV+CMBX12~c" panose="02000500000000000000"/>
                <a:cs typeface="ILAPHV+CMBX12~c" panose="02000500000000000000"/>
              </a:rPr>
              <a:t>interactions</a:t>
            </a:r>
            <a:endParaRPr kumimoji="0" sz="2500" kern="0" cap="none" spc="-18" normalizeH="0" baseline="0" noProof="0">
              <a:solidFill>
                <a:srgbClr val="000000"/>
              </a:solidFill>
              <a:latin typeface="ILAPHV+CMBX12~c" panose="02000500000000000000"/>
              <a:cs typeface="ILAPHV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3488" y="2044700"/>
            <a:ext cx="8039100" cy="1082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Reactive</a:t>
            </a:r>
            <a:r>
              <a:rPr kumimoji="0" sz="2050" kern="0" cap="none" spc="3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software</a:t>
            </a:r>
            <a:r>
              <a:rPr kumimoji="0" sz="2050" kern="0" cap="none" spc="42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systems</a:t>
            </a:r>
            <a:r>
              <a:rPr kumimoji="0" sz="2050" kern="0" cap="none" spc="3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communicate</a:t>
            </a:r>
            <a:r>
              <a:rPr kumimoji="0" sz="2050" kern="0" cap="none" spc="39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with</a:t>
            </a:r>
            <a:r>
              <a:rPr kumimoji="0" sz="2050" kern="0" cap="none" spc="40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their</a:t>
            </a:r>
            <a:r>
              <a:rPr kumimoji="0" sz="2050" kern="0" cap="none" spc="3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environ-</a:t>
            </a:r>
            <a:endParaRPr kumimoji="0" sz="2050" kern="0" cap="none" spc="0" normalizeH="0" baseline="0" noProof="0">
              <a:solidFill>
                <a:srgbClr val="000000"/>
              </a:solidFill>
              <a:latin typeface="SAOGKC+CMR10" panose="02000500000000000000"/>
              <a:cs typeface="SAOGKC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41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ment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47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by</a:t>
            </a:r>
            <a:r>
              <a:rPr kumimoji="0" sz="2050" kern="0" cap="none" spc="22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means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linguistic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messages.</a:t>
            </a:r>
            <a:endParaRPr kumimoji="0" sz="2050" kern="0" cap="none" spc="0" normalizeH="0" baseline="0" noProof="0">
              <a:solidFill>
                <a:srgbClr val="000000"/>
              </a:solidFill>
              <a:latin typeface="SAOGKC+CMR10" panose="02000500000000000000"/>
              <a:cs typeface="SAOGKC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138" y="3292475"/>
            <a:ext cx="5940425" cy="1414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ERAEUN+CMSY10~25" panose="02000500000000000000"/>
                <a:cs typeface="ERAEUN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Not</a:t>
            </a:r>
            <a:r>
              <a:rPr kumimoji="0" sz="2050" kern="0" cap="none" spc="18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in</a:t>
            </a:r>
            <a:r>
              <a:rPr kumimoji="0" sz="2050" kern="0" cap="none" spc="16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object-oriented</a:t>
            </a:r>
            <a:r>
              <a:rPr kumimoji="0" sz="2050" kern="0" cap="none" spc="14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sense.</a:t>
            </a:r>
            <a:endParaRPr kumimoji="0" sz="2050" kern="0" cap="none" spc="11" normalizeH="0" baseline="0" noProof="0">
              <a:solidFill>
                <a:srgbClr val="000000"/>
              </a:solidFill>
              <a:latin typeface="SAOGKC+CMR10" panose="02000500000000000000"/>
              <a:cs typeface="SAOGKC+CMR10" panose="02000500000000000000"/>
            </a:endParaRPr>
          </a:p>
          <a:p>
            <a:pPr marR="0" defTabSz="914400" fontAlgn="auto">
              <a:lnSpc>
                <a:spcPts val="3585"/>
              </a:lnSpc>
              <a:spcBef>
                <a:spcPts val="4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ERAEUN+CMSY10~25" panose="02000500000000000000"/>
                <a:cs typeface="ERAEUN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Post-it</a:t>
            </a:r>
            <a:r>
              <a:rPr kumimoji="0" sz="2050" kern="0" cap="none" spc="19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notes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exchanged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with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environment.</a:t>
            </a:r>
            <a:endParaRPr kumimoji="0" sz="2050" kern="0" cap="none" spc="0" normalizeH="0" baseline="0" noProof="0">
              <a:solidFill>
                <a:srgbClr val="000000"/>
              </a:solidFill>
              <a:latin typeface="SAOGKC+CMR10" panose="02000500000000000000"/>
              <a:cs typeface="SAOGKC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138" y="4329113"/>
            <a:ext cx="8270875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359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ERAEUN+CMSY10~25" panose="02000500000000000000"/>
                <a:ea typeface="ERAEUN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Flow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of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symbols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is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more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important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than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of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ﬂow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of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energy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or</a:t>
            </a:r>
            <a:endParaRPr lang="en-US" altLang="zh-CN" sz="2000">
              <a:solidFill>
                <a:srgbClr val="000000"/>
              </a:solidFill>
              <a:latin typeface="SAOGKC+CMR10" panose="02000500000000000000"/>
              <a:ea typeface="SAOGKC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075" y="4700588"/>
            <a:ext cx="1236663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matter.</a:t>
            </a:r>
            <a:endParaRPr kumimoji="0" sz="2050" kern="0" cap="none" spc="0" normalizeH="0" baseline="0" noProof="0">
              <a:solidFill>
                <a:srgbClr val="000000"/>
              </a:solidFill>
              <a:latin typeface="SAOGKC+CMR10" panose="02000500000000000000"/>
              <a:cs typeface="SAOGKC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138" y="5219700"/>
            <a:ext cx="8688388" cy="1933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359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ERAEUN+CMSY10~25" panose="02000500000000000000"/>
                <a:ea typeface="ERAEUN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Physical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connection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is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what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makes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symbol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ﬂow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possible.</a:t>
            </a:r>
            <a:endParaRPr lang="en-US" altLang="zh-CN" sz="2000">
              <a:solidFill>
                <a:srgbClr val="000000"/>
              </a:solidFill>
              <a:latin typeface="SAOGKC+CMR10" panose="02000500000000000000"/>
              <a:ea typeface="SAOGKC+CMR10" panose="02000500000000000000"/>
            </a:endParaRPr>
          </a:p>
          <a:p>
            <a:pPr>
              <a:lnSpc>
                <a:spcPts val="3590"/>
              </a:lnSpc>
              <a:spcBef>
                <a:spcPts val="515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ERAEUN+CMSY10~25" panose="02000500000000000000"/>
                <a:ea typeface="ERAEUN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Eﬀect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not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determined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by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physical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causality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but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by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symbol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ﬂow.</a:t>
            </a:r>
            <a:endParaRPr lang="en-US" altLang="zh-CN" sz="2000">
              <a:solidFill>
                <a:srgbClr val="000000"/>
              </a:solidFill>
              <a:latin typeface="SAOGKC+CMR10" panose="02000500000000000000"/>
              <a:ea typeface="SAOGKC+CMR10" panose="02000500000000000000"/>
            </a:endParaRPr>
          </a:p>
          <a:p>
            <a:pPr>
              <a:lnSpc>
                <a:spcPts val="3590"/>
              </a:lnSpc>
              <a:spcBef>
                <a:spcPts val="50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ERAEUN+CMSY10~25" panose="02000500000000000000"/>
                <a:ea typeface="ERAEUN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We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abstract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from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the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physical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realization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of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these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messages.</a:t>
            </a:r>
            <a:endParaRPr lang="en-US" altLang="zh-CN" sz="2000">
              <a:solidFill>
                <a:srgbClr val="000000"/>
              </a:solidFill>
              <a:latin typeface="SAOGKC+CMR10" panose="02000500000000000000"/>
              <a:ea typeface="SAOGKC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OVWCTU+CMR7" panose="02000500000000000000"/>
                <a:cs typeface="OVWCTU+CMR7" panose="02000500000000000000"/>
              </a:rPr>
              <a:t>16</a:t>
            </a:r>
            <a:endParaRPr kumimoji="0" sz="1450" kern="0" cap="none" spc="0" normalizeH="0" baseline="0" noProof="0">
              <a:solidFill>
                <a:srgbClr val="000000"/>
              </a:solidFill>
              <a:latin typeface="OVWCTU+CMR7" panose="02000500000000000000"/>
              <a:cs typeface="OVWCTU+CMR7" panose="0200050000000000000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5474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984250"/>
            <a:ext cx="3933825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4" normalizeH="0" baseline="0" noProof="0">
                <a:solidFill>
                  <a:srgbClr val="000000"/>
                </a:solidFill>
                <a:latin typeface="LWJSJM+CMBX12~c" panose="02000500000000000000"/>
                <a:cs typeface="LWJSJM+CMBX12~c" panose="02000500000000000000"/>
              </a:rPr>
              <a:t>Summary</a:t>
            </a:r>
            <a:r>
              <a:rPr kumimoji="0" sz="2500" kern="0" cap="none" spc="30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LWJSJM+CMBX12~c" panose="02000500000000000000"/>
                <a:cs typeface="LWJSJM+CMBX12~c" panose="02000500000000000000"/>
              </a:rPr>
              <a:t>of</a:t>
            </a:r>
            <a:r>
              <a:rPr kumimoji="0" sz="2500" kern="0" cap="none" spc="3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0" normalizeH="0" baseline="0" noProof="0">
                <a:solidFill>
                  <a:srgbClr val="000000"/>
                </a:solidFill>
                <a:latin typeface="LWJSJM+CMBX12~c" panose="02000500000000000000"/>
                <a:cs typeface="LWJSJM+CMBX12~c" panose="02000500000000000000"/>
              </a:rPr>
              <a:t>examples</a:t>
            </a:r>
            <a:endParaRPr kumimoji="0" sz="2500" kern="0" cap="none" spc="-10" normalizeH="0" baseline="0" noProof="0">
              <a:solidFill>
                <a:srgbClr val="000000"/>
              </a:solidFill>
              <a:latin typeface="LWJSJM+CMBX12~c" panose="02000500000000000000"/>
              <a:cs typeface="LWJSJM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588" y="1428750"/>
            <a:ext cx="8035925" cy="1076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Messages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entering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and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leaving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a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reactive</a:t>
            </a:r>
            <a:r>
              <a:rPr kumimoji="0" sz="2050" kern="0" cap="none" spc="1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software</a:t>
            </a:r>
            <a:r>
              <a:rPr kumimoji="0" sz="2050" kern="0" cap="none" spc="20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system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are</a:t>
            </a:r>
            <a:endParaRPr kumimoji="0" sz="2050" kern="0" cap="none" spc="0" normalizeH="0" baseline="0" noProof="0">
              <a:solidFill>
                <a:srgbClr val="000000"/>
              </a:solidFill>
              <a:latin typeface="QTMWNU+CMR10" panose="02000500000000000000"/>
              <a:cs typeface="QTMWNU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36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characterized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47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by</a:t>
            </a:r>
            <a:r>
              <a:rPr kumimoji="0" sz="2050" kern="0" cap="none" spc="24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three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8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aspects:</a:t>
            </a:r>
            <a:endParaRPr kumimoji="0" sz="2050" kern="0" cap="none" spc="18" normalizeH="0" baseline="0" noProof="0">
              <a:solidFill>
                <a:srgbClr val="000000"/>
              </a:solidFill>
              <a:latin typeface="QTMWNU+CMR10" panose="02000500000000000000"/>
              <a:cs typeface="QTMWNU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138" y="2290763"/>
            <a:ext cx="1935163" cy="890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KRMTWB+CMSY10~25" panose="02000500000000000000"/>
                <a:cs typeface="KRMTWB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BBUSMG+CMBX10" panose="02000500000000000000"/>
                <a:cs typeface="BBUSMG+CMBX10" panose="02000500000000000000"/>
              </a:rPr>
              <a:t>A</a:t>
            </a:r>
            <a:r>
              <a:rPr kumimoji="0" sz="2050" kern="0" cap="none" spc="29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31" normalizeH="0" baseline="0" noProof="0">
                <a:solidFill>
                  <a:srgbClr val="000000"/>
                </a:solidFill>
                <a:latin typeface="BBUSMG+CMBX10" panose="02000500000000000000"/>
                <a:cs typeface="BBUSMG+CMBX10" panose="02000500000000000000"/>
              </a:rPr>
              <a:t>subject</a:t>
            </a:r>
            <a:endParaRPr kumimoji="0" sz="2050" kern="0" cap="none" spc="31" normalizeH="0" baseline="0" noProof="0">
              <a:solidFill>
                <a:srgbClr val="000000"/>
              </a:solidFill>
              <a:latin typeface="BBUSMG+CMBX10" panose="02000500000000000000"/>
              <a:cs typeface="BBUSMG+CMBX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1800" y="2711450"/>
            <a:ext cx="405765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BBUSMG+CMBX10" panose="02000500000000000000"/>
                <a:cs typeface="BBUSMG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What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is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message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1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about?</a:t>
            </a:r>
            <a:endParaRPr kumimoji="0" sz="2050" kern="0" cap="none" spc="21" normalizeH="0" baseline="0" noProof="0">
              <a:solidFill>
                <a:srgbClr val="000000"/>
              </a:solidFill>
              <a:latin typeface="QTMWNU+CMR10" panose="02000500000000000000"/>
              <a:cs typeface="QTMWNU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84375" y="3186113"/>
            <a:ext cx="7108825" cy="587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60"/>
              </a:lnSpc>
              <a:buClrTx/>
              <a:buSzTx/>
              <a:buFontTx/>
              <a:buNone/>
              <a:defRPr/>
            </a:pPr>
            <a:r>
              <a:rPr kumimoji="0" sz="1850" kern="0" cap="none" spc="15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About</a:t>
            </a:r>
            <a:r>
              <a:rPr kumimoji="0" sz="18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12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people,</a:t>
            </a:r>
            <a:r>
              <a:rPr kumimoji="0" sz="1850" kern="0" cap="none" spc="1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devices,</a:t>
            </a:r>
            <a:r>
              <a:rPr kumimoji="0" sz="18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conceptual</a:t>
            </a:r>
            <a:r>
              <a:rPr kumimoji="0" sz="18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entities,</a:t>
            </a:r>
            <a:r>
              <a:rPr kumimoji="0" sz="18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lexical</a:t>
            </a:r>
            <a:r>
              <a:rPr kumimoji="0" sz="18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entities.</a:t>
            </a:r>
            <a:endParaRPr kumimoji="0" sz="1850" kern="0" cap="none" spc="0" normalizeH="0" baseline="0" noProof="0">
              <a:solidFill>
                <a:srgbClr val="000000"/>
              </a:solidFill>
              <a:latin typeface="KUCOEL+CMR9" panose="02000500000000000000"/>
              <a:cs typeface="KUCOEL+CMR9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138" y="3603625"/>
            <a:ext cx="2063750" cy="890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KRMTWB+CMSY10~25" panose="02000500000000000000"/>
                <a:cs typeface="KRMTWB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BBUSMG+CMBX10" panose="02000500000000000000"/>
                <a:cs typeface="BBUSMG+CMBX10" panose="02000500000000000000"/>
              </a:rPr>
              <a:t>A</a:t>
            </a:r>
            <a:r>
              <a:rPr kumimoji="0" sz="2050" kern="0" cap="none" spc="29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BBUSMG+CMBX10" panose="02000500000000000000"/>
                <a:cs typeface="BBUSMG+CMBX10" panose="02000500000000000000"/>
              </a:rPr>
              <a:t>function</a:t>
            </a:r>
            <a:endParaRPr kumimoji="0" sz="2050" kern="0" cap="none" spc="0" normalizeH="0" baseline="0" noProof="0">
              <a:solidFill>
                <a:srgbClr val="000000"/>
              </a:solidFill>
              <a:latin typeface="BBUSMG+CMBX10" panose="02000500000000000000"/>
              <a:cs typeface="BBUSMG+CMBX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1800" y="4025900"/>
            <a:ext cx="5191125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BBUSMG+CMBX10" panose="02000500000000000000"/>
                <a:cs typeface="BBUSMG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What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is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9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purpose</a:t>
            </a:r>
            <a:r>
              <a:rPr kumimoji="0" sz="2050" kern="0" cap="none" spc="15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message?</a:t>
            </a:r>
            <a:endParaRPr kumimoji="0" sz="2050" kern="0" cap="none" spc="0" normalizeH="0" baseline="0" noProof="0">
              <a:solidFill>
                <a:srgbClr val="000000"/>
              </a:solidFill>
              <a:latin typeface="QTMWNU+CMR10" panose="02000500000000000000"/>
              <a:cs typeface="QTMWNU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84375" y="4498975"/>
            <a:ext cx="7907338" cy="923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60"/>
              </a:lnSpc>
              <a:buClrTx/>
              <a:buSzTx/>
              <a:buFontTx/>
              <a:buNone/>
              <a:defRPr/>
            </a:pPr>
            <a:r>
              <a:rPr kumimoji="0" sz="1850" kern="0" cap="none" spc="-149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To</a:t>
            </a:r>
            <a:r>
              <a:rPr kumimoji="0" sz="1850" kern="0" cap="none" spc="32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inform</a:t>
            </a:r>
            <a:r>
              <a:rPr kumimoji="0" sz="1850" kern="0" cap="none" spc="1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11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or</a:t>
            </a:r>
            <a:r>
              <a:rPr kumimoji="0" sz="18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direct</a:t>
            </a:r>
            <a:r>
              <a:rPr kumimoji="0" sz="18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the</a:t>
            </a:r>
            <a:r>
              <a:rPr kumimoji="0" sz="18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environment,</a:t>
            </a:r>
            <a:r>
              <a:rPr kumimoji="0" sz="18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to</a:t>
            </a:r>
            <a:r>
              <a:rPr kumimoji="0" sz="18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manipulate</a:t>
            </a:r>
            <a:r>
              <a:rPr kumimoji="0" sz="1850" kern="0" cap="none" spc="18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lexical</a:t>
            </a:r>
            <a:r>
              <a:rPr kumimoji="0" sz="18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items</a:t>
            </a:r>
            <a:endParaRPr kumimoji="0" sz="1850" kern="0" cap="none" spc="0" normalizeH="0" baseline="0" noProof="0">
              <a:solidFill>
                <a:srgbClr val="000000"/>
              </a:solidFill>
              <a:latin typeface="KUCOEL+CMR9" panose="02000500000000000000"/>
              <a:cs typeface="KUCOEL+CMR9" panose="02000500000000000000"/>
            </a:endParaRPr>
          </a:p>
          <a:p>
            <a:pPr marR="0" defTabSz="914400" fontAlgn="auto">
              <a:lnSpc>
                <a:spcPts val="1860"/>
              </a:lnSpc>
              <a:spcBef>
                <a:spcPts val="730"/>
              </a:spcBef>
              <a:buClrTx/>
              <a:buSzTx/>
              <a:buFontTx/>
              <a:buNone/>
              <a:defRPr/>
            </a:pP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in</a:t>
            </a:r>
            <a:r>
              <a:rPr kumimoji="0" sz="1850" kern="0" cap="none" spc="18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the</a:t>
            </a:r>
            <a:r>
              <a:rPr kumimoji="0" sz="18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system.</a:t>
            </a:r>
            <a:endParaRPr kumimoji="0" sz="1850" kern="0" cap="none" spc="0" normalizeH="0" baseline="0" noProof="0">
              <a:solidFill>
                <a:srgbClr val="000000"/>
              </a:solidFill>
              <a:latin typeface="KUCOEL+CMR9" panose="02000500000000000000"/>
              <a:cs typeface="KUCOEL+CMR9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138" y="5253038"/>
            <a:ext cx="2393950" cy="890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KRMTWB+CMSY10~25" panose="02000500000000000000"/>
                <a:cs typeface="KRMTWB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BBUSMG+CMBX10" panose="02000500000000000000"/>
                <a:cs typeface="BBUSMG+CMBX10" panose="02000500000000000000"/>
              </a:rPr>
              <a:t>A</a:t>
            </a:r>
            <a:r>
              <a:rPr kumimoji="0" sz="2050" kern="0" cap="none" spc="29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BBUSMG+CMBX10" panose="02000500000000000000"/>
                <a:cs typeface="BBUSMG+CMBX10" panose="02000500000000000000"/>
              </a:rPr>
              <a:t>connection</a:t>
            </a:r>
            <a:endParaRPr kumimoji="0" sz="2050" kern="0" cap="none" spc="0" normalizeH="0" baseline="0" noProof="0">
              <a:solidFill>
                <a:srgbClr val="000000"/>
              </a:solidFill>
              <a:latin typeface="BBUSMG+CMBX10" panose="02000500000000000000"/>
              <a:cs typeface="BBUSMG+CMBX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01800" y="5675313"/>
            <a:ext cx="8258175" cy="1074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BBUSMG+CMBX10" panose="02000500000000000000"/>
                <a:cs typeface="BBUSMG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Through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which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path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31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does</a:t>
            </a:r>
            <a:r>
              <a:rPr kumimoji="0" sz="2050" kern="0" cap="none" spc="13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message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6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travel</a:t>
            </a:r>
            <a:r>
              <a:rPr kumimoji="0" sz="2050" kern="0" cap="none" spc="1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from</a:t>
            </a:r>
            <a:r>
              <a:rPr kumimoji="0" sz="2050" kern="0" cap="none" spc="1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sender</a:t>
            </a:r>
            <a:r>
              <a:rPr kumimoji="0" sz="2050" kern="0" cap="none" spc="15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to</a:t>
            </a:r>
            <a:endParaRPr kumimoji="0" sz="2050" kern="0" cap="none" spc="0" normalizeH="0" baseline="0" noProof="0">
              <a:solidFill>
                <a:srgbClr val="000000"/>
              </a:solidFill>
              <a:latin typeface="QTMWNU+CMR10" panose="02000500000000000000"/>
              <a:cs typeface="QTMWNU+CMR10" panose="02000500000000000000"/>
            </a:endParaRPr>
          </a:p>
          <a:p>
            <a:pPr marL="281940" marR="0" defTabSz="914400" fontAlgn="auto">
              <a:lnSpc>
                <a:spcPts val="2520"/>
              </a:lnSpc>
              <a:spcBef>
                <a:spcPts val="40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receiver?</a:t>
            </a:r>
            <a:endParaRPr kumimoji="0" sz="2050" kern="0" cap="none" spc="0" normalizeH="0" baseline="0" noProof="0">
              <a:solidFill>
                <a:srgbClr val="000000"/>
              </a:solidFill>
              <a:latin typeface="QTMWNU+CMR10" panose="02000500000000000000"/>
              <a:cs typeface="QTMWNU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84375" y="6511925"/>
            <a:ext cx="7062788" cy="5889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60"/>
              </a:lnSpc>
              <a:buClrTx/>
              <a:buSzTx/>
              <a:buFontTx/>
              <a:buNone/>
              <a:defRPr/>
            </a:pP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Messages</a:t>
            </a:r>
            <a:r>
              <a:rPr kumimoji="0" sz="1850" kern="0" cap="none" spc="15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can</a:t>
            </a:r>
            <a:r>
              <a:rPr kumimoji="0" sz="18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get</a:t>
            </a:r>
            <a:r>
              <a:rPr kumimoji="0" sz="1850" kern="0" cap="none" spc="15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-1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delayed,</a:t>
            </a:r>
            <a:r>
              <a:rPr kumimoji="0" sz="1850" kern="0" cap="none" spc="18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distorted</a:t>
            </a:r>
            <a:r>
              <a:rPr kumimoji="0" sz="18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11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or</a:t>
            </a:r>
            <a:r>
              <a:rPr kumimoji="0" sz="18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lost</a:t>
            </a:r>
            <a:r>
              <a:rPr kumimoji="0" sz="18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along</a:t>
            </a:r>
            <a:r>
              <a:rPr kumimoji="0" sz="1850" kern="0" cap="none" spc="16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the</a:t>
            </a:r>
            <a:r>
              <a:rPr kumimoji="0" sz="18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-57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way.</a:t>
            </a:r>
            <a:endParaRPr kumimoji="0" sz="1850" kern="0" cap="none" spc="-57" normalizeH="0" baseline="0" noProof="0">
              <a:solidFill>
                <a:srgbClr val="000000"/>
              </a:solidFill>
              <a:latin typeface="KUCOEL+CMR9" panose="02000500000000000000"/>
              <a:cs typeface="KUCOEL+CMR9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PVDWHM+CMR7" panose="02000500000000000000"/>
                <a:cs typeface="PVDWHM+CMR7" panose="02000500000000000000"/>
              </a:rPr>
              <a:t>17</a:t>
            </a:r>
            <a:endParaRPr kumimoji="0" sz="1450" kern="0" cap="none" spc="0" normalizeH="0" baseline="0" noProof="0">
              <a:solidFill>
                <a:srgbClr val="000000"/>
              </a:solidFill>
              <a:latin typeface="PVDWHM+CMR7" panose="02000500000000000000"/>
              <a:cs typeface="PVDWHM+CMR7" panose="0200050000000000000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6498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2378075"/>
            <a:ext cx="2149475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475"/>
              </a:lnSpc>
              <a:buNone/>
            </a:pPr>
            <a:r>
              <a:rPr lang="en-US" altLang="zh-CN" sz="2500">
                <a:solidFill>
                  <a:srgbClr val="000000"/>
                </a:solidFill>
                <a:latin typeface="LVJIMO+CMBX12~c" panose="02000500000000000000"/>
                <a:ea typeface="LVJIMO+CMBX12~c" panose="02000500000000000000"/>
              </a:rPr>
              <a:t>Deﬁnitions</a:t>
            </a:r>
            <a:endParaRPr lang="en-US" altLang="zh-CN" sz="2500">
              <a:solidFill>
                <a:srgbClr val="000000"/>
              </a:solidFill>
              <a:latin typeface="LVJIMO+CMBX12~c" panose="02000500000000000000"/>
              <a:ea typeface="LVJIMO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138" y="2878138"/>
            <a:ext cx="8688388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FMEIB+CMSY10~25" panose="02000500000000000000"/>
                <a:cs typeface="AFMEIB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32" normalizeH="0" baseline="0" noProof="0">
                <a:solidFill>
                  <a:srgbClr val="000000"/>
                </a:solidFill>
                <a:latin typeface="GTHBTS+CMBX10" panose="02000500000000000000"/>
                <a:cs typeface="GTHBTS+CMBX10" panose="02000500000000000000"/>
              </a:rPr>
              <a:t>Subject</a:t>
            </a:r>
            <a:r>
              <a:rPr kumimoji="0" sz="2050" kern="0" cap="none" spc="2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GTHBTS+CMBX10" panose="02000500000000000000"/>
                <a:cs typeface="GTHBTS+CMBX10" panose="02000500000000000000"/>
              </a:rPr>
              <a:t>domain</a:t>
            </a:r>
            <a:r>
              <a:rPr kumimoji="0" sz="2050" kern="0" cap="none" spc="16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of</a:t>
            </a:r>
            <a:r>
              <a:rPr kumimoji="0" sz="2050" kern="0" cap="none" spc="1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a</a:t>
            </a:r>
            <a:r>
              <a:rPr kumimoji="0" sz="2050" kern="0" cap="none" spc="15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reactive</a:t>
            </a:r>
            <a:r>
              <a:rPr kumimoji="0" sz="2050" kern="0" cap="none" spc="16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system:</a:t>
            </a:r>
            <a:r>
              <a:rPr kumimoji="0" sz="2050" kern="0" cap="none" spc="3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Set</a:t>
            </a:r>
            <a:r>
              <a:rPr kumimoji="0" sz="2050" kern="0" cap="none" spc="13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of</a:t>
            </a:r>
            <a:r>
              <a:rPr kumimoji="0" sz="2050" kern="0" cap="none" spc="1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all</a:t>
            </a:r>
            <a:r>
              <a:rPr kumimoji="0" sz="2050" kern="0" cap="none" spc="14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8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subjects</a:t>
            </a:r>
            <a:r>
              <a:rPr kumimoji="0" sz="2050" kern="0" cap="none" spc="10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of</a:t>
            </a:r>
            <a:r>
              <a:rPr kumimoji="0" sz="2050" kern="0" cap="none" spc="1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all</a:t>
            </a:r>
            <a:endParaRPr kumimoji="0" sz="2050" kern="0" cap="none" spc="0" normalizeH="0" baseline="0" noProof="0">
              <a:solidFill>
                <a:srgbClr val="000000"/>
              </a:solidFill>
              <a:latin typeface="TJUOTQ+CMR10" panose="02000500000000000000"/>
              <a:cs typeface="TJUOTQ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075" y="3249613"/>
            <a:ext cx="4060825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its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input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output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messages.</a:t>
            </a:r>
            <a:endParaRPr kumimoji="0" sz="2050" kern="0" cap="none" spc="0" normalizeH="0" baseline="0" noProof="0">
              <a:solidFill>
                <a:srgbClr val="000000"/>
              </a:solidFill>
              <a:latin typeface="TJUOTQ+CMR10" panose="02000500000000000000"/>
              <a:cs typeface="TJUOTQ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138" y="3768725"/>
            <a:ext cx="8626475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FMEIB+CMSY10~25" panose="02000500000000000000"/>
                <a:cs typeface="AFMEIB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4" normalizeH="0" baseline="0" noProof="0">
                <a:solidFill>
                  <a:srgbClr val="000000"/>
                </a:solidFill>
                <a:latin typeface="GTHBTS+CMBX10" panose="02000500000000000000"/>
                <a:cs typeface="GTHBTS+CMBX10" panose="02000500000000000000"/>
              </a:rPr>
              <a:t>Functions</a:t>
            </a:r>
            <a:r>
              <a:rPr kumimoji="0" sz="2050" kern="0" cap="none" spc="20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a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reactive</a:t>
            </a:r>
            <a:r>
              <a:rPr kumimoji="0" sz="2050" kern="0" cap="none" spc="1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system:</a:t>
            </a:r>
            <a:r>
              <a:rPr kumimoji="0" sz="2050" kern="0" cap="none" spc="39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All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services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provided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47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by</a:t>
            </a:r>
            <a:r>
              <a:rPr kumimoji="0" sz="2050" kern="0" cap="none" spc="22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these</a:t>
            </a:r>
            <a:endParaRPr kumimoji="0" sz="2050" kern="0" cap="none" spc="10" normalizeH="0" baseline="0" noProof="0">
              <a:solidFill>
                <a:srgbClr val="000000"/>
              </a:solidFill>
              <a:latin typeface="TJUOTQ+CMR10" panose="02000500000000000000"/>
              <a:cs typeface="TJUOTQ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075" y="4140200"/>
            <a:ext cx="2613025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message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exchanges.</a:t>
            </a:r>
            <a:endParaRPr kumimoji="0" sz="2050" kern="0" cap="none" spc="0" normalizeH="0" baseline="0" noProof="0">
              <a:solidFill>
                <a:srgbClr val="000000"/>
              </a:solidFill>
              <a:latin typeface="TJUOTQ+CMR10" panose="02000500000000000000"/>
              <a:cs typeface="TJUOTQ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138" y="4657725"/>
            <a:ext cx="8532813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FMEIB+CMSY10~25" panose="02000500000000000000"/>
                <a:cs typeface="AFMEIB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GTHBTS+CMBX10" panose="02000500000000000000"/>
                <a:cs typeface="GTHBTS+CMBX10" panose="02000500000000000000"/>
              </a:rPr>
              <a:t>Connection</a:t>
            </a:r>
            <a:r>
              <a:rPr kumimoji="0" sz="2050" kern="0" cap="none" spc="2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GTHBTS+CMBX10" panose="02000500000000000000"/>
                <a:cs typeface="GTHBTS+CMBX10" panose="02000500000000000000"/>
              </a:rPr>
              <a:t>domain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of</a:t>
            </a:r>
            <a:r>
              <a:rPr kumimoji="0" sz="2050" kern="0" cap="none" spc="1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a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reactive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system:</a:t>
            </a:r>
            <a:r>
              <a:rPr kumimoji="0" sz="2050" kern="0" cap="none" spc="39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Channels</a:t>
            </a:r>
            <a:r>
              <a:rPr kumimoji="0" sz="2050" kern="0" cap="none" spc="16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through</a:t>
            </a:r>
            <a:endParaRPr kumimoji="0" sz="2050" kern="0" cap="none" spc="0" normalizeH="0" baseline="0" noProof="0">
              <a:solidFill>
                <a:srgbClr val="000000"/>
              </a:solidFill>
              <a:latin typeface="TJUOTQ+CMR10" panose="02000500000000000000"/>
              <a:cs typeface="TJUOTQ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075" y="5030788"/>
            <a:ext cx="5940425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515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TJUOTQ+CMR10" panose="02000500000000000000"/>
                <a:ea typeface="TJUOTQ+CMR10" panose="02000500000000000000"/>
              </a:rPr>
              <a:t>which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TJUOTQ+CMR10" panose="02000500000000000000"/>
                <a:ea typeface="TJUOTQ+CMR10" panose="02000500000000000000"/>
              </a:rPr>
              <a:t>messages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TJUOTQ+CMR10" panose="02000500000000000000"/>
                <a:ea typeface="TJUOTQ+CMR10" panose="02000500000000000000"/>
              </a:rPr>
              <a:t>ﬂow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TJUOTQ+CMR10" panose="02000500000000000000"/>
                <a:ea typeface="TJUOTQ+CMR10" panose="02000500000000000000"/>
              </a:rPr>
              <a:t>to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TJUOTQ+CMR10" panose="02000500000000000000"/>
                <a:ea typeface="TJUOTQ+CMR10" panose="02000500000000000000"/>
              </a:rPr>
              <a:t>and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TJUOTQ+CMR10" panose="02000500000000000000"/>
                <a:ea typeface="TJUOTQ+CMR10" panose="02000500000000000000"/>
              </a:rPr>
              <a:t>from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TJUOTQ+CMR10" panose="02000500000000000000"/>
                <a:ea typeface="TJUOTQ+CMR10" panose="02000500000000000000"/>
              </a:rPr>
              <a:t>the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TJUOTQ+CMR10" panose="02000500000000000000"/>
                <a:ea typeface="TJUOTQ+CMR10" panose="02000500000000000000"/>
              </a:rPr>
              <a:t>system.</a:t>
            </a:r>
            <a:endParaRPr lang="en-US" altLang="zh-CN" sz="2000">
              <a:solidFill>
                <a:srgbClr val="000000"/>
              </a:solidFill>
              <a:latin typeface="TJUOTQ+CMR10" panose="02000500000000000000"/>
              <a:ea typeface="TJUOTQ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PJDPEQ+CMR7" panose="02000500000000000000"/>
                <a:cs typeface="PJDPEQ+CMR7" panose="02000500000000000000"/>
              </a:rPr>
              <a:t>18</a:t>
            </a:r>
            <a:endParaRPr kumimoji="0" sz="1450" kern="0" cap="none" spc="0" normalizeH="0" baseline="0" noProof="0">
              <a:solidFill>
                <a:srgbClr val="000000"/>
              </a:solidFill>
              <a:latin typeface="PJDPEQ+CMR7" panose="02000500000000000000"/>
              <a:cs typeface="PJDPEQ+CMR7" panose="02000500000000000000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7522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984250"/>
            <a:ext cx="2905125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FFMUIN+CMBX12~c" panose="02000500000000000000"/>
                <a:cs typeface="FFMUIN+CMBX12~c" panose="02000500000000000000"/>
              </a:rPr>
              <a:t>Sub</a:t>
            </a:r>
            <a:r>
              <a:rPr kumimoji="0" sz="2500" kern="0" cap="none" spc="-48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FFMUIN+CMBX12~c" panose="02000500000000000000"/>
                <a:cs typeface="FFMUIN+CMBX12~c" panose="02000500000000000000"/>
              </a:rPr>
              <a:t>ject</a:t>
            </a:r>
            <a:r>
              <a:rPr kumimoji="0" sz="2500" kern="0" cap="none" spc="31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2" normalizeH="0" baseline="0" noProof="0">
                <a:solidFill>
                  <a:srgbClr val="000000"/>
                </a:solidFill>
                <a:latin typeface="FFMUIN+CMBX12~c" panose="02000500000000000000"/>
                <a:cs typeface="FFMUIN+CMBX12~c" panose="02000500000000000000"/>
              </a:rPr>
              <a:t>domain</a:t>
            </a:r>
            <a:endParaRPr kumimoji="0" sz="2500" kern="0" cap="none" spc="-12" normalizeH="0" baseline="0" noProof="0">
              <a:solidFill>
                <a:srgbClr val="000000"/>
              </a:solidFill>
              <a:latin typeface="FFMUIN+CMBX12~c" panose="02000500000000000000"/>
              <a:cs typeface="FFMUIN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3488" y="1536700"/>
            <a:ext cx="8037513" cy="1082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The</a:t>
            </a:r>
            <a:r>
              <a:rPr kumimoji="0" sz="2050" kern="0" cap="none" spc="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part</a:t>
            </a:r>
            <a:r>
              <a:rPr kumimoji="0" sz="2050" kern="0" cap="none" spc="10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of</a:t>
            </a:r>
            <a:r>
              <a:rPr kumimoji="0" sz="2050" kern="0" cap="none" spc="9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the</a:t>
            </a:r>
            <a:r>
              <a:rPr kumimoji="0" sz="2050" kern="0" cap="none" spc="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world</a:t>
            </a:r>
            <a:r>
              <a:rPr kumimoji="0" sz="2050" kern="0" cap="none" spc="12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talked</a:t>
            </a:r>
            <a:r>
              <a:rPr kumimoji="0" sz="2050" kern="0" cap="none" spc="9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1" normalizeH="0" baseline="0" noProof="0">
                <a:solidFill>
                  <a:srgbClr val="000000"/>
                </a:solidFill>
                <a:latin typeface="AMPPIU+CMTI10" panose="02000500000000000000"/>
                <a:cs typeface="AMPPIU+CMTI10" panose="02000500000000000000"/>
              </a:rPr>
              <a:t>about</a:t>
            </a:r>
            <a:r>
              <a:rPr kumimoji="0" sz="2050" kern="0" cap="none" spc="12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47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by</a:t>
            </a:r>
            <a:r>
              <a:rPr kumimoji="0" sz="2050" kern="0" cap="none" spc="14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the</a:t>
            </a:r>
            <a:r>
              <a:rPr kumimoji="0" sz="2050" kern="0" cap="none" spc="9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messages</a:t>
            </a:r>
            <a:r>
              <a:rPr kumimoji="0" sz="2050" kern="0" cap="none" spc="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that</a:t>
            </a:r>
            <a:r>
              <a:rPr kumimoji="0" sz="2050" kern="0" cap="none" spc="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cross</a:t>
            </a:r>
            <a:endParaRPr kumimoji="0" sz="2050" kern="0" cap="none" spc="0" normalizeH="0" baseline="0" noProof="0">
              <a:solidFill>
                <a:srgbClr val="000000"/>
              </a:solidFill>
              <a:latin typeface="DKAKAB+CMR10" panose="02000500000000000000"/>
              <a:cs typeface="DKAKAB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410"/>
              </a:spcBef>
              <a:buClrTx/>
              <a:buSzTx/>
              <a:buFontTx/>
              <a:buNone/>
              <a:defRPr/>
            </a:pPr>
            <a:r>
              <a:rPr kumimoji="0" sz="2050" kern="0" cap="none" spc="11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system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interface.</a:t>
            </a:r>
            <a:endParaRPr kumimoji="0" sz="2050" kern="0" cap="none" spc="0" normalizeH="0" baseline="0" noProof="0">
              <a:solidFill>
                <a:srgbClr val="000000"/>
              </a:solidFill>
              <a:latin typeface="DKAKAB+CMR10" panose="02000500000000000000"/>
              <a:cs typeface="DKAKAB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4588" y="2720975"/>
            <a:ext cx="8705850" cy="1071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515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DKAKAB+CMR10" panose="02000500000000000000"/>
                <a:ea typeface="DKAKAB+CMR10" panose="02000500000000000000"/>
              </a:rPr>
              <a:t>To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KAKAB+CMR10" panose="02000500000000000000"/>
                <a:ea typeface="DKAKAB+CMR10" panose="02000500000000000000"/>
              </a:rPr>
              <a:t>ﬁnd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KAKAB+CMR10" panose="02000500000000000000"/>
                <a:ea typeface="DKAKAB+CMR10" panose="02000500000000000000"/>
              </a:rPr>
              <a:t>it,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KAKAB+CMR10" panose="02000500000000000000"/>
                <a:ea typeface="DKAKAB+CMR10" panose="02000500000000000000"/>
              </a:rPr>
              <a:t>ask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KAKAB+CMR10" panose="02000500000000000000"/>
                <a:ea typeface="DKAKAB+CMR10" panose="02000500000000000000"/>
              </a:rPr>
              <a:t>what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KAKAB+CMR10" panose="02000500000000000000"/>
                <a:ea typeface="DKAKAB+CMR10" panose="02000500000000000000"/>
              </a:rPr>
              <a:t>the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KAKAB+CMR10" panose="02000500000000000000"/>
                <a:ea typeface="DKAKAB+CMR10" panose="02000500000000000000"/>
              </a:rPr>
              <a:t>messages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KAKAB+CMR10" panose="02000500000000000000"/>
                <a:ea typeface="DKAKAB+CMR10" panose="02000500000000000000"/>
              </a:rPr>
              <a:t>entering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KAKAB+CMR10" panose="02000500000000000000"/>
                <a:ea typeface="DKAKAB+CMR10" panose="02000500000000000000"/>
              </a:rPr>
              <a:t>and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KAKAB+CMR10" panose="02000500000000000000"/>
                <a:ea typeface="DKAKAB+CMR10" panose="02000500000000000000"/>
              </a:rPr>
              <a:t>leaving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KAKAB+CMR10" panose="02000500000000000000"/>
                <a:ea typeface="DKAKAB+CMR10" panose="02000500000000000000"/>
              </a:rPr>
              <a:t>the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KAKAB+CMR10" panose="02000500000000000000"/>
                <a:ea typeface="DKAKAB+CMR10" panose="02000500000000000000"/>
              </a:rPr>
              <a:t>system</a:t>
            </a:r>
            <a:endParaRPr lang="en-US" altLang="zh-CN" sz="2000">
              <a:solidFill>
                <a:srgbClr val="000000"/>
              </a:solidFill>
              <a:latin typeface="DKAKAB+CMR10" panose="02000500000000000000"/>
              <a:ea typeface="DKAKAB+CMR10" panose="02000500000000000000"/>
            </a:endParaRPr>
          </a:p>
          <a:p>
            <a:pPr>
              <a:lnSpc>
                <a:spcPts val="2515"/>
              </a:lnSpc>
              <a:spcBef>
                <a:spcPts val="375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DKAKAB+CMR10" panose="02000500000000000000"/>
                <a:ea typeface="DKAKAB+CMR10" panose="02000500000000000000"/>
              </a:rPr>
              <a:t>are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MPPIU+CMTI10" panose="02000500000000000000"/>
                <a:ea typeface="AMPPIU+CMTI10" panose="02000500000000000000"/>
              </a:rPr>
              <a:t>about.</a:t>
            </a:r>
            <a:endParaRPr lang="en-US" altLang="zh-CN" sz="2000">
              <a:solidFill>
                <a:srgbClr val="000000"/>
              </a:solidFill>
              <a:latin typeface="AMPPIU+CMTI10" panose="02000500000000000000"/>
              <a:ea typeface="AMPPIU+CMTI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138" y="3559175"/>
            <a:ext cx="8040688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NEBHUL+CMSY10~25" panose="02000500000000000000"/>
                <a:cs typeface="NEBHUL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KRUVB+CMBX10" panose="02000500000000000000"/>
                <a:cs typeface="MKRUVB+CMBX10" panose="02000500000000000000"/>
              </a:rPr>
              <a:t>Physical</a:t>
            </a:r>
            <a:r>
              <a:rPr kumimoji="0" sz="2050" kern="0" cap="none" spc="29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KRUVB+CMBX10" panose="02000500000000000000"/>
                <a:cs typeface="MKRUVB+CMBX10" panose="02000500000000000000"/>
              </a:rPr>
              <a:t>entities.</a:t>
            </a:r>
            <a:r>
              <a:rPr kumimoji="0" sz="2050" kern="0" cap="none" spc="40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31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Have</a:t>
            </a:r>
            <a:r>
              <a:rPr kumimoji="0" sz="2050" kern="0" cap="none" spc="22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a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5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weight</a:t>
            </a:r>
            <a:r>
              <a:rPr kumimoji="0" sz="2050" kern="0" cap="none" spc="20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and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a</a:t>
            </a:r>
            <a:r>
              <a:rPr kumimoji="0" sz="2050" kern="0" cap="none" spc="19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size.</a:t>
            </a:r>
            <a:r>
              <a:rPr kumimoji="0" sz="2050" kern="0" cap="none" spc="38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Make</a:t>
            </a:r>
            <a:r>
              <a:rPr kumimoji="0" sz="2050" kern="0" cap="none" spc="1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noise,</a:t>
            </a:r>
            <a:endParaRPr kumimoji="0" sz="2050" kern="0" cap="none" spc="0" normalizeH="0" baseline="0" noProof="0">
              <a:solidFill>
                <a:srgbClr val="000000"/>
              </a:solidFill>
              <a:latin typeface="DKAKAB+CMR10" panose="02000500000000000000"/>
              <a:cs typeface="DKAKAB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075" y="3922713"/>
            <a:ext cx="2009775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generate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heat.</a:t>
            </a:r>
            <a:endParaRPr kumimoji="0" sz="2050" kern="0" cap="none" spc="10" normalizeH="0" baseline="0" noProof="0">
              <a:solidFill>
                <a:srgbClr val="000000"/>
              </a:solidFill>
              <a:latin typeface="DKAKAB+CMR10" panose="02000500000000000000"/>
              <a:cs typeface="DKAKAB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01800" y="4341813"/>
            <a:ext cx="1427163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KRUVB+CMBX10" panose="02000500000000000000"/>
                <a:cs typeface="MKRUVB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People</a:t>
            </a:r>
            <a:endParaRPr kumimoji="0" sz="2050" kern="0" cap="none" spc="0" normalizeH="0" baseline="0" noProof="0">
              <a:solidFill>
                <a:srgbClr val="000000"/>
              </a:solidFill>
              <a:latin typeface="DKAKAB+CMR10" panose="02000500000000000000"/>
              <a:cs typeface="DKAKAB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1800" y="4760913"/>
            <a:ext cx="1539875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KRUVB+CMBX10" panose="02000500000000000000"/>
                <a:cs typeface="MKRUVB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Devices</a:t>
            </a:r>
            <a:endParaRPr kumimoji="0" sz="2050" kern="0" cap="none" spc="13" normalizeH="0" baseline="0" noProof="0">
              <a:solidFill>
                <a:srgbClr val="000000"/>
              </a:solidFill>
              <a:latin typeface="DKAKAB+CMR10" panose="02000500000000000000"/>
              <a:cs typeface="DKAKAB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138" y="5237163"/>
            <a:ext cx="7977188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NEBHUL+CMSY10~25" panose="02000500000000000000"/>
                <a:cs typeface="NEBHUL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KRUVB+CMBX10" panose="02000500000000000000"/>
                <a:cs typeface="MKRUVB+CMBX10" panose="02000500000000000000"/>
              </a:rPr>
              <a:t>Conceptual</a:t>
            </a:r>
            <a:r>
              <a:rPr kumimoji="0" sz="2050" kern="0" cap="none" spc="2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KRUVB+CMBX10" panose="02000500000000000000"/>
                <a:cs typeface="MKRUVB+CMBX10" panose="02000500000000000000"/>
              </a:rPr>
              <a:t>entities.</a:t>
            </a:r>
            <a:r>
              <a:rPr kumimoji="0" sz="2050" kern="0" cap="none" spc="41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Invisible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and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weightless.</a:t>
            </a:r>
            <a:r>
              <a:rPr kumimoji="0" sz="2050" kern="0" cap="none" spc="40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800" kern="0" cap="none" spc="0" normalizeH="0" baseline="0" noProof="0">
                <a:solidFill>
                  <a:srgbClr val="000000"/>
                </a:solidFill>
                <a:latin typeface="DMGWKL+CMR9" panose="02000500000000000000"/>
                <a:cs typeface="DMGWKL+CMR9" panose="02000500000000000000"/>
              </a:rPr>
              <a:t>E.g.</a:t>
            </a:r>
            <a:r>
              <a:rPr kumimoji="0" sz="2800" kern="0" cap="none" spc="14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800" kern="0" cap="none" spc="0" normalizeH="0" baseline="0" noProof="0">
                <a:solidFill>
                  <a:srgbClr val="000000"/>
                </a:solidFill>
                <a:latin typeface="DMGWKL+CMR9" panose="02000500000000000000"/>
                <a:cs typeface="DMGWKL+CMR9" panose="02000500000000000000"/>
              </a:rPr>
              <a:t>bank</a:t>
            </a:r>
            <a:endParaRPr kumimoji="0" sz="2800" kern="0" cap="none" spc="0" normalizeH="0" baseline="0" noProof="0">
              <a:solidFill>
                <a:srgbClr val="000000"/>
              </a:solidFill>
              <a:latin typeface="DMGWKL+CMR9" panose="02000500000000000000"/>
              <a:cs typeface="DMGWKL+CMR9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6075" y="5676900"/>
            <a:ext cx="4191000" cy="5889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60"/>
              </a:lnSpc>
              <a:buClrTx/>
              <a:buSzTx/>
              <a:buFontTx/>
              <a:buNone/>
              <a:defRPr/>
            </a:pPr>
            <a:r>
              <a:rPr kumimoji="0" sz="1850" kern="0" cap="none" spc="0" normalizeH="0" baseline="0" noProof="0">
                <a:solidFill>
                  <a:srgbClr val="000000"/>
                </a:solidFill>
                <a:latin typeface="DMGWKL+CMR9" panose="02000500000000000000"/>
                <a:cs typeface="DMGWKL+CMR9" panose="02000500000000000000"/>
              </a:rPr>
              <a:t>accounts,</a:t>
            </a:r>
            <a:r>
              <a:rPr kumimoji="0" sz="1850" kern="0" cap="none" spc="16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DMGWKL+CMR9" panose="02000500000000000000"/>
                <a:cs typeface="DMGWKL+CMR9" panose="02000500000000000000"/>
              </a:rPr>
              <a:t>obligations,</a:t>
            </a:r>
            <a:r>
              <a:rPr kumimoji="0" sz="1850" kern="0" cap="none" spc="18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DMGWKL+CMR9" panose="02000500000000000000"/>
                <a:cs typeface="DMGWKL+CMR9" panose="02000500000000000000"/>
              </a:rPr>
              <a:t>permissions.</a:t>
            </a:r>
            <a:endParaRPr kumimoji="0" sz="1850" kern="0" cap="none" spc="0" normalizeH="0" baseline="0" noProof="0">
              <a:solidFill>
                <a:srgbClr val="000000"/>
              </a:solidFill>
              <a:latin typeface="DMGWKL+CMR9" panose="02000500000000000000"/>
              <a:cs typeface="DMGWKL+CMR9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4138" y="6076950"/>
            <a:ext cx="8597900" cy="889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NEBHUL+CMSY10~25" panose="02000500000000000000"/>
                <a:cs typeface="NEBHUL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KRUVB+CMBX10" panose="02000500000000000000"/>
                <a:cs typeface="MKRUVB+CMBX10" panose="02000500000000000000"/>
              </a:rPr>
              <a:t>Lexical</a:t>
            </a:r>
            <a:r>
              <a:rPr kumimoji="0" sz="2050" kern="0" cap="none" spc="2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KRUVB+CMBX10" panose="02000500000000000000"/>
                <a:cs typeface="MKRUVB+CMBX10" panose="02000500000000000000"/>
              </a:rPr>
              <a:t>items.</a:t>
            </a:r>
            <a:r>
              <a:rPr kumimoji="0" sz="2050" kern="0" cap="none" spc="39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Physical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entities</a:t>
            </a:r>
            <a:r>
              <a:rPr kumimoji="0" sz="2050" kern="0" cap="none" spc="1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with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a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meaning.</a:t>
            </a:r>
            <a:r>
              <a:rPr kumimoji="0" sz="2050" kern="0" cap="none" spc="39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DMGWKL+CMR9" panose="02000500000000000000"/>
                <a:cs typeface="DMGWKL+CMR9" panose="02000500000000000000"/>
              </a:rPr>
              <a:t>E.g.</a:t>
            </a:r>
            <a:r>
              <a:rPr kumimoji="0" sz="1850" kern="0" cap="none" spc="3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DMGWKL+CMR9" panose="02000500000000000000"/>
                <a:cs typeface="DMGWKL+CMR9" panose="02000500000000000000"/>
              </a:rPr>
              <a:t>Tickets,</a:t>
            </a:r>
            <a:endParaRPr kumimoji="0" sz="1850" kern="0" cap="none" spc="0" normalizeH="0" baseline="0" noProof="0">
              <a:solidFill>
                <a:srgbClr val="000000"/>
              </a:solidFill>
              <a:latin typeface="DMGWKL+CMR9" panose="02000500000000000000"/>
              <a:cs typeface="DMGWKL+CMR9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6075" y="6515100"/>
            <a:ext cx="2343150" cy="5889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60"/>
              </a:lnSpc>
              <a:buClrTx/>
              <a:buSzTx/>
              <a:buFontTx/>
              <a:buNone/>
              <a:defRPr/>
            </a:pPr>
            <a:r>
              <a:rPr kumimoji="0" sz="1850" kern="0" cap="none" spc="0" normalizeH="0" baseline="0" noProof="0">
                <a:solidFill>
                  <a:srgbClr val="000000"/>
                </a:solidFill>
                <a:latin typeface="DMGWKL+CMR9" panose="02000500000000000000"/>
                <a:cs typeface="DMGWKL+CMR9" panose="02000500000000000000"/>
              </a:rPr>
              <a:t>contracts,</a:t>
            </a:r>
            <a:r>
              <a:rPr kumimoji="0" sz="1850" kern="0" cap="none" spc="16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DMGWKL+CMR9" panose="02000500000000000000"/>
                <a:cs typeface="DMGWKL+CMR9" panose="02000500000000000000"/>
              </a:rPr>
              <a:t>receipts.</a:t>
            </a:r>
            <a:endParaRPr kumimoji="0" sz="1850" kern="0" cap="none" spc="0" normalizeH="0" baseline="0" noProof="0">
              <a:solidFill>
                <a:srgbClr val="000000"/>
              </a:solidFill>
              <a:latin typeface="DMGWKL+CMR9" panose="02000500000000000000"/>
              <a:cs typeface="DMGWKL+CMR9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WLHSFR+CMR7" panose="02000500000000000000"/>
                <a:cs typeface="WLHSFR+CMR7" panose="02000500000000000000"/>
              </a:rPr>
              <a:t>19</a:t>
            </a:r>
            <a:endParaRPr kumimoji="0" sz="1450" kern="0" cap="none" spc="0" normalizeH="0" baseline="0" noProof="0">
              <a:solidFill>
                <a:srgbClr val="000000"/>
              </a:solidFill>
              <a:latin typeface="WLHSFR+CMR7" panose="02000500000000000000"/>
              <a:cs typeface="WLHSFR+CMR7" panose="0200050000000000000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8546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960563"/>
            <a:ext cx="6761163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ULBQUQ+CMBX12~c" panose="02000500000000000000"/>
                <a:cs typeface="ULBQUQ+CMBX12~c" panose="02000500000000000000"/>
              </a:rPr>
              <a:t>Example</a:t>
            </a:r>
            <a:r>
              <a:rPr kumimoji="0" sz="2500" kern="0" cap="none" spc="2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ULBQUQ+CMBX12~c" panose="02000500000000000000"/>
                <a:cs typeface="ULBQUQ+CMBX12~c" panose="02000500000000000000"/>
              </a:rPr>
              <a:t>of</a:t>
            </a:r>
            <a:r>
              <a:rPr kumimoji="0" sz="2500" kern="0" cap="none" spc="3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ULBQUQ+CMBX12~c" panose="02000500000000000000"/>
                <a:cs typeface="ULBQUQ+CMBX12~c" panose="02000500000000000000"/>
              </a:rPr>
              <a:t>a</a:t>
            </a:r>
            <a:r>
              <a:rPr kumimoji="0" sz="2500" kern="0" cap="none" spc="28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20" normalizeH="0" baseline="0" noProof="0">
                <a:solidFill>
                  <a:srgbClr val="000000"/>
                </a:solidFill>
                <a:latin typeface="ULBQUQ+CMBX12~c" panose="02000500000000000000"/>
                <a:cs typeface="ULBQUQ+CMBX12~c" panose="02000500000000000000"/>
              </a:rPr>
              <a:t>physical</a:t>
            </a:r>
            <a:r>
              <a:rPr kumimoji="0" sz="2500" kern="0" cap="none" spc="3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ULBQUQ+CMBX12~c" panose="02000500000000000000"/>
                <a:cs typeface="ULBQUQ+CMBX12~c" panose="02000500000000000000"/>
              </a:rPr>
              <a:t>sub</a:t>
            </a:r>
            <a:r>
              <a:rPr kumimoji="0" sz="2500" kern="0" cap="none" spc="-48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ULBQUQ+CMBX12~c" panose="02000500000000000000"/>
                <a:cs typeface="ULBQUQ+CMBX12~c" panose="02000500000000000000"/>
              </a:rPr>
              <a:t>ject</a:t>
            </a:r>
            <a:r>
              <a:rPr kumimoji="0" sz="2500" kern="0" cap="none" spc="30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2" normalizeH="0" baseline="0" noProof="0">
                <a:solidFill>
                  <a:srgbClr val="000000"/>
                </a:solidFill>
                <a:latin typeface="ULBQUQ+CMBX12~c" panose="02000500000000000000"/>
                <a:cs typeface="ULBQUQ+CMBX12~c" panose="02000500000000000000"/>
              </a:rPr>
              <a:t>domain</a:t>
            </a:r>
            <a:endParaRPr kumimoji="0" sz="2500" kern="0" cap="none" spc="-12" normalizeH="0" baseline="0" noProof="0">
              <a:solidFill>
                <a:srgbClr val="000000"/>
              </a:solidFill>
              <a:latin typeface="ULBQUQ+CMBX12~c" panose="02000500000000000000"/>
              <a:cs typeface="ULBQUQ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3588" y="3184525"/>
            <a:ext cx="922338" cy="534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10" normalizeH="0" baseline="0" noProof="0">
                <a:solidFill>
                  <a:srgbClr val="000000"/>
                </a:solidFill>
                <a:latin typeface="TLKQWI+Helvetica" panose="020B0604020202020204"/>
                <a:cs typeface="TLKQWI+Helvetica" panose="020B0604020202020204"/>
              </a:rPr>
              <a:t>Heater</a:t>
            </a:r>
            <a:endParaRPr kumimoji="0" sz="1600" kern="0" cap="none" spc="10" normalizeH="0" baseline="0" noProof="0">
              <a:solidFill>
                <a:srgbClr val="000000"/>
              </a:solidFill>
              <a:latin typeface="TLKQWI+Helvetica" panose="020B0604020202020204"/>
              <a:cs typeface="TLKQWI+Helvetica" panose="020B0604020202020204"/>
            </a:endParaRPr>
          </a:p>
        </p:txBody>
      </p:sp>
      <p:sp>
        <p:nvSpPr>
          <p:cNvPr id="108549" name="object 5"/>
          <p:cNvSpPr txBox="1"/>
          <p:nvPr/>
        </p:nvSpPr>
        <p:spPr>
          <a:xfrm>
            <a:off x="1654175" y="3527425"/>
            <a:ext cx="1916113" cy="5349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TLKQWI+Helvetica" panose="020B0604020202020204" charset="0"/>
                <a:ea typeface="宋体" panose="02010600030101010101" pitchFamily="2" charset="-122"/>
                <a:cs typeface="TLKQWI+Helvetica" panose="020B0604020202020204" charset="0"/>
              </a:rPr>
              <a:t>Heating controller</a:t>
            </a:r>
            <a:endParaRPr lang="en-US" altLang="zh-CN" sz="1600">
              <a:solidFill>
                <a:srgbClr val="000000"/>
              </a:solidFill>
              <a:latin typeface="TLKQWI+Helvetica" panose="020B0604020202020204" charset="0"/>
              <a:ea typeface="TLKQWI+Helvetica" panose="020B0604020202020204" charset="0"/>
            </a:endParaRPr>
          </a:p>
        </p:txBody>
      </p:sp>
      <p:sp>
        <p:nvSpPr>
          <p:cNvPr id="108550" name="object 6"/>
          <p:cNvSpPr txBox="1"/>
          <p:nvPr/>
        </p:nvSpPr>
        <p:spPr>
          <a:xfrm>
            <a:off x="6589713" y="3527425"/>
            <a:ext cx="1458912" cy="5349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TLKQWI+Helvetica" panose="020B0604020202020204" charset="0"/>
                <a:ea typeface="宋体" panose="02010600030101010101" pitchFamily="2" charset="-122"/>
                <a:cs typeface="TLKQWI+Helvetica" panose="020B0604020202020204" charset="0"/>
              </a:rPr>
              <a:t>Heating tank</a:t>
            </a:r>
            <a:endParaRPr lang="en-US" altLang="zh-CN" sz="1600">
              <a:solidFill>
                <a:srgbClr val="000000"/>
              </a:solidFill>
              <a:latin typeface="TLKQWI+Helvetica" panose="020B0604020202020204" charset="0"/>
              <a:ea typeface="TLKQWI+Helvetica" panose="020B060402020202020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65613" y="4098925"/>
            <a:ext cx="1538288" cy="534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11" normalizeH="0" baseline="0" noProof="0">
                <a:solidFill>
                  <a:srgbClr val="000000"/>
                </a:solidFill>
                <a:latin typeface="TLKQWI+Helvetica" panose="020B0604020202020204"/>
                <a:cs typeface="TLKQWI+Helvetica" panose="020B0604020202020204"/>
              </a:rPr>
              <a:t>Thermometer</a:t>
            </a:r>
            <a:endParaRPr kumimoji="0" sz="1600" kern="0" cap="none" spc="11" normalizeH="0" baseline="0" noProof="0">
              <a:solidFill>
                <a:srgbClr val="000000"/>
              </a:solidFill>
              <a:latin typeface="TLKQWI+Helvetica" panose="020B0604020202020204"/>
              <a:cs typeface="TLKQWI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07225" y="4213225"/>
            <a:ext cx="1722438" cy="534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10" normalizeH="0" baseline="0" noProof="0">
                <a:solidFill>
                  <a:srgbClr val="000000"/>
                </a:solidFill>
                <a:latin typeface="TLKQWI+Helvetica" panose="020B0604020202020204"/>
                <a:cs typeface="TLKQWI+Helvetica" panose="020B0604020202020204"/>
              </a:rPr>
              <a:t>Subject</a:t>
            </a:r>
            <a:r>
              <a:rPr kumimoji="0" sz="1600" kern="0" cap="none" spc="0" normalizeH="0" baseline="0" noProof="0">
                <a:solidFill>
                  <a:srgbClr val="000000"/>
                </a:solidFill>
                <a:latin typeface="TLKQWI+Helvetica" panose="020B0604020202020204"/>
                <a:cs typeface="TLKQWI+Helvetica" panose="020B0604020202020204"/>
              </a:rPr>
              <a:t> </a:t>
            </a:r>
            <a:r>
              <a:rPr kumimoji="0" sz="1600" kern="0" cap="none" spc="10" normalizeH="0" baseline="0" noProof="0">
                <a:solidFill>
                  <a:srgbClr val="000000"/>
                </a:solidFill>
                <a:latin typeface="TLKQWI+Helvetica" panose="020B0604020202020204"/>
                <a:cs typeface="TLKQWI+Helvetica" panose="020B0604020202020204"/>
              </a:rPr>
              <a:t>domain</a:t>
            </a:r>
            <a:endParaRPr kumimoji="0" sz="1600" kern="0" cap="none" spc="10" normalizeH="0" baseline="0" noProof="0">
              <a:solidFill>
                <a:srgbClr val="000000"/>
              </a:solidFill>
              <a:latin typeface="TLKQWI+Helvetica" panose="020B0604020202020204"/>
              <a:cs typeface="TLKQWI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4588" y="5110163"/>
            <a:ext cx="8042275" cy="10810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NVQEEA+CMR10" panose="02000500000000000000"/>
                <a:cs typeface="NVQEEA+CMR10" panose="02000500000000000000"/>
              </a:rPr>
              <a:t>A</a:t>
            </a:r>
            <a:r>
              <a:rPr kumimoji="0" sz="2050" kern="0" cap="none" spc="1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NVQEEA+CMR10" panose="02000500000000000000"/>
                <a:cs typeface="NVQEEA+CMR10" panose="02000500000000000000"/>
              </a:rPr>
              <a:t>physical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31" normalizeH="0" baseline="0" noProof="0">
                <a:solidFill>
                  <a:srgbClr val="000000"/>
                </a:solidFill>
                <a:latin typeface="NVQEEA+CMR10" panose="02000500000000000000"/>
                <a:cs typeface="NVQEEA+CMR10" panose="02000500000000000000"/>
              </a:rPr>
              <a:t>subject</a:t>
            </a:r>
            <a:r>
              <a:rPr kumimoji="0" sz="2050" kern="0" cap="none" spc="1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NVQEEA+CMR10" panose="02000500000000000000"/>
                <a:cs typeface="NVQEEA+CMR10" panose="02000500000000000000"/>
              </a:rPr>
              <a:t>domain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7" normalizeH="0" baseline="0" noProof="0">
                <a:solidFill>
                  <a:srgbClr val="000000"/>
                </a:solidFill>
                <a:latin typeface="NVQEEA+CMR10" panose="02000500000000000000"/>
                <a:cs typeface="NVQEEA+CMR10" panose="02000500000000000000"/>
              </a:rPr>
              <a:t>always</a:t>
            </a:r>
            <a:r>
              <a:rPr kumimoji="0" sz="2050" kern="0" cap="none" spc="20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NVQEEA+CMR10" panose="02000500000000000000"/>
                <a:cs typeface="NVQEEA+CMR10" panose="02000500000000000000"/>
              </a:rPr>
              <a:t>exists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NVQEEA+CMR10" panose="02000500000000000000"/>
                <a:cs typeface="NVQEEA+CMR10" panose="02000500000000000000"/>
              </a:rPr>
              <a:t>outside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NVQEEA+CMR10" panose="02000500000000000000"/>
                <a:cs typeface="NVQEEA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NVQEEA+CMR10" panose="02000500000000000000"/>
                <a:cs typeface="NVQEEA+CMR10" panose="02000500000000000000"/>
              </a:rPr>
              <a:t>software</a:t>
            </a:r>
            <a:endParaRPr kumimoji="0" sz="2050" kern="0" cap="none" spc="-11" normalizeH="0" baseline="0" noProof="0">
              <a:solidFill>
                <a:srgbClr val="000000"/>
              </a:solidFill>
              <a:latin typeface="NVQEEA+CMR10" panose="02000500000000000000"/>
              <a:cs typeface="NVQEEA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41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NVQEEA+CMR10" panose="02000500000000000000"/>
                <a:cs typeface="NVQEEA+CMR10" panose="02000500000000000000"/>
              </a:rPr>
              <a:t>system.</a:t>
            </a:r>
            <a:endParaRPr kumimoji="0" sz="2050" kern="0" cap="none" spc="0" normalizeH="0" baseline="0" noProof="0">
              <a:solidFill>
                <a:srgbClr val="000000"/>
              </a:solidFill>
              <a:latin typeface="NVQEEA+CMR10" panose="02000500000000000000"/>
              <a:cs typeface="NVQEEA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QHUCIK+CMR7" panose="02000500000000000000"/>
                <a:cs typeface="QHUCIK+CMR7" panose="02000500000000000000"/>
              </a:rPr>
              <a:t>20</a:t>
            </a:r>
            <a:endParaRPr kumimoji="0" sz="1450" kern="0" cap="none" spc="0" normalizeH="0" baseline="0" noProof="0">
              <a:solidFill>
                <a:srgbClr val="000000"/>
              </a:solidFill>
              <a:latin typeface="QHUCIK+CMR7" panose="02000500000000000000"/>
              <a:cs typeface="QHUCIK+CMR7" panose="02000500000000000000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9570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700213"/>
            <a:ext cx="8497888" cy="1162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PVMFCN+CMBX12~c" panose="02000500000000000000"/>
                <a:cs typeface="PVMFCN+CMBX12~c" panose="02000500000000000000"/>
              </a:rPr>
              <a:t>Example</a:t>
            </a:r>
            <a:r>
              <a:rPr kumimoji="0" sz="2500" kern="0" cap="none" spc="2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PVMFCN+CMBX12~c" panose="02000500000000000000"/>
                <a:cs typeface="PVMFCN+CMBX12~c" panose="02000500000000000000"/>
              </a:rPr>
              <a:t>of</a:t>
            </a:r>
            <a:r>
              <a:rPr kumimoji="0" sz="2500" kern="0" cap="none" spc="3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3" normalizeH="0" baseline="0" noProof="0">
                <a:solidFill>
                  <a:srgbClr val="000000"/>
                </a:solidFill>
                <a:latin typeface="PVMFCN+CMBX12~c" panose="02000500000000000000"/>
                <a:cs typeface="PVMFCN+CMBX12~c" panose="02000500000000000000"/>
              </a:rPr>
              <a:t>conceptual,</a:t>
            </a:r>
            <a:r>
              <a:rPr kumimoji="0" sz="2500" kern="0" cap="none" spc="32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PVMFCN+CMBX12~c" panose="02000500000000000000"/>
                <a:cs typeface="PVMFCN+CMBX12~c" panose="02000500000000000000"/>
              </a:rPr>
              <a:t>lexical,</a:t>
            </a:r>
            <a:r>
              <a:rPr kumimoji="0" sz="2500" kern="0" cap="none" spc="29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20" normalizeH="0" baseline="0" noProof="0">
                <a:solidFill>
                  <a:srgbClr val="000000"/>
                </a:solidFill>
                <a:latin typeface="PVMFCN+CMBX12~c" panose="02000500000000000000"/>
                <a:cs typeface="PVMFCN+CMBX12~c" panose="02000500000000000000"/>
              </a:rPr>
              <a:t>physical</a:t>
            </a:r>
            <a:r>
              <a:rPr kumimoji="0" sz="2500" kern="0" cap="none" spc="30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PVMFCN+CMBX12~c" panose="02000500000000000000"/>
                <a:cs typeface="PVMFCN+CMBX12~c" panose="02000500000000000000"/>
              </a:rPr>
              <a:t>sub</a:t>
            </a:r>
            <a:r>
              <a:rPr kumimoji="0" sz="2500" kern="0" cap="none" spc="-48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PVMFCN+CMBX12~c" panose="02000500000000000000"/>
                <a:cs typeface="PVMFCN+CMBX12~c" panose="02000500000000000000"/>
              </a:rPr>
              <a:t>ject</a:t>
            </a:r>
            <a:endParaRPr kumimoji="0" sz="2500" kern="0" cap="none" spc="0" normalizeH="0" baseline="0" noProof="0">
              <a:solidFill>
                <a:srgbClr val="000000"/>
              </a:solidFill>
              <a:latin typeface="PVMFCN+CMBX12~c" panose="02000500000000000000"/>
              <a:cs typeface="PVMFCN+CMBX12~c" panose="02000500000000000000"/>
            </a:endParaRPr>
          </a:p>
          <a:p>
            <a:pPr marR="0" defTabSz="914400" fontAlgn="auto">
              <a:lnSpc>
                <a:spcPts val="2480"/>
              </a:lnSpc>
              <a:spcBef>
                <a:spcPts val="435"/>
              </a:spcBef>
              <a:buClrTx/>
              <a:buSzTx/>
              <a:buFontTx/>
              <a:buNone/>
              <a:defRPr/>
            </a:pPr>
            <a:r>
              <a:rPr kumimoji="0" sz="2500" kern="0" cap="none" spc="-12" normalizeH="0" baseline="0" noProof="0">
                <a:solidFill>
                  <a:srgbClr val="000000"/>
                </a:solidFill>
                <a:latin typeface="PVMFCN+CMBX12~c" panose="02000500000000000000"/>
                <a:cs typeface="PVMFCN+CMBX12~c" panose="02000500000000000000"/>
              </a:rPr>
              <a:t>domain</a:t>
            </a:r>
            <a:r>
              <a:rPr kumimoji="0" sz="2500" kern="0" cap="none" spc="29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20" normalizeH="0" baseline="0" noProof="0">
                <a:solidFill>
                  <a:srgbClr val="000000"/>
                </a:solidFill>
                <a:latin typeface="PVMFCN+CMBX12~c" panose="02000500000000000000"/>
                <a:cs typeface="PVMFCN+CMBX12~c" panose="02000500000000000000"/>
              </a:rPr>
              <a:t>entities</a:t>
            </a:r>
            <a:endParaRPr kumimoji="0" sz="2500" kern="0" cap="none" spc="-20" normalizeH="0" baseline="0" noProof="0">
              <a:solidFill>
                <a:srgbClr val="000000"/>
              </a:solidFill>
              <a:latin typeface="PVMFCN+CMBX12~c" panose="02000500000000000000"/>
              <a:cs typeface="PVMFCN+CMBX12~c" panose="02000500000000000000"/>
            </a:endParaRPr>
          </a:p>
        </p:txBody>
      </p:sp>
      <p:sp>
        <p:nvSpPr>
          <p:cNvPr id="109572" name="object 4"/>
          <p:cNvSpPr txBox="1"/>
          <p:nvPr/>
        </p:nvSpPr>
        <p:spPr>
          <a:xfrm>
            <a:off x="6908800" y="3128963"/>
            <a:ext cx="20447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 b="1">
                <a:solidFill>
                  <a:srgbClr val="000000"/>
                </a:solidFill>
                <a:latin typeface="GAJSUE+Helvetica-Bold" panose="020B0704020202020204" charset="0"/>
                <a:ea typeface="宋体" panose="02010600030101010101" pitchFamily="2" charset="-122"/>
                <a:cs typeface="GAJSUE+Helvetica-Bold" panose="020B0704020202020204" charset="0"/>
              </a:rPr>
              <a:t>Subject domain</a:t>
            </a:r>
            <a:endParaRPr lang="en-US" altLang="zh-CN" b="1">
              <a:solidFill>
                <a:srgbClr val="000000"/>
              </a:solidFill>
              <a:latin typeface="GAJSUE+Helvetica-Bold" panose="020B0704020202020204" charset="0"/>
              <a:ea typeface="GAJSUE+Helvetica-Bold" panose="020B070402020202020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1413" y="3632200"/>
            <a:ext cx="1473200" cy="119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800"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LRQEVW+Helvetica" panose="020B0604020202020204"/>
                <a:cs typeface="LRQEVW+Helvetica" panose="020B0604020202020204"/>
              </a:rPr>
              <a:t>Personnel</a:t>
            </a:r>
            <a:endParaRPr kumimoji="0" kern="0" cap="none" spc="0" normalizeH="0" baseline="0" noProof="0">
              <a:solidFill>
                <a:srgbClr val="000000"/>
              </a:solidFill>
              <a:latin typeface="LRQEVW+Helvetica" panose="020B0604020202020204"/>
              <a:cs typeface="LRQEVW+Helvetica" panose="020B0604020202020204"/>
            </a:endParaRPr>
          </a:p>
          <a:p>
            <a:pPr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LRQEVW+Helvetica" panose="020B0604020202020204"/>
                <a:cs typeface="LRQEVW+Helvetica" panose="020B0604020202020204"/>
              </a:rPr>
              <a:t>information</a:t>
            </a:r>
            <a:endParaRPr kumimoji="0" kern="0" cap="none" spc="0" normalizeH="0" baseline="0" noProof="0">
              <a:solidFill>
                <a:srgbClr val="000000"/>
              </a:solidFill>
              <a:latin typeface="LRQEVW+Helvetica" panose="020B0604020202020204"/>
              <a:cs typeface="LRQEVW+Helvetica" panose="020B0604020202020204"/>
            </a:endParaRPr>
          </a:p>
          <a:p>
            <a:pPr marL="203200" marR="0" defTabSz="914400" fontAlgn="auto">
              <a:lnSpc>
                <a:spcPts val="2010"/>
              </a:lnSpc>
              <a:spcBef>
                <a:spcPts val="38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LRQEVW+Helvetica" panose="020B0604020202020204"/>
                <a:cs typeface="LRQEVW+Helvetica" panose="020B0604020202020204"/>
              </a:rPr>
              <a:t>system</a:t>
            </a:r>
            <a:endParaRPr kumimoji="0" kern="0" cap="none" spc="0" normalizeH="0" baseline="0" noProof="0">
              <a:solidFill>
                <a:srgbClr val="000000"/>
              </a:solidFill>
              <a:latin typeface="LRQEVW+Helvetica" panose="020B0604020202020204"/>
              <a:cs typeface="LRQEVW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41625" y="3632200"/>
            <a:ext cx="1498600" cy="119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50"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LRQEVW+Helvetica" panose="020B0604020202020204"/>
                <a:cs typeface="LRQEVW+Helvetica" panose="020B0604020202020204"/>
              </a:rPr>
              <a:t>Employee</a:t>
            </a:r>
            <a:endParaRPr kumimoji="0" kern="0" cap="none" spc="0" normalizeH="0" baseline="0" noProof="0">
              <a:solidFill>
                <a:srgbClr val="000000"/>
              </a:solidFill>
              <a:latin typeface="LRQEVW+Helvetica" panose="020B0604020202020204"/>
              <a:cs typeface="LRQEVW+Helvetica" panose="020B0604020202020204"/>
            </a:endParaRPr>
          </a:p>
          <a:p>
            <a:pPr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LRQEVW+Helvetica" panose="020B0604020202020204"/>
                <a:cs typeface="LRQEVW+Helvetica" panose="020B0604020202020204"/>
              </a:rPr>
              <a:t>department</a:t>
            </a:r>
            <a:endParaRPr kumimoji="0" kern="0" cap="none" spc="0" normalizeH="0" baseline="0" noProof="0">
              <a:solidFill>
                <a:srgbClr val="000000"/>
              </a:solidFill>
              <a:latin typeface="LRQEVW+Helvetica" panose="020B0604020202020204"/>
              <a:cs typeface="LRQEVW+Helvetica" panose="020B0604020202020204"/>
            </a:endParaRPr>
          </a:p>
          <a:p>
            <a:pPr marL="76200" marR="0" defTabSz="914400" fontAlgn="auto">
              <a:lnSpc>
                <a:spcPts val="2010"/>
              </a:lnSpc>
              <a:spcBef>
                <a:spcPts val="38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LRQEVW+Helvetica" panose="020B0604020202020204"/>
                <a:cs typeface="LRQEVW+Helvetica" panose="020B0604020202020204"/>
              </a:rPr>
              <a:t>personnel</a:t>
            </a:r>
            <a:endParaRPr kumimoji="0" kern="0" cap="none" spc="0" normalizeH="0" baseline="0" noProof="0">
              <a:solidFill>
                <a:srgbClr val="000000"/>
              </a:solidFill>
              <a:latin typeface="LRQEVW+Helvetica" panose="020B0604020202020204"/>
              <a:cs typeface="LRQEVW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51538" y="3700463"/>
            <a:ext cx="2589213" cy="139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LRQEVW+Helvetica" panose="020B0604020202020204"/>
                <a:cs typeface="LRQEVW+Helvetica" panose="020B0604020202020204"/>
              </a:rPr>
              <a:t>Rights and obligations</a:t>
            </a:r>
            <a:endParaRPr kumimoji="0" kern="0" cap="none" spc="0" normalizeH="0" baseline="0" noProof="0">
              <a:solidFill>
                <a:srgbClr val="000000"/>
              </a:solidFill>
              <a:latin typeface="LRQEVW+Helvetica" panose="020B0604020202020204"/>
              <a:cs typeface="LRQEVW+Helvetica" panose="020B0604020202020204"/>
            </a:endParaRPr>
          </a:p>
          <a:p>
            <a:pPr marL="50800" marR="0" defTabSz="914400" fontAlgn="auto">
              <a:lnSpc>
                <a:spcPts val="2010"/>
              </a:lnSpc>
              <a:spcBef>
                <a:spcPts val="4285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LRQEVW+Helvetica" panose="020B0604020202020204"/>
                <a:cs typeface="LRQEVW+Helvetica" panose="020B0604020202020204"/>
              </a:rPr>
              <a:t>Employment contract</a:t>
            </a:r>
            <a:endParaRPr kumimoji="0" kern="0" cap="none" spc="0" normalizeH="0" baseline="0" noProof="0">
              <a:solidFill>
                <a:srgbClr val="000000"/>
              </a:solidFill>
              <a:latin typeface="LRQEVW+Helvetica" panose="020B0604020202020204"/>
              <a:cs typeface="LRQEVW+Helvetica" panose="020B0604020202020204"/>
            </a:endParaRPr>
          </a:p>
        </p:txBody>
      </p:sp>
      <p:sp>
        <p:nvSpPr>
          <p:cNvPr id="109576" name="object 8"/>
          <p:cNvSpPr txBox="1"/>
          <p:nvPr/>
        </p:nvSpPr>
        <p:spPr>
          <a:xfrm>
            <a:off x="4510088" y="3997325"/>
            <a:ext cx="1358900" cy="5984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LRQEVW+Helvetica" panose="020B0604020202020204" charset="0"/>
                <a:ea typeface="宋体" panose="02010600030101010101" pitchFamily="2" charset="-122"/>
                <a:cs typeface="LRQEVW+Helvetica" panose="020B0604020202020204" charset="0"/>
              </a:rPr>
              <a:t>Employee</a:t>
            </a:r>
            <a:endParaRPr lang="en-US" altLang="zh-CN">
              <a:solidFill>
                <a:srgbClr val="000000"/>
              </a:solidFill>
              <a:latin typeface="LRQEVW+Helvetica" panose="020B0604020202020204" charset="0"/>
              <a:ea typeface="LRQEVW+Helvetica" panose="020B060402020202020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4588" y="5372100"/>
            <a:ext cx="8858250" cy="1079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0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Conceptual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entities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7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always</a:t>
            </a:r>
            <a:r>
              <a:rPr kumimoji="0" sz="2050" kern="0" cap="none" spc="20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exist</a:t>
            </a:r>
            <a:r>
              <a:rPr kumimoji="0" sz="2050" kern="0" cap="none" spc="15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outside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software</a:t>
            </a:r>
            <a:r>
              <a:rPr kumimoji="0" sz="2050" kern="0" cap="none" spc="20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system.</a:t>
            </a:r>
            <a:r>
              <a:rPr kumimoji="0" sz="2050" kern="0" cap="none" spc="39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They</a:t>
            </a:r>
            <a:endParaRPr kumimoji="0" sz="2050" kern="0" cap="none" spc="11" normalizeH="0" baseline="0" noProof="0">
              <a:solidFill>
                <a:srgbClr val="000000"/>
              </a:solidFill>
              <a:latin typeface="JHMIPM+CMR10" panose="02000500000000000000"/>
              <a:cs typeface="JHMIPM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3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exist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1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because</a:t>
            </a:r>
            <a:r>
              <a:rPr kumimoji="0" sz="2050" kern="0" cap="none" spc="14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2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people</a:t>
            </a:r>
            <a:r>
              <a:rPr kumimoji="0" sz="2050" kern="0" cap="none" spc="13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agree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to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treat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them</a:t>
            </a:r>
            <a:r>
              <a:rPr kumimoji="0" sz="2050" kern="0" cap="none" spc="16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as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existing.</a:t>
            </a:r>
            <a:endParaRPr kumimoji="0" sz="2050" kern="0" cap="none" spc="0" normalizeH="0" baseline="0" noProof="0">
              <a:solidFill>
                <a:srgbClr val="000000"/>
              </a:solidFill>
              <a:latin typeface="JHMIPM+CMR10" panose="02000500000000000000"/>
              <a:cs typeface="JHMIPM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AUEPAQ+CMR7" panose="02000500000000000000"/>
                <a:cs typeface="AUEPAQ+CMR7" panose="02000500000000000000"/>
              </a:rPr>
              <a:t>21</a:t>
            </a:r>
            <a:endParaRPr kumimoji="0" sz="1450" kern="0" cap="none" spc="0" normalizeH="0" baseline="0" noProof="0">
              <a:solidFill>
                <a:srgbClr val="000000"/>
              </a:solidFill>
              <a:latin typeface="AUEPAQ+CMR7" panose="02000500000000000000"/>
              <a:cs typeface="AUEPAQ+CMR7" panose="0200050000000000000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0594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228725"/>
            <a:ext cx="5245100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0" normalizeH="0" baseline="0" noProof="0">
                <a:solidFill>
                  <a:srgbClr val="000000"/>
                </a:solidFill>
                <a:latin typeface="NKNVFT+CMBX12~c" panose="02000500000000000000"/>
                <a:cs typeface="NKNVFT+CMBX12~c" panose="02000500000000000000"/>
              </a:rPr>
              <a:t>Lexical</a:t>
            </a:r>
            <a:r>
              <a:rPr kumimoji="0" sz="2500" kern="0" cap="none" spc="29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20" normalizeH="0" baseline="0" noProof="0">
                <a:solidFill>
                  <a:srgbClr val="000000"/>
                </a:solidFill>
                <a:latin typeface="NKNVFT+CMBX12~c" panose="02000500000000000000"/>
                <a:cs typeface="NKNVFT+CMBX12~c" panose="02000500000000000000"/>
              </a:rPr>
              <a:t>entities</a:t>
            </a:r>
            <a:r>
              <a:rPr kumimoji="0" sz="2500" kern="0" cap="none" spc="31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3" normalizeH="0" baseline="0" noProof="0">
                <a:solidFill>
                  <a:srgbClr val="000000"/>
                </a:solidFill>
                <a:latin typeface="NKNVFT+CMBX12~c" panose="02000500000000000000"/>
                <a:cs typeface="NKNVFT+CMBX12~c" panose="02000500000000000000"/>
              </a:rPr>
              <a:t>can</a:t>
            </a:r>
            <a:r>
              <a:rPr kumimoji="0" sz="2500" kern="0" cap="none" spc="30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57" normalizeH="0" baseline="0" noProof="0">
                <a:solidFill>
                  <a:srgbClr val="000000"/>
                </a:solidFill>
                <a:latin typeface="NKNVFT+CMBX12~c" panose="02000500000000000000"/>
                <a:cs typeface="NKNVFT+CMBX12~c" panose="02000500000000000000"/>
              </a:rPr>
              <a:t>be</a:t>
            </a:r>
            <a:r>
              <a:rPr kumimoji="0" sz="2500" kern="0" cap="none" spc="24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1" normalizeH="0" baseline="0" noProof="0">
                <a:solidFill>
                  <a:srgbClr val="000000"/>
                </a:solidFill>
                <a:latin typeface="NKNVFT+CMBX12~c" panose="02000500000000000000"/>
                <a:cs typeface="NKNVFT+CMBX12~c" panose="02000500000000000000"/>
              </a:rPr>
              <a:t>copied</a:t>
            </a:r>
            <a:endParaRPr kumimoji="0" sz="2500" kern="0" cap="none" spc="-11" normalizeH="0" baseline="0" noProof="0">
              <a:solidFill>
                <a:srgbClr val="000000"/>
              </a:solidFill>
              <a:latin typeface="NKNVFT+CMBX12~c" panose="02000500000000000000"/>
              <a:cs typeface="NKNVFT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4125" y="1843088"/>
            <a:ext cx="3556000" cy="7572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VHLJLJ+Helvetica" panose="020B0604020202020204"/>
                <a:cs typeface="VHLJLJ+Helvetica" panose="020B0604020202020204"/>
              </a:rPr>
              <a:t>Employee</a:t>
            </a:r>
            <a:endParaRPr kumimoji="0" kern="0" cap="none" spc="0" normalizeH="0" baseline="0" noProof="0">
              <a:solidFill>
                <a:srgbClr val="000000"/>
              </a:solidFill>
              <a:latin typeface="VHLJLJ+Helvetica" panose="020B0604020202020204"/>
              <a:cs typeface="VHLJLJ+Helvetica" panose="020B0604020202020204"/>
            </a:endParaRPr>
          </a:p>
          <a:p>
            <a:pPr marL="2265680" marR="0" defTabSz="914400" fontAlgn="auto">
              <a:lnSpc>
                <a:spcPts val="1260"/>
              </a:lnSpc>
              <a:buClrTx/>
              <a:buSzTx/>
              <a:buFontTx/>
              <a:buNone/>
              <a:defRPr/>
            </a:pPr>
            <a:r>
              <a:rPr kumimoji="0" b="1" kern="0" cap="none" spc="0" normalizeH="0" baseline="0" noProof="0">
                <a:solidFill>
                  <a:srgbClr val="000000"/>
                </a:solidFill>
                <a:latin typeface="FLLJRL+Helvetica-Bold" panose="020B0704020202020204"/>
                <a:cs typeface="FLLJRL+Helvetica-Bold" panose="020B0704020202020204"/>
              </a:rPr>
              <a:t>Subject</a:t>
            </a:r>
            <a:endParaRPr kumimoji="0" b="1" kern="0" cap="none" spc="0" normalizeH="0" baseline="0" noProof="0">
              <a:solidFill>
                <a:srgbClr val="000000"/>
              </a:solidFill>
              <a:latin typeface="FLLJRL+Helvetica-Bold" panose="020B0704020202020204"/>
              <a:cs typeface="FLLJRL+Helvetica-Bold" panose="020B0704020202020204"/>
            </a:endParaRPr>
          </a:p>
        </p:txBody>
      </p:sp>
      <p:sp>
        <p:nvSpPr>
          <p:cNvPr id="110597" name="object 5"/>
          <p:cNvSpPr txBox="1"/>
          <p:nvPr/>
        </p:nvSpPr>
        <p:spPr>
          <a:xfrm>
            <a:off x="7042150" y="2116138"/>
            <a:ext cx="1436688" cy="8953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VHLJLJ+Helvetica" panose="020B0604020202020204" charset="0"/>
                <a:ea typeface="宋体" panose="02010600030101010101" pitchFamily="2" charset="-122"/>
                <a:cs typeface="VHLJLJ+Helvetica" panose="020B0604020202020204" charset="0"/>
              </a:rPr>
              <a:t>Rights and</a:t>
            </a:r>
            <a:endParaRPr lang="en-US" altLang="zh-CN">
              <a:solidFill>
                <a:srgbClr val="000000"/>
              </a:solidFill>
              <a:latin typeface="VHLJLJ+Helvetica" panose="020B0604020202020204" charset="0"/>
              <a:ea typeface="宋体" panose="02010600030101010101" pitchFamily="2" charset="-122"/>
              <a:cs typeface="VHLJLJ+Helvetica" panose="020B0604020202020204" charset="0"/>
            </a:endParaRPr>
          </a:p>
          <a:p>
            <a:pPr>
              <a:lnSpc>
                <a:spcPts val="2015"/>
              </a:lnSpc>
              <a:spcBef>
                <a:spcPts val="325"/>
              </a:spcBef>
              <a:buNone/>
            </a:pPr>
            <a:r>
              <a:rPr lang="en-US" altLang="zh-CN">
                <a:solidFill>
                  <a:srgbClr val="000000"/>
                </a:solidFill>
                <a:latin typeface="VHLJLJ+Helvetica" panose="020B0604020202020204" charset="0"/>
                <a:ea typeface="宋体" panose="02010600030101010101" pitchFamily="2" charset="-122"/>
                <a:cs typeface="VHLJLJ+Helvetica" panose="020B0604020202020204" charset="0"/>
              </a:rPr>
              <a:t>obligations</a:t>
            </a:r>
            <a:endParaRPr lang="en-US" altLang="zh-CN">
              <a:solidFill>
                <a:srgbClr val="000000"/>
              </a:solidFill>
              <a:latin typeface="VHLJLJ+Helvetica" panose="020B0604020202020204" charset="0"/>
              <a:ea typeface="VHLJLJ+Helvetica" panose="020B060402020202020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84275" y="2139950"/>
            <a:ext cx="3629025" cy="7572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VHLJLJ+Helvetica" panose="020B0604020202020204"/>
                <a:cs typeface="VHLJLJ+Helvetica" panose="020B0604020202020204"/>
              </a:rPr>
              <a:t>department</a:t>
            </a:r>
            <a:endParaRPr kumimoji="0" kern="0" cap="none" spc="0" normalizeH="0" baseline="0" noProof="0">
              <a:solidFill>
                <a:srgbClr val="000000"/>
              </a:solidFill>
              <a:latin typeface="VHLJLJ+Helvetica" panose="020B0604020202020204"/>
              <a:cs typeface="VHLJLJ+Helvetica" panose="020B0604020202020204"/>
            </a:endParaRPr>
          </a:p>
          <a:p>
            <a:pPr marL="2341880" marR="0" defTabSz="914400" fontAlgn="auto">
              <a:lnSpc>
                <a:spcPts val="1260"/>
              </a:lnSpc>
              <a:buClrTx/>
              <a:buSzTx/>
              <a:buFontTx/>
              <a:buNone/>
              <a:defRPr/>
            </a:pPr>
            <a:r>
              <a:rPr kumimoji="0" b="1" kern="0" cap="none" spc="0" normalizeH="0" baseline="0" noProof="0">
                <a:solidFill>
                  <a:srgbClr val="000000"/>
                </a:solidFill>
                <a:latin typeface="FLLJRL+Helvetica-Bold" panose="020B0704020202020204"/>
                <a:cs typeface="FLLJRL+Helvetica-Bold" panose="020B0704020202020204"/>
              </a:rPr>
              <a:t>domain</a:t>
            </a:r>
            <a:endParaRPr kumimoji="0" b="1" kern="0" cap="none" spc="0" normalizeH="0" baseline="0" noProof="0">
              <a:solidFill>
                <a:srgbClr val="000000"/>
              </a:solidFill>
              <a:latin typeface="FLLJRL+Helvetica-Bold" panose="020B0704020202020204"/>
              <a:cs typeface="FLLJRL+Helvetica-Bold" panose="020B0704020202020204"/>
            </a:endParaRPr>
          </a:p>
        </p:txBody>
      </p:sp>
      <p:sp>
        <p:nvSpPr>
          <p:cNvPr id="110599" name="object 7"/>
          <p:cNvSpPr txBox="1"/>
          <p:nvPr/>
        </p:nvSpPr>
        <p:spPr>
          <a:xfrm>
            <a:off x="1260475" y="2436813"/>
            <a:ext cx="13462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VHLJLJ+Helvetica" panose="020B0604020202020204" charset="0"/>
                <a:ea typeface="宋体" panose="02010600030101010101" pitchFamily="2" charset="-122"/>
                <a:cs typeface="VHLJLJ+Helvetica" panose="020B0604020202020204" charset="0"/>
              </a:rPr>
              <a:t>personnel</a:t>
            </a:r>
            <a:endParaRPr lang="en-US" altLang="zh-CN">
              <a:solidFill>
                <a:srgbClr val="000000"/>
              </a:solidFill>
              <a:latin typeface="VHLJLJ+Helvetica" panose="020B0604020202020204" charset="0"/>
              <a:ea typeface="VHLJLJ+Helvetica" panose="020B0604020202020204" charset="0"/>
            </a:endParaRPr>
          </a:p>
        </p:txBody>
      </p:sp>
      <p:sp>
        <p:nvSpPr>
          <p:cNvPr id="110600" name="object 8"/>
          <p:cNvSpPr txBox="1"/>
          <p:nvPr/>
        </p:nvSpPr>
        <p:spPr>
          <a:xfrm>
            <a:off x="5367338" y="2733675"/>
            <a:ext cx="1358900" cy="5984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VHLJLJ+Helvetica" panose="020B0604020202020204" charset="0"/>
                <a:ea typeface="宋体" panose="02010600030101010101" pitchFamily="2" charset="-122"/>
                <a:cs typeface="VHLJLJ+Helvetica" panose="020B0604020202020204" charset="0"/>
              </a:rPr>
              <a:t>Employee</a:t>
            </a:r>
            <a:endParaRPr lang="en-US" altLang="zh-CN">
              <a:solidFill>
                <a:srgbClr val="000000"/>
              </a:solidFill>
              <a:latin typeface="VHLJLJ+Helvetica" panose="020B0604020202020204" charset="0"/>
              <a:ea typeface="VHLJLJ+Helvetica" panose="020B060402020202020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11275" y="3327400"/>
            <a:ext cx="1473200" cy="119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800"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VHLJLJ+Helvetica" panose="020B0604020202020204"/>
                <a:cs typeface="VHLJLJ+Helvetica" panose="020B0604020202020204"/>
              </a:rPr>
              <a:t>Personnel</a:t>
            </a:r>
            <a:endParaRPr kumimoji="0" kern="0" cap="none" spc="0" normalizeH="0" baseline="0" noProof="0">
              <a:solidFill>
                <a:srgbClr val="000000"/>
              </a:solidFill>
              <a:latin typeface="VHLJLJ+Helvetica" panose="020B0604020202020204"/>
              <a:cs typeface="VHLJLJ+Helvetica" panose="020B0604020202020204"/>
            </a:endParaRPr>
          </a:p>
          <a:p>
            <a:pPr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VHLJLJ+Helvetica" panose="020B0604020202020204"/>
                <a:cs typeface="VHLJLJ+Helvetica" panose="020B0604020202020204"/>
              </a:rPr>
              <a:t>information</a:t>
            </a:r>
            <a:endParaRPr kumimoji="0" kern="0" cap="none" spc="0" normalizeH="0" baseline="0" noProof="0">
              <a:solidFill>
                <a:srgbClr val="000000"/>
              </a:solidFill>
              <a:latin typeface="VHLJLJ+Helvetica" panose="020B0604020202020204"/>
              <a:cs typeface="VHLJLJ+Helvetica" panose="020B0604020202020204"/>
            </a:endParaRPr>
          </a:p>
          <a:p>
            <a:pPr marL="203200" marR="0" defTabSz="914400" fontAlgn="auto">
              <a:lnSpc>
                <a:spcPts val="2010"/>
              </a:lnSpc>
              <a:spcBef>
                <a:spcPts val="38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VHLJLJ+Helvetica" panose="020B0604020202020204"/>
                <a:cs typeface="VHLJLJ+Helvetica" panose="020B0604020202020204"/>
              </a:rPr>
              <a:t>system</a:t>
            </a:r>
            <a:endParaRPr kumimoji="0" kern="0" cap="none" spc="0" normalizeH="0" baseline="0" noProof="0">
              <a:solidFill>
                <a:srgbClr val="000000"/>
              </a:solidFill>
              <a:latin typeface="VHLJLJ+Helvetica" panose="020B0604020202020204"/>
              <a:cs typeface="VHLJLJ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60675" y="3487738"/>
            <a:ext cx="2487613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VHLJLJ+Helvetica" panose="020B0604020202020204"/>
                <a:cs typeface="VHLJLJ+Helvetica" panose="020B0604020202020204"/>
              </a:rPr>
              <a:t>Employment contract</a:t>
            </a:r>
            <a:endParaRPr kumimoji="0" kern="0" cap="none" spc="0" normalizeH="0" baseline="0" noProof="0">
              <a:solidFill>
                <a:srgbClr val="000000"/>
              </a:solidFill>
              <a:latin typeface="VHLJLJ+Helvetica" panose="020B0604020202020204"/>
              <a:cs typeface="VHLJLJ+Helvetica" panose="020B0604020202020204"/>
            </a:endParaRPr>
          </a:p>
          <a:p>
            <a:pPr marL="736600"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VHLJLJ+Helvetica" panose="020B0604020202020204"/>
                <a:cs typeface="VHLJLJ+Helvetica" panose="020B0604020202020204"/>
              </a:rPr>
              <a:t>copy 1</a:t>
            </a:r>
            <a:endParaRPr kumimoji="0" kern="0" cap="none" spc="0" normalizeH="0" baseline="0" noProof="0">
              <a:solidFill>
                <a:srgbClr val="000000"/>
              </a:solidFill>
              <a:latin typeface="VHLJLJ+Helvetica" panose="020B0604020202020204"/>
              <a:cs typeface="VHLJLJ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59488" y="3487738"/>
            <a:ext cx="2487613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VHLJLJ+Helvetica" panose="020B0604020202020204"/>
                <a:cs typeface="VHLJLJ+Helvetica" panose="020B0604020202020204"/>
              </a:rPr>
              <a:t>Employment contract</a:t>
            </a:r>
            <a:endParaRPr kumimoji="0" kern="0" cap="none" spc="0" normalizeH="0" baseline="0" noProof="0">
              <a:solidFill>
                <a:srgbClr val="000000"/>
              </a:solidFill>
              <a:latin typeface="VHLJLJ+Helvetica" panose="020B0604020202020204"/>
              <a:cs typeface="VHLJLJ+Helvetica" panose="020B0604020202020204"/>
            </a:endParaRPr>
          </a:p>
          <a:p>
            <a:pPr marL="736600"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VHLJLJ+Helvetica" panose="020B0604020202020204"/>
                <a:cs typeface="VHLJLJ+Helvetica" panose="020B0604020202020204"/>
              </a:rPr>
              <a:t>copy 2</a:t>
            </a:r>
            <a:endParaRPr kumimoji="0" kern="0" cap="none" spc="0" normalizeH="0" baseline="0" noProof="0">
              <a:solidFill>
                <a:srgbClr val="000000"/>
              </a:solidFill>
              <a:latin typeface="VHLJLJ+Helvetica" panose="020B0604020202020204"/>
              <a:cs typeface="VHLJLJ+Helvetica" panose="020B0604020202020204"/>
            </a:endParaRPr>
          </a:p>
        </p:txBody>
      </p:sp>
      <p:sp>
        <p:nvSpPr>
          <p:cNvPr id="110604" name="object 12"/>
          <p:cNvSpPr txBox="1"/>
          <p:nvPr/>
        </p:nvSpPr>
        <p:spPr>
          <a:xfrm>
            <a:off x="1196975" y="4995863"/>
            <a:ext cx="21590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 b="1" i="1">
                <a:solidFill>
                  <a:srgbClr val="000000"/>
                </a:solidFill>
                <a:latin typeface="JLCMVW+Helvetica-BoldOblique" panose="020B0704020202090204" charset="0"/>
                <a:ea typeface="宋体" panose="02010600030101010101" pitchFamily="2" charset="-122"/>
                <a:cs typeface="JLCMVW+Helvetica-BoldOblique" panose="020B0704020202090204" charset="0"/>
              </a:rPr>
              <a:t>Software system</a:t>
            </a:r>
            <a:endParaRPr lang="en-US" altLang="zh-CN" b="1" i="1">
              <a:solidFill>
                <a:srgbClr val="000000"/>
              </a:solidFill>
              <a:latin typeface="JLCMVW+Helvetica-BoldOblique" panose="020B0704020202090204" charset="0"/>
              <a:ea typeface="JLCMVW+Helvetica-BoldOblique" panose="020B0704020202090204" charset="0"/>
            </a:endParaRPr>
          </a:p>
        </p:txBody>
      </p:sp>
      <p:sp>
        <p:nvSpPr>
          <p:cNvPr id="110605" name="object 13"/>
          <p:cNvSpPr txBox="1"/>
          <p:nvPr/>
        </p:nvSpPr>
        <p:spPr>
          <a:xfrm>
            <a:off x="4637088" y="4995863"/>
            <a:ext cx="19050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 b="1" i="1">
                <a:solidFill>
                  <a:srgbClr val="000000"/>
                </a:solidFill>
                <a:latin typeface="JLCMVW+Helvetica-BoldOblique" panose="020B0704020202090204" charset="0"/>
                <a:ea typeface="宋体" panose="02010600030101010101" pitchFamily="2" charset="-122"/>
                <a:cs typeface="JLCMVW+Helvetica-BoldOblique" panose="020B0704020202090204" charset="0"/>
              </a:rPr>
              <a:t>lexical entities</a:t>
            </a:r>
            <a:endParaRPr lang="en-US" altLang="zh-CN" b="1" i="1">
              <a:solidFill>
                <a:srgbClr val="000000"/>
              </a:solidFill>
              <a:latin typeface="JLCMVW+Helvetica-BoldOblique" panose="020B0704020202090204" charset="0"/>
              <a:ea typeface="JLCMVW+Helvetica-BoldOblique" panose="020B0704020202090204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4588" y="5840413"/>
            <a:ext cx="8764588" cy="1082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1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Lexical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31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subject</a:t>
            </a:r>
            <a:r>
              <a:rPr kumimoji="0" sz="2050" kern="0" cap="none" spc="12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domain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entities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3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may</a:t>
            </a:r>
            <a:r>
              <a:rPr kumimoji="0" sz="2050" kern="0" cap="none" spc="21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exist</a:t>
            </a:r>
            <a:r>
              <a:rPr kumimoji="0" sz="2050" kern="0" cap="none" spc="15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software</a:t>
            </a:r>
            <a:r>
              <a:rPr kumimoji="0" sz="2050" kern="0" cap="none" spc="19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or</a:t>
            </a:r>
            <a:r>
              <a:rPr kumimoji="0" sz="2050" kern="0" cap="none" spc="18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the</a:t>
            </a:r>
            <a:endParaRPr kumimoji="0" sz="2050" kern="0" cap="none" spc="11" normalizeH="0" baseline="0" noProof="0">
              <a:solidFill>
                <a:srgbClr val="000000"/>
              </a:solidFill>
              <a:latin typeface="LUMRLR+CMR10" panose="02000500000000000000"/>
              <a:cs typeface="LUMRLR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41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environment</a:t>
            </a:r>
            <a:r>
              <a:rPr kumimoji="0" sz="2050" kern="0" cap="none" spc="18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software.</a:t>
            </a:r>
            <a:r>
              <a:rPr kumimoji="0" sz="2050" kern="0" cap="none" spc="4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They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3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may</a:t>
            </a:r>
            <a:r>
              <a:rPr kumimoji="0" sz="2050" kern="0" cap="none" spc="21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73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be</a:t>
            </a:r>
            <a:r>
              <a:rPr kumimoji="0" sz="2050" kern="0" cap="none" spc="10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copies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each</a:t>
            </a:r>
            <a:r>
              <a:rPr kumimoji="0" sz="2050" kern="0" cap="none" spc="1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other.</a:t>
            </a:r>
            <a:endParaRPr kumimoji="0" sz="2050" kern="0" cap="none" spc="0" normalizeH="0" baseline="0" noProof="0">
              <a:solidFill>
                <a:srgbClr val="000000"/>
              </a:solidFill>
              <a:latin typeface="LUMRLR+CMR10" panose="02000500000000000000"/>
              <a:cs typeface="LUMRLR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OLSHRU+CMR7" panose="02000500000000000000"/>
                <a:cs typeface="OLSHRU+CMR7" panose="02000500000000000000"/>
              </a:rPr>
              <a:t>22</a:t>
            </a:r>
            <a:endParaRPr kumimoji="0" sz="1450" kern="0" cap="none" spc="0" normalizeH="0" baseline="0" noProof="0">
              <a:solidFill>
                <a:srgbClr val="000000"/>
              </a:solidFill>
              <a:latin typeface="OLSHRU+CMR7" panose="02000500000000000000"/>
              <a:cs typeface="OLSHRU+CMR7" panose="0200050000000000000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1618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2520950"/>
            <a:ext cx="7947025" cy="1163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20" normalizeH="0" baseline="0" noProof="0">
                <a:solidFill>
                  <a:srgbClr val="000000"/>
                </a:solidFill>
                <a:latin typeface="RWUSIW+CMBX12~c" panose="02000500000000000000"/>
                <a:cs typeface="RWUSIW+CMBX12~c" panose="02000500000000000000"/>
              </a:rPr>
              <a:t>Physical</a:t>
            </a:r>
            <a:r>
              <a:rPr kumimoji="0" sz="2500" kern="0" cap="none" spc="30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3" normalizeH="0" baseline="0" noProof="0">
                <a:solidFill>
                  <a:srgbClr val="000000"/>
                </a:solidFill>
                <a:latin typeface="RWUSIW+CMBX12~c" panose="02000500000000000000"/>
                <a:cs typeface="RWUSIW+CMBX12~c" panose="02000500000000000000"/>
              </a:rPr>
              <a:t>and</a:t>
            </a:r>
            <a:r>
              <a:rPr kumimoji="0" sz="2500" kern="0" cap="none" spc="30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RWUSIW+CMBX12~c" panose="02000500000000000000"/>
                <a:cs typeface="RWUSIW+CMBX12~c" panose="02000500000000000000"/>
              </a:rPr>
              <a:t>conceptual</a:t>
            </a:r>
            <a:r>
              <a:rPr kumimoji="0" sz="2500" kern="0" cap="none" spc="32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20" normalizeH="0" baseline="0" noProof="0">
                <a:solidFill>
                  <a:srgbClr val="000000"/>
                </a:solidFill>
                <a:latin typeface="RWUSIW+CMBX12~c" panose="02000500000000000000"/>
                <a:cs typeface="RWUSIW+CMBX12~c" panose="02000500000000000000"/>
              </a:rPr>
              <a:t>entities</a:t>
            </a:r>
            <a:r>
              <a:rPr kumimoji="0" sz="2500" kern="0" cap="none" spc="31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RWUSIW+CMBX12~c" panose="02000500000000000000"/>
                <a:cs typeface="RWUSIW+CMBX12~c" panose="02000500000000000000"/>
              </a:rPr>
              <a:t>in</a:t>
            </a:r>
            <a:r>
              <a:rPr kumimoji="0" sz="2500" kern="0" cap="none" spc="2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RWUSIW+CMBX12~c" panose="02000500000000000000"/>
                <a:cs typeface="RWUSIW+CMBX12~c" panose="02000500000000000000"/>
              </a:rPr>
              <a:t>a</a:t>
            </a:r>
            <a:r>
              <a:rPr kumimoji="0" sz="2500" kern="0" cap="none" spc="30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RWUSIW+CMBX12~c" panose="02000500000000000000"/>
                <a:cs typeface="RWUSIW+CMBX12~c" panose="02000500000000000000"/>
              </a:rPr>
              <a:t>sub</a:t>
            </a:r>
            <a:r>
              <a:rPr kumimoji="0" sz="2500" kern="0" cap="none" spc="-48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RWUSIW+CMBX12~c" panose="02000500000000000000"/>
                <a:cs typeface="RWUSIW+CMBX12~c" panose="02000500000000000000"/>
              </a:rPr>
              <a:t>ject</a:t>
            </a:r>
            <a:endParaRPr kumimoji="0" sz="2500" kern="0" cap="none" spc="0" normalizeH="0" baseline="0" noProof="0">
              <a:solidFill>
                <a:srgbClr val="000000"/>
              </a:solidFill>
              <a:latin typeface="RWUSIW+CMBX12~c" panose="02000500000000000000"/>
              <a:cs typeface="RWUSIW+CMBX12~c" panose="02000500000000000000"/>
            </a:endParaRPr>
          </a:p>
          <a:p>
            <a:pPr marR="0" defTabSz="914400" fontAlgn="auto">
              <a:lnSpc>
                <a:spcPts val="2480"/>
              </a:lnSpc>
              <a:spcBef>
                <a:spcPts val="445"/>
              </a:spcBef>
              <a:buClrTx/>
              <a:buSzTx/>
              <a:buFontTx/>
              <a:buNone/>
              <a:defRPr/>
            </a:pPr>
            <a:r>
              <a:rPr kumimoji="0" sz="2500" kern="0" cap="none" spc="-12" normalizeH="0" baseline="0" noProof="0">
                <a:solidFill>
                  <a:srgbClr val="000000"/>
                </a:solidFill>
                <a:latin typeface="RWUSIW+CMBX12~c" panose="02000500000000000000"/>
                <a:cs typeface="RWUSIW+CMBX12~c" panose="02000500000000000000"/>
              </a:rPr>
              <a:t>domain</a:t>
            </a:r>
            <a:endParaRPr kumimoji="0" sz="2500" kern="0" cap="none" spc="-12" normalizeH="0" baseline="0" noProof="0">
              <a:solidFill>
                <a:srgbClr val="000000"/>
              </a:solidFill>
              <a:latin typeface="RWUSIW+CMBX12~c" panose="02000500000000000000"/>
              <a:cs typeface="RWUSIW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9175" y="3406775"/>
            <a:ext cx="171132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b="1" kern="0" cap="none" spc="11" normalizeH="0" baseline="0" noProof="0">
                <a:solidFill>
                  <a:srgbClr val="000000"/>
                </a:solidFill>
                <a:latin typeface="QKFAVO+Helvetica-Bold" panose="020B0704020202020204"/>
                <a:cs typeface="QKFAVO+Helvetica-Bold" panose="020B0704020202020204"/>
              </a:rPr>
              <a:t>Subject</a:t>
            </a:r>
            <a:r>
              <a:rPr kumimoji="0" sz="1600" b="1" kern="0" cap="none" spc="0" normalizeH="0" baseline="0" noProof="0">
                <a:solidFill>
                  <a:srgbClr val="000000"/>
                </a:solidFill>
                <a:latin typeface="QKFAVO+Helvetica-Bold" panose="020B0704020202020204"/>
                <a:cs typeface="QKFAVO+Helvetica-Bold" panose="020B0704020202020204"/>
              </a:rPr>
              <a:t> </a:t>
            </a:r>
            <a:r>
              <a:rPr kumimoji="0" sz="1600" b="1" kern="0" cap="none" spc="11" normalizeH="0" baseline="0" noProof="0">
                <a:solidFill>
                  <a:srgbClr val="000000"/>
                </a:solidFill>
                <a:latin typeface="QKFAVO+Helvetica-Bold" panose="020B0704020202020204"/>
                <a:cs typeface="QKFAVO+Helvetica-Bold" panose="020B0704020202020204"/>
              </a:rPr>
              <a:t>dmain</a:t>
            </a:r>
            <a:endParaRPr kumimoji="0" sz="1600" b="1" kern="0" cap="none" spc="11" normalizeH="0" baseline="0" noProof="0">
              <a:solidFill>
                <a:srgbClr val="000000"/>
              </a:solidFill>
              <a:latin typeface="QKFAVO+Helvetica-Bold" panose="020B0704020202020204"/>
              <a:cs typeface="QKFAVO+Helvetica-Bold" panose="020B0704020202020204"/>
            </a:endParaRPr>
          </a:p>
        </p:txBody>
      </p:sp>
      <p:sp>
        <p:nvSpPr>
          <p:cNvPr id="111621" name="object 5"/>
          <p:cNvSpPr txBox="1"/>
          <p:nvPr/>
        </p:nvSpPr>
        <p:spPr>
          <a:xfrm>
            <a:off x="5741988" y="3863975"/>
            <a:ext cx="898525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OVMISC+Helvetica" panose="020B0604020202020204" charset="0"/>
                <a:ea typeface="宋体" panose="02010600030101010101" pitchFamily="2" charset="-122"/>
                <a:cs typeface="OVMISC+Helvetica" panose="020B0604020202020204" charset="0"/>
              </a:rPr>
              <a:t>Button</a:t>
            </a:r>
            <a:endParaRPr lang="en-US" altLang="zh-CN" sz="1600">
              <a:solidFill>
                <a:srgbClr val="000000"/>
              </a:solidFill>
              <a:latin typeface="OVMISC+Helvetica" panose="020B0604020202020204" charset="0"/>
              <a:ea typeface="OVMISC+Helvetica" panose="020B0604020202020204" charset="0"/>
            </a:endParaRPr>
          </a:p>
        </p:txBody>
      </p:sp>
      <p:sp>
        <p:nvSpPr>
          <p:cNvPr id="111622" name="object 6"/>
          <p:cNvSpPr txBox="1"/>
          <p:nvPr/>
        </p:nvSpPr>
        <p:spPr>
          <a:xfrm>
            <a:off x="1411288" y="4068763"/>
            <a:ext cx="1058862" cy="5349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OVMISC+Helvetica" panose="020B0604020202020204" charset="0"/>
                <a:ea typeface="宋体" panose="02010600030101010101" pitchFamily="2" charset="-122"/>
                <a:cs typeface="OVMISC+Helvetica" panose="020B0604020202020204" charset="0"/>
              </a:rPr>
              <a:t>Elevator</a:t>
            </a:r>
            <a:endParaRPr lang="en-US" altLang="zh-CN" sz="1600">
              <a:solidFill>
                <a:srgbClr val="000000"/>
              </a:solidFill>
              <a:latin typeface="OVMISC+Helvetica" panose="020B0604020202020204" charset="0"/>
              <a:ea typeface="OVMISC+Helvetica" panose="020B0604020202020204" charset="0"/>
            </a:endParaRPr>
          </a:p>
        </p:txBody>
      </p:sp>
      <p:sp>
        <p:nvSpPr>
          <p:cNvPr id="111623" name="object 7"/>
          <p:cNvSpPr txBox="1"/>
          <p:nvPr/>
        </p:nvSpPr>
        <p:spPr>
          <a:xfrm>
            <a:off x="2908300" y="4206875"/>
            <a:ext cx="1836738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OVMISC+Helvetica" panose="020B0604020202020204" charset="0"/>
                <a:ea typeface="宋体" panose="02010600030101010101" pitchFamily="2" charset="-122"/>
                <a:cs typeface="OVMISC+Helvetica" panose="020B0604020202020204" charset="0"/>
              </a:rPr>
              <a:t>Allocation record</a:t>
            </a:r>
            <a:endParaRPr lang="en-US" altLang="zh-CN" sz="1600">
              <a:solidFill>
                <a:srgbClr val="000000"/>
              </a:solidFill>
              <a:latin typeface="OVMISC+Helvetica" panose="020B0604020202020204" charset="0"/>
              <a:ea typeface="OVMISC+Helvetica" panose="020B0604020202020204" charset="0"/>
            </a:endParaRPr>
          </a:p>
        </p:txBody>
      </p:sp>
      <p:sp>
        <p:nvSpPr>
          <p:cNvPr id="111624" name="object 8"/>
          <p:cNvSpPr txBox="1"/>
          <p:nvPr/>
        </p:nvSpPr>
        <p:spPr>
          <a:xfrm>
            <a:off x="7512050" y="4206875"/>
            <a:ext cx="1196975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OVMISC+Helvetica" panose="020B0604020202020204" charset="0"/>
                <a:ea typeface="宋体" panose="02010600030101010101" pitchFamily="2" charset="-122"/>
                <a:cs typeface="OVMISC+Helvetica" panose="020B0604020202020204" charset="0"/>
              </a:rPr>
              <a:t>Allocation</a:t>
            </a:r>
            <a:endParaRPr lang="en-US" altLang="zh-CN" sz="1600">
              <a:solidFill>
                <a:srgbClr val="000000"/>
              </a:solidFill>
              <a:latin typeface="OVMISC+Helvetica" panose="020B0604020202020204" charset="0"/>
              <a:ea typeface="OVMISC+Helvetica" panose="020B0604020202020204" charset="0"/>
            </a:endParaRPr>
          </a:p>
        </p:txBody>
      </p:sp>
      <p:sp>
        <p:nvSpPr>
          <p:cNvPr id="111625" name="object 9"/>
          <p:cNvSpPr txBox="1"/>
          <p:nvPr/>
        </p:nvSpPr>
        <p:spPr>
          <a:xfrm>
            <a:off x="1365250" y="4365625"/>
            <a:ext cx="1150938" cy="5349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OVMISC+Helvetica" panose="020B0604020202020204" charset="0"/>
                <a:ea typeface="宋体" panose="02010600030101010101" pitchFamily="2" charset="-122"/>
                <a:cs typeface="OVMISC+Helvetica" panose="020B0604020202020204" charset="0"/>
              </a:rPr>
              <a:t>controller</a:t>
            </a:r>
            <a:endParaRPr lang="en-US" altLang="zh-CN" sz="1600">
              <a:solidFill>
                <a:srgbClr val="000000"/>
              </a:solidFill>
              <a:latin typeface="OVMISC+Helvetica" panose="020B0604020202020204" charset="0"/>
              <a:ea typeface="OVMISC+Helvetica" panose="020B060402020202020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10200" y="4662488"/>
            <a:ext cx="1562100" cy="534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OVMISC+Helvetica" panose="020B0604020202020204"/>
                <a:cs typeface="OVMISC+Helvetica" panose="020B0604020202020204"/>
              </a:rPr>
              <a:t>Elevator </a:t>
            </a:r>
            <a:r>
              <a:rPr kumimoji="0" sz="1600" kern="0" cap="none" spc="10" normalizeH="0" baseline="0" noProof="0">
                <a:solidFill>
                  <a:srgbClr val="000000"/>
                </a:solidFill>
                <a:latin typeface="OVMISC+Helvetica" panose="020B0604020202020204"/>
                <a:cs typeface="OVMISC+Helvetica" panose="020B0604020202020204"/>
              </a:rPr>
              <a:t>cage</a:t>
            </a:r>
            <a:endParaRPr kumimoji="0" sz="1600" kern="0" cap="none" spc="10" normalizeH="0" baseline="0" noProof="0">
              <a:solidFill>
                <a:srgbClr val="000000"/>
              </a:solidFill>
              <a:latin typeface="OVMISC+Helvetica" panose="020B0604020202020204"/>
              <a:cs typeface="OVMISC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ANJRMT+CMR7" panose="02000500000000000000"/>
                <a:cs typeface="ANJRMT+CMR7" panose="02000500000000000000"/>
              </a:rPr>
              <a:t>23</a:t>
            </a:r>
            <a:endParaRPr kumimoji="0" sz="1450" kern="0" cap="none" spc="0" normalizeH="0" baseline="0" noProof="0">
              <a:solidFill>
                <a:srgbClr val="000000"/>
              </a:solidFill>
              <a:latin typeface="ANJRMT+CMR7" panose="02000500000000000000"/>
              <a:cs typeface="ANJRMT+CMR7" panose="02000500000000000000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2642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228725"/>
            <a:ext cx="5224463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37" normalizeH="0" baseline="0" noProof="0">
                <a:solidFill>
                  <a:srgbClr val="000000"/>
                </a:solidFill>
                <a:latin typeface="QFJUHM+CMBX12~c" panose="02000500000000000000"/>
                <a:cs typeface="QFJUHM+CMBX12~c" panose="02000500000000000000"/>
              </a:rPr>
              <a:t>Functions</a:t>
            </a:r>
            <a:r>
              <a:rPr kumimoji="0" sz="2500" kern="0" cap="none" spc="34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QFJUHM+CMBX12~c" panose="02000500000000000000"/>
                <a:cs typeface="QFJUHM+CMBX12~c" panose="02000500000000000000"/>
              </a:rPr>
              <a:t>of</a:t>
            </a:r>
            <a:r>
              <a:rPr kumimoji="0" sz="2500" kern="0" cap="none" spc="3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20" normalizeH="0" baseline="0" noProof="0">
                <a:solidFill>
                  <a:srgbClr val="000000"/>
                </a:solidFill>
                <a:latin typeface="QFJUHM+CMBX12~c" panose="02000500000000000000"/>
                <a:cs typeface="QFJUHM+CMBX12~c" panose="02000500000000000000"/>
              </a:rPr>
              <a:t>reactive</a:t>
            </a:r>
            <a:r>
              <a:rPr kumimoji="0" sz="2500" kern="0" cap="none" spc="30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QFJUHM+CMBX12~c" panose="02000500000000000000"/>
                <a:cs typeface="QFJUHM+CMBX12~c" panose="02000500000000000000"/>
              </a:rPr>
              <a:t>systems</a:t>
            </a:r>
            <a:endParaRPr kumimoji="0" sz="2500" kern="0" cap="none" spc="0" normalizeH="0" baseline="0" noProof="0">
              <a:solidFill>
                <a:srgbClr val="000000"/>
              </a:solidFill>
              <a:latin typeface="QFJUHM+CMBX12~c" panose="02000500000000000000"/>
              <a:cs typeface="QFJUHM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138" y="1728788"/>
            <a:ext cx="7629525" cy="1155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QBOTJT+CMSY10~25" panose="02000500000000000000"/>
                <a:cs typeface="QBOTJT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HUCMLC+CMBX10" panose="02000500000000000000"/>
                <a:cs typeface="HUCMLC+CMBX10" panose="02000500000000000000"/>
              </a:rPr>
              <a:t>Registration.</a:t>
            </a:r>
            <a:r>
              <a:rPr kumimoji="0" sz="2050" kern="0" cap="none" spc="39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System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registers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2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events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environment.</a:t>
            </a:r>
            <a:endParaRPr kumimoji="0" sz="2050" kern="0" cap="none" spc="0" normalizeH="0" baseline="0" noProof="0">
              <a:solidFill>
                <a:srgbClr val="000000"/>
              </a:solidFill>
              <a:latin typeface="LKECWN+CMR10" panose="02000500000000000000"/>
              <a:cs typeface="LKECWN+CMR10" panose="02000500000000000000"/>
            </a:endParaRPr>
          </a:p>
          <a:p>
            <a:pPr marL="347345" marR="0" defTabSz="914400" fontAlgn="auto">
              <a:lnSpc>
                <a:spcPts val="2520"/>
              </a:lnSpc>
              <a:spcBef>
                <a:spcPts val="98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UCMLC+CMBX10" panose="02000500000000000000"/>
                <a:cs typeface="HUCMLC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TIS</a:t>
            </a:r>
            <a:r>
              <a:rPr kumimoji="0" sz="2050" kern="0" cap="none" spc="19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registers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participation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course.</a:t>
            </a:r>
            <a:endParaRPr kumimoji="0" sz="2050" kern="0" cap="none" spc="0" normalizeH="0" baseline="0" noProof="0">
              <a:solidFill>
                <a:srgbClr val="000000"/>
              </a:solidFill>
              <a:latin typeface="LKECWN+CMR10" panose="02000500000000000000"/>
              <a:cs typeface="LKECWN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1800" y="2619375"/>
            <a:ext cx="5703888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UCMLC+CMBX10" panose="02000500000000000000"/>
                <a:cs typeface="HUCMLC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Heating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controller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registers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5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temperature.</a:t>
            </a:r>
            <a:endParaRPr kumimoji="0" sz="2050" kern="0" cap="none" spc="15" normalizeH="0" baseline="0" noProof="0">
              <a:solidFill>
                <a:srgbClr val="000000"/>
              </a:solidFill>
              <a:latin typeface="LKECWN+CMR10" panose="02000500000000000000"/>
              <a:cs typeface="LKECWN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138" y="3136900"/>
            <a:ext cx="7356475" cy="1155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359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QBOTJT+CMSY10~25" panose="02000500000000000000"/>
                <a:ea typeface="QBOTJT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HUCMLC+CMBX10" panose="02000500000000000000"/>
                <a:ea typeface="HUCMLC+CMBX10" panose="02000500000000000000"/>
              </a:rPr>
              <a:t>Direction.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KECWN+CMR10" panose="02000500000000000000"/>
                <a:ea typeface="LKECWN+CMR10" panose="02000500000000000000"/>
              </a:rPr>
              <a:t>System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KECWN+CMR10" panose="02000500000000000000"/>
                <a:ea typeface="LKECWN+CMR10" panose="02000500000000000000"/>
              </a:rPr>
              <a:t>inﬂuences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KECWN+CMR10" panose="02000500000000000000"/>
                <a:ea typeface="LKECWN+CMR10" panose="02000500000000000000"/>
              </a:rPr>
              <a:t>events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KECWN+CMR10" panose="02000500000000000000"/>
                <a:ea typeface="LKECWN+CMR10" panose="02000500000000000000"/>
              </a:rPr>
              <a:t>in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KECWN+CMR10" panose="02000500000000000000"/>
                <a:ea typeface="LKECWN+CMR10" panose="02000500000000000000"/>
              </a:rPr>
              <a:t>environment.</a:t>
            </a:r>
            <a:endParaRPr lang="en-US" altLang="zh-CN" sz="2000">
              <a:solidFill>
                <a:srgbClr val="000000"/>
              </a:solidFill>
              <a:latin typeface="LKECWN+CMR10" panose="02000500000000000000"/>
              <a:ea typeface="LKECWN+CMR10" panose="02000500000000000000"/>
            </a:endParaRPr>
          </a:p>
          <a:p>
            <a:pPr>
              <a:lnSpc>
                <a:spcPts val="2515"/>
              </a:lnSpc>
              <a:spcBef>
                <a:spcPts val="99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HUCMLC+CMBX10" panose="02000500000000000000"/>
                <a:ea typeface="HUCMLC+CMBX10" panose="02000500000000000000"/>
              </a:rPr>
              <a:t>–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KECWN+CMR10" panose="02000500000000000000"/>
                <a:ea typeface="LKECWN+CMR10" panose="02000500000000000000"/>
              </a:rPr>
              <a:t>Controller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KECWN+CMR10" panose="02000500000000000000"/>
                <a:ea typeface="LKECWN+CMR10" panose="02000500000000000000"/>
              </a:rPr>
              <a:t>switches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KECWN+CMR10" panose="02000500000000000000"/>
                <a:ea typeface="LKECWN+CMR10" panose="02000500000000000000"/>
              </a:rPr>
              <a:t>heater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KECWN+CMR10" panose="02000500000000000000"/>
                <a:ea typeface="LKECWN+CMR10" panose="02000500000000000000"/>
              </a:rPr>
              <a:t>on.</a:t>
            </a:r>
            <a:endParaRPr lang="en-US" altLang="zh-CN" sz="2000">
              <a:solidFill>
                <a:srgbClr val="000000"/>
              </a:solidFill>
              <a:latin typeface="LKECWN+CMR10" panose="02000500000000000000"/>
              <a:ea typeface="LKECWN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1800" y="4027488"/>
            <a:ext cx="7712075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UCMLC+CMBX10" panose="02000500000000000000"/>
                <a:cs typeface="HUCMLC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Compact</a:t>
            </a:r>
            <a:r>
              <a:rPr kumimoji="0" sz="2050" kern="0" cap="none" spc="18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dynamic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bus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station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controller:</a:t>
            </a:r>
            <a:r>
              <a:rPr kumimoji="0" sz="2050" kern="0" cap="none" spc="40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7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Tells</a:t>
            </a:r>
            <a:r>
              <a:rPr kumimoji="0" sz="2050" kern="0" cap="none" spc="19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driver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at</a:t>
            </a:r>
            <a:endParaRPr kumimoji="0" sz="2050" kern="0" cap="none" spc="0" normalizeH="0" baseline="0" noProof="0">
              <a:solidFill>
                <a:srgbClr val="000000"/>
              </a:solidFill>
              <a:latin typeface="LKECWN+CMR10" panose="02000500000000000000"/>
              <a:cs typeface="LKECWN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4375" y="4398963"/>
            <a:ext cx="314325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which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platform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to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park.</a:t>
            </a:r>
            <a:endParaRPr kumimoji="0" sz="2050" kern="0" cap="none" spc="0" normalizeH="0" baseline="0" noProof="0">
              <a:solidFill>
                <a:srgbClr val="000000"/>
              </a:solidFill>
              <a:latin typeface="LKECWN+CMR10" panose="02000500000000000000"/>
              <a:cs typeface="LKECWN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138" y="4918075"/>
            <a:ext cx="8688388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QBOTJT+CMSY10~25" panose="02000500000000000000"/>
                <a:cs typeface="QBOTJT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HUCMLC+CMBX10" panose="02000500000000000000"/>
                <a:cs typeface="HUCMLC+CMBX10" panose="02000500000000000000"/>
              </a:rPr>
              <a:t>Manipulation.</a:t>
            </a:r>
            <a:r>
              <a:rPr kumimoji="0" sz="2050" kern="0" cap="none" spc="40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System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manipulates</a:t>
            </a:r>
            <a:r>
              <a:rPr kumimoji="0" sz="2050" kern="0" cap="none" spc="14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virtual</a:t>
            </a:r>
            <a:r>
              <a:rPr kumimoji="0" sz="2050" kern="0" cap="none" spc="15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entities;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this</a:t>
            </a:r>
            <a:r>
              <a:rPr kumimoji="0" sz="2050" kern="0" cap="none" spc="14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has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a</a:t>
            </a:r>
            <a:endParaRPr kumimoji="0" sz="2050" kern="0" cap="none" spc="0" normalizeH="0" baseline="0" noProof="0">
              <a:solidFill>
                <a:srgbClr val="000000"/>
              </a:solidFill>
              <a:latin typeface="LKECWN+CMR10" panose="02000500000000000000"/>
              <a:cs typeface="LKECWN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075" y="5289550"/>
            <a:ext cx="4627563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meaning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social</a:t>
            </a:r>
            <a:r>
              <a:rPr kumimoji="0" sz="2050" kern="0" cap="none" spc="15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environment.</a:t>
            </a:r>
            <a:endParaRPr kumimoji="0" sz="2050" kern="0" cap="none" spc="0" normalizeH="0" baseline="0" noProof="0">
              <a:solidFill>
                <a:srgbClr val="000000"/>
              </a:solidFill>
              <a:latin typeface="LKECWN+CMR10" panose="02000500000000000000"/>
              <a:cs typeface="LKECWN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01800" y="5734050"/>
            <a:ext cx="2871788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UCMLC+CMBX10" panose="02000500000000000000"/>
                <a:cs typeface="HUCMLC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ETS</a:t>
            </a:r>
            <a:r>
              <a:rPr kumimoji="0" sz="2050" kern="0" cap="none" spc="18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stamps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ticket.</a:t>
            </a:r>
            <a:endParaRPr kumimoji="0" sz="2050" kern="0" cap="none" spc="-10" normalizeH="0" baseline="0" noProof="0">
              <a:solidFill>
                <a:srgbClr val="000000"/>
              </a:solidFill>
              <a:latin typeface="LKECWN+CMR10" panose="02000500000000000000"/>
              <a:cs typeface="LKECWN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01800" y="6178550"/>
            <a:ext cx="4205288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UCMLC+CMBX10" panose="02000500000000000000"/>
                <a:cs typeface="HUCMLC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TIS</a:t>
            </a:r>
            <a:r>
              <a:rPr kumimoji="0" sz="2050" kern="0" cap="none" spc="19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6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allocates</a:t>
            </a:r>
            <a:r>
              <a:rPr kumimoji="0" sz="2050" kern="0" cap="none" spc="15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joiner</a:t>
            </a:r>
            <a:r>
              <a:rPr kumimoji="0" sz="2050" kern="0" cap="none" spc="1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to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group.</a:t>
            </a:r>
            <a:endParaRPr kumimoji="0" sz="2050" kern="0" cap="none" spc="0" normalizeH="0" baseline="0" noProof="0">
              <a:solidFill>
                <a:srgbClr val="000000"/>
              </a:solidFill>
              <a:latin typeface="LKECWN+CMR10" panose="02000500000000000000"/>
              <a:cs typeface="LKECWN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ABDBUL+CMR7" panose="02000500000000000000"/>
                <a:cs typeface="ABDBUL+CMR7" panose="02000500000000000000"/>
              </a:rPr>
              <a:t>24</a:t>
            </a:r>
            <a:endParaRPr kumimoji="0" sz="1450" kern="0" cap="none" spc="0" normalizeH="0" baseline="0" noProof="0">
              <a:solidFill>
                <a:srgbClr val="000000"/>
              </a:solidFill>
              <a:latin typeface="ABDBUL+CMR7" panose="02000500000000000000"/>
              <a:cs typeface="ABDBUL+CMR7" panose="02000500000000000000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3666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350963"/>
            <a:ext cx="3486150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3" normalizeH="0" baseline="0" noProof="0">
                <a:solidFill>
                  <a:srgbClr val="000000"/>
                </a:solidFill>
                <a:latin typeface="FSJBKD+CMBX12~c" panose="02000500000000000000"/>
                <a:cs typeface="FSJBKD+CMBX12~c" panose="02000500000000000000"/>
              </a:rPr>
              <a:t>Connection</a:t>
            </a:r>
            <a:r>
              <a:rPr kumimoji="0" sz="2500" kern="0" cap="none" spc="32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2" normalizeH="0" baseline="0" noProof="0">
                <a:solidFill>
                  <a:srgbClr val="000000"/>
                </a:solidFill>
                <a:latin typeface="FSJBKD+CMBX12~c" panose="02000500000000000000"/>
                <a:cs typeface="FSJBKD+CMBX12~c" panose="02000500000000000000"/>
              </a:rPr>
              <a:t>domain</a:t>
            </a:r>
            <a:endParaRPr kumimoji="0" sz="2500" kern="0" cap="none" spc="-12" normalizeH="0" baseline="0" noProof="0">
              <a:solidFill>
                <a:srgbClr val="000000"/>
              </a:solidFill>
              <a:latin typeface="FSJBKD+CMBX12~c" panose="02000500000000000000"/>
              <a:cs typeface="FSJBKD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138" y="1851025"/>
            <a:ext cx="8521700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FVPRQO+CMSY10~25" panose="02000500000000000000"/>
                <a:cs typeface="FVPRQO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3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Events</a:t>
            </a:r>
            <a:r>
              <a:rPr kumimoji="0" sz="2050" kern="0" cap="none" spc="19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interest</a:t>
            </a:r>
            <a:r>
              <a:rPr kumimoji="0" sz="2050" kern="0" cap="none" spc="16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usually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do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not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7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occur</a:t>
            </a:r>
            <a:r>
              <a:rPr kumimoji="0" sz="2050" kern="0" cap="none" spc="13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FVOW+CMTI10" panose="02000500000000000000"/>
                <a:cs typeface="SGFVOW+CMTI10" panose="02000500000000000000"/>
              </a:rPr>
              <a:t>exactly</a:t>
            </a:r>
            <a:r>
              <a:rPr kumimoji="0" sz="2050" kern="0" cap="none" spc="19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at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interface</a:t>
            </a:r>
            <a:endParaRPr kumimoji="0" sz="2050" kern="0" cap="none" spc="0" normalizeH="0" baseline="0" noProof="0">
              <a:solidFill>
                <a:srgbClr val="000000"/>
              </a:solidFill>
              <a:latin typeface="OGWTLC+CMR10" panose="02000500000000000000"/>
              <a:cs typeface="OGWTLC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075" y="2222500"/>
            <a:ext cx="1997075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system.</a:t>
            </a:r>
            <a:endParaRPr kumimoji="0" sz="2050" kern="0" cap="none" spc="0" normalizeH="0" baseline="0" noProof="0">
              <a:solidFill>
                <a:srgbClr val="000000"/>
              </a:solidFill>
              <a:latin typeface="OGWTLC+CMR10" panose="02000500000000000000"/>
              <a:cs typeface="OGWTLC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138" y="2741613"/>
            <a:ext cx="8374063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FVPRQO+CMSY10~25" panose="02000500000000000000"/>
                <a:cs typeface="FVPRQO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Actions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caused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47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by</a:t>
            </a:r>
            <a:r>
              <a:rPr kumimoji="0" sz="2050" kern="0" cap="none" spc="22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system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usually</a:t>
            </a:r>
            <a:r>
              <a:rPr kumimoji="0" sz="2050" kern="0" cap="none" spc="16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do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not</a:t>
            </a:r>
            <a:r>
              <a:rPr kumimoji="0" sz="2050" kern="0" cap="none" spc="18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7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occur</a:t>
            </a:r>
            <a:r>
              <a:rPr kumimoji="0" sz="2050" kern="0" cap="none" spc="13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FVOW+CMTI10" panose="02000500000000000000"/>
                <a:cs typeface="SGFVOW+CMTI10" panose="02000500000000000000"/>
              </a:rPr>
              <a:t>exactly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at</a:t>
            </a:r>
            <a:endParaRPr kumimoji="0" sz="2050" kern="0" cap="none" spc="0" normalizeH="0" baseline="0" noProof="0">
              <a:solidFill>
                <a:srgbClr val="000000"/>
              </a:solidFill>
              <a:latin typeface="OGWTLC+CMR10" panose="02000500000000000000"/>
              <a:cs typeface="OGWTLC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075" y="3113088"/>
            <a:ext cx="3589338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1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interface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system.</a:t>
            </a:r>
            <a:endParaRPr kumimoji="0" sz="2050" kern="0" cap="none" spc="0" normalizeH="0" baseline="0" noProof="0">
              <a:solidFill>
                <a:srgbClr val="000000"/>
              </a:solidFill>
              <a:latin typeface="OGWTLC+CMR10" panose="02000500000000000000"/>
              <a:cs typeface="OGWTLC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4588" y="3630613"/>
            <a:ext cx="8121650" cy="1082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Communication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channel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needed.</a:t>
            </a:r>
            <a:r>
              <a:rPr kumimoji="0" sz="2050" kern="0" cap="none" spc="3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If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represented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explicitly</a:t>
            </a:r>
            <a:r>
              <a:rPr kumimoji="0" sz="2050" kern="0" cap="none" spc="14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it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is</a:t>
            </a:r>
            <a:endParaRPr kumimoji="0" sz="2050" kern="0" cap="none" spc="0" normalizeH="0" baseline="0" noProof="0">
              <a:solidFill>
                <a:srgbClr val="000000"/>
              </a:solidFill>
              <a:latin typeface="OGWTLC+CMR10" panose="02000500000000000000"/>
              <a:cs typeface="OGWTLC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41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called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a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EATHEQ+CMBX10" panose="02000500000000000000"/>
                <a:cs typeface="EATHEQ+CMBX10" panose="02000500000000000000"/>
              </a:rPr>
              <a:t>connection</a:t>
            </a:r>
            <a:r>
              <a:rPr kumimoji="0" sz="2050" kern="0" cap="none" spc="28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EATHEQ+CMBX10" panose="02000500000000000000"/>
                <a:cs typeface="EATHEQ+CMBX10" panose="02000500000000000000"/>
              </a:rPr>
              <a:t>domain.</a:t>
            </a:r>
            <a:r>
              <a:rPr kumimoji="0" sz="2050" kern="0" cap="none" spc="40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Is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7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possible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source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of</a:t>
            </a:r>
            <a:endParaRPr kumimoji="0" sz="2050" kern="0" cap="none" spc="0" normalizeH="0" baseline="0" noProof="0">
              <a:solidFill>
                <a:srgbClr val="000000"/>
              </a:solidFill>
              <a:latin typeface="OGWTLC+CMR10" panose="02000500000000000000"/>
              <a:cs typeface="OGWTLC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138" y="4521200"/>
            <a:ext cx="1762125" cy="1933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FVPRQO+CMSY10~25" panose="02000500000000000000"/>
                <a:cs typeface="FVPRQO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3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delay,</a:t>
            </a:r>
            <a:endParaRPr kumimoji="0" sz="2050" kern="0" cap="none" spc="-30" normalizeH="0" baseline="0" noProof="0">
              <a:solidFill>
                <a:srgbClr val="000000"/>
              </a:solidFill>
              <a:latin typeface="OGWTLC+CMR10" panose="02000500000000000000"/>
              <a:cs typeface="OGWTLC+CMR10" panose="02000500000000000000"/>
            </a:endParaRPr>
          </a:p>
          <a:p>
            <a:pPr marR="0" defTabSz="914400" fontAlgn="auto">
              <a:lnSpc>
                <a:spcPts val="3585"/>
              </a:lnSpc>
              <a:spcBef>
                <a:spcPts val="4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FVPRQO+CMSY10~25" panose="02000500000000000000"/>
                <a:cs typeface="FVPRQO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loss,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and</a:t>
            </a:r>
            <a:endParaRPr kumimoji="0" sz="2050" kern="0" cap="none" spc="10" normalizeH="0" baseline="0" noProof="0">
              <a:solidFill>
                <a:srgbClr val="000000"/>
              </a:solidFill>
              <a:latin typeface="OGWTLC+CMR10" panose="02000500000000000000"/>
              <a:cs typeface="OGWTLC+CMR10" panose="02000500000000000000"/>
            </a:endParaRPr>
          </a:p>
          <a:p>
            <a:pPr marR="0" defTabSz="914400" fontAlgn="auto">
              <a:lnSpc>
                <a:spcPts val="3585"/>
              </a:lnSpc>
              <a:spcBef>
                <a:spcPts val="44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FVPRQO+CMSY10~25" panose="02000500000000000000"/>
                <a:cs typeface="FVPRQO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distortion</a:t>
            </a:r>
            <a:endParaRPr kumimoji="0" sz="2050" kern="0" cap="none" spc="0" normalizeH="0" baseline="0" noProof="0">
              <a:solidFill>
                <a:srgbClr val="000000"/>
              </a:solidFill>
              <a:latin typeface="OGWTLC+CMR10" panose="02000500000000000000"/>
              <a:cs typeface="OGWTLC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4588" y="6076950"/>
            <a:ext cx="4256088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messages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to/from</a:t>
            </a:r>
            <a:r>
              <a:rPr kumimoji="0" sz="2050" kern="0" cap="none" spc="1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system.</a:t>
            </a:r>
            <a:endParaRPr kumimoji="0" sz="2050" kern="0" cap="none" spc="0" normalizeH="0" baseline="0" noProof="0">
              <a:solidFill>
                <a:srgbClr val="000000"/>
              </a:solidFill>
              <a:latin typeface="OGWTLC+CMR10" panose="02000500000000000000"/>
              <a:cs typeface="OGWTLC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JNOIVJ+CMR7" panose="02000500000000000000"/>
                <a:cs typeface="JNOIVJ+CMR7" panose="02000500000000000000"/>
              </a:rPr>
              <a:t>25</a:t>
            </a:r>
            <a:endParaRPr kumimoji="0" sz="1450" kern="0" cap="none" spc="0" normalizeH="0" baseline="0" noProof="0">
              <a:solidFill>
                <a:srgbClr val="000000"/>
              </a:solidFill>
              <a:latin typeface="JNOIVJ+CMR7" panose="02000500000000000000"/>
              <a:cs typeface="JNOIVJ+CMR7" panose="02000500000000000000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4690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601788"/>
            <a:ext cx="7061200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RMRNBB+CMBX12~c" panose="02000500000000000000"/>
                <a:cs typeface="RMRNBB+CMBX12~c" panose="02000500000000000000"/>
              </a:rPr>
              <a:t>Sub</a:t>
            </a:r>
            <a:r>
              <a:rPr kumimoji="0" sz="2500" kern="0" cap="none" spc="-48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RMRNBB+CMBX12~c" panose="02000500000000000000"/>
                <a:cs typeface="RMRNBB+CMBX12~c" panose="02000500000000000000"/>
              </a:rPr>
              <a:t>ject</a:t>
            </a:r>
            <a:r>
              <a:rPr kumimoji="0" sz="2500" kern="0" cap="none" spc="31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2" normalizeH="0" baseline="0" noProof="0">
                <a:solidFill>
                  <a:srgbClr val="000000"/>
                </a:solidFill>
                <a:latin typeface="RMRNBB+CMBX12~c" panose="02000500000000000000"/>
                <a:cs typeface="RMRNBB+CMBX12~c" panose="02000500000000000000"/>
              </a:rPr>
              <a:t>domain</a:t>
            </a:r>
            <a:r>
              <a:rPr kumimoji="0" sz="2500" kern="0" cap="none" spc="29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3" normalizeH="0" baseline="0" noProof="0">
                <a:solidFill>
                  <a:srgbClr val="000000"/>
                </a:solidFill>
                <a:latin typeface="RMRNBB+CMBX12~c" panose="02000500000000000000"/>
                <a:cs typeface="RMRNBB+CMBX12~c" panose="02000500000000000000"/>
              </a:rPr>
              <a:t>and</a:t>
            </a:r>
            <a:r>
              <a:rPr kumimoji="0" sz="2500" kern="0" cap="none" spc="30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3" normalizeH="0" baseline="0" noProof="0">
                <a:solidFill>
                  <a:srgbClr val="000000"/>
                </a:solidFill>
                <a:latin typeface="RMRNBB+CMBX12~c" panose="02000500000000000000"/>
                <a:cs typeface="RMRNBB+CMBX12~c" panose="02000500000000000000"/>
              </a:rPr>
              <a:t>connection</a:t>
            </a:r>
            <a:r>
              <a:rPr kumimoji="0" sz="2500" kern="0" cap="none" spc="32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2" normalizeH="0" baseline="0" noProof="0">
                <a:solidFill>
                  <a:srgbClr val="000000"/>
                </a:solidFill>
                <a:latin typeface="RMRNBB+CMBX12~c" panose="02000500000000000000"/>
                <a:cs typeface="RMRNBB+CMBX12~c" panose="02000500000000000000"/>
              </a:rPr>
              <a:t>domain</a:t>
            </a:r>
            <a:endParaRPr kumimoji="0" sz="2500" kern="0" cap="none" spc="-12" normalizeH="0" baseline="0" noProof="0">
              <a:solidFill>
                <a:srgbClr val="000000"/>
              </a:solidFill>
              <a:latin typeface="RMRNBB+CMBX12~c" panose="02000500000000000000"/>
              <a:cs typeface="RMRNBB+CMBX12~c" panose="02000500000000000000"/>
            </a:endParaRPr>
          </a:p>
        </p:txBody>
      </p:sp>
      <p:sp>
        <p:nvSpPr>
          <p:cNvPr id="114692" name="object 4"/>
          <p:cNvSpPr txBox="1"/>
          <p:nvPr/>
        </p:nvSpPr>
        <p:spPr>
          <a:xfrm>
            <a:off x="5214938" y="2168525"/>
            <a:ext cx="1231900" cy="5984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KKMRTM+Helvetica" panose="020B0604020202020204" charset="0"/>
                <a:ea typeface="宋体" panose="02010600030101010101" pitchFamily="2" charset="-122"/>
                <a:cs typeface="KKMRTM+Helvetica" panose="020B0604020202020204" charset="0"/>
              </a:rPr>
              <a:t>Librarian</a:t>
            </a:r>
            <a:endParaRPr lang="en-US" altLang="zh-CN">
              <a:solidFill>
                <a:srgbClr val="000000"/>
              </a:solidFill>
              <a:latin typeface="KKMRTM+Helvetica" panose="020B0604020202020204" charset="0"/>
              <a:ea typeface="KKMRTM+Helvetica" panose="020B0604020202020204" charset="0"/>
            </a:endParaRPr>
          </a:p>
        </p:txBody>
      </p:sp>
      <p:sp>
        <p:nvSpPr>
          <p:cNvPr id="114693" name="object 5"/>
          <p:cNvSpPr txBox="1"/>
          <p:nvPr/>
        </p:nvSpPr>
        <p:spPr>
          <a:xfrm>
            <a:off x="1660525" y="2282825"/>
            <a:ext cx="800100" cy="5984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 b="1">
                <a:solidFill>
                  <a:srgbClr val="000000"/>
                </a:solidFill>
                <a:latin typeface="GNVNWT+Helvetica-Bold" panose="020B0704020202020204" charset="0"/>
                <a:ea typeface="宋体" panose="02010600030101010101" pitchFamily="2" charset="-122"/>
                <a:cs typeface="GNVNWT+Helvetica-Bold" panose="020B0704020202020204" charset="0"/>
              </a:rPr>
              <a:t>SuD</a:t>
            </a:r>
            <a:endParaRPr lang="en-US" altLang="zh-CN" b="1">
              <a:solidFill>
                <a:srgbClr val="000000"/>
              </a:solidFill>
              <a:latin typeface="GNVNWT+Helvetica-Bold" panose="020B0704020202020204" charset="0"/>
              <a:ea typeface="GNVNWT+Helvetica-Bold" panose="020B0704020202020204" charset="0"/>
            </a:endParaRPr>
          </a:p>
        </p:txBody>
      </p:sp>
      <p:sp>
        <p:nvSpPr>
          <p:cNvPr id="114694" name="object 6"/>
          <p:cNvSpPr txBox="1"/>
          <p:nvPr/>
        </p:nvSpPr>
        <p:spPr>
          <a:xfrm>
            <a:off x="4551363" y="2579688"/>
            <a:ext cx="9144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KKMRTM+Helvetica" panose="020B0604020202020204" charset="0"/>
                <a:ea typeface="宋体" panose="02010600030101010101" pitchFamily="2" charset="-122"/>
                <a:cs typeface="KKMRTM+Helvetica" panose="020B0604020202020204" charset="0"/>
              </a:rPr>
              <a:t>query</a:t>
            </a:r>
            <a:endParaRPr lang="en-US" altLang="zh-CN">
              <a:solidFill>
                <a:srgbClr val="000000"/>
              </a:solidFill>
              <a:latin typeface="KKMRTM+Helvetica" panose="020B0604020202020204" charset="0"/>
              <a:ea typeface="KKMRTM+Helvetica" panose="020B0604020202020204" charset="0"/>
            </a:endParaRPr>
          </a:p>
        </p:txBody>
      </p:sp>
      <p:sp>
        <p:nvSpPr>
          <p:cNvPr id="114695" name="object 7"/>
          <p:cNvSpPr txBox="1"/>
          <p:nvPr/>
        </p:nvSpPr>
        <p:spPr>
          <a:xfrm>
            <a:off x="6205538" y="2716213"/>
            <a:ext cx="10795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KKMRTM+Helvetica" panose="020B0604020202020204" charset="0"/>
                <a:ea typeface="宋体" panose="02010600030101010101" pitchFamily="2" charset="-122"/>
                <a:cs typeface="KKMRTM+Helvetica" panose="020B0604020202020204" charset="0"/>
              </a:rPr>
              <a:t>answer</a:t>
            </a:r>
            <a:endParaRPr lang="en-US" altLang="zh-CN">
              <a:solidFill>
                <a:srgbClr val="000000"/>
              </a:solidFill>
              <a:latin typeface="KKMRTM+Helvetica" panose="020B0604020202020204" charset="0"/>
              <a:ea typeface="KKMRTM+Helvetica" panose="020B0604020202020204" charset="0"/>
            </a:endParaRPr>
          </a:p>
        </p:txBody>
      </p:sp>
      <p:sp>
        <p:nvSpPr>
          <p:cNvPr id="114696" name="object 8"/>
          <p:cNvSpPr txBox="1"/>
          <p:nvPr/>
        </p:nvSpPr>
        <p:spPr>
          <a:xfrm>
            <a:off x="3030538" y="2944813"/>
            <a:ext cx="18542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KKMRTM+Helvetica" panose="020B0604020202020204" charset="0"/>
                <a:ea typeface="宋体" panose="02010600030101010101" pitchFamily="2" charset="-122"/>
                <a:cs typeface="KKMRTM+Helvetica" panose="020B0604020202020204" charset="0"/>
              </a:rPr>
              <a:t>acquisition info</a:t>
            </a:r>
            <a:endParaRPr lang="en-US" altLang="zh-CN">
              <a:solidFill>
                <a:srgbClr val="000000"/>
              </a:solidFill>
              <a:latin typeface="KKMRTM+Helvetica" panose="020B0604020202020204" charset="0"/>
              <a:ea typeface="KKMRTM+Helvetica" panose="020B0604020202020204" charset="0"/>
            </a:endParaRPr>
          </a:p>
        </p:txBody>
      </p:sp>
      <p:sp>
        <p:nvSpPr>
          <p:cNvPr id="114697" name="object 9"/>
          <p:cNvSpPr txBox="1"/>
          <p:nvPr/>
        </p:nvSpPr>
        <p:spPr>
          <a:xfrm>
            <a:off x="6999288" y="3036888"/>
            <a:ext cx="18669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KKMRTM+Helvetica" panose="020B0604020202020204" charset="0"/>
                <a:ea typeface="宋体" panose="02010600030101010101" pitchFamily="2" charset="-122"/>
                <a:cs typeface="KKMRTM+Helvetica" panose="020B0604020202020204" charset="0"/>
              </a:rPr>
              <a:t>remind request</a:t>
            </a:r>
            <a:endParaRPr lang="en-US" altLang="zh-CN">
              <a:solidFill>
                <a:srgbClr val="000000"/>
              </a:solidFill>
              <a:latin typeface="KKMRTM+Helvetica" panose="020B0604020202020204" charset="0"/>
              <a:ea typeface="KKMRTM+Helvetica" panose="020B060402020202020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19688" y="3128963"/>
            <a:ext cx="1422400" cy="119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"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Document</a:t>
            </a:r>
            <a:endParaRPr kumimoji="0" kern="0" cap="none" spc="0" normalizeH="0" baseline="0" noProof="0">
              <a:solidFill>
                <a:srgbClr val="000000"/>
              </a:solidFill>
              <a:latin typeface="KKMRTM+Helvetica" panose="020B0604020202020204"/>
              <a:cs typeface="KKMRTM+Helvetica" panose="020B0604020202020204"/>
            </a:endParaRPr>
          </a:p>
          <a:p>
            <a:pPr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Circulation</a:t>
            </a:r>
            <a:endParaRPr kumimoji="0" kern="0" cap="none" spc="0" normalizeH="0" baseline="0" noProof="0">
              <a:solidFill>
                <a:srgbClr val="000000"/>
              </a:solidFill>
              <a:latin typeface="KKMRTM+Helvetica" panose="020B0604020202020204"/>
              <a:cs typeface="KKMRTM+Helvetica" panose="020B0604020202020204"/>
            </a:endParaRPr>
          </a:p>
          <a:p>
            <a:pPr marL="158750" marR="0" defTabSz="914400" fontAlgn="auto">
              <a:lnSpc>
                <a:spcPts val="2010"/>
              </a:lnSpc>
              <a:spcBef>
                <a:spcPts val="38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System</a:t>
            </a:r>
            <a:endParaRPr kumimoji="0" kern="0" cap="none" spc="0" normalizeH="0" baseline="0" noProof="0">
              <a:solidFill>
                <a:srgbClr val="000000"/>
              </a:solidFill>
              <a:latin typeface="KKMRTM+Helvetica" panose="020B0604020202020204"/>
              <a:cs typeface="KKMRTM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33738" y="3448050"/>
            <a:ext cx="1993900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reserve, borrow,</a:t>
            </a:r>
            <a:endParaRPr kumimoji="0" kern="0" cap="none" spc="0" normalizeH="0" baseline="0" noProof="0">
              <a:solidFill>
                <a:srgbClr val="000000"/>
              </a:solidFill>
              <a:latin typeface="KKMRTM+Helvetica" panose="020B0604020202020204"/>
              <a:cs typeface="KKMRTM+Helvetica" panose="020B0604020202020204"/>
            </a:endParaRPr>
          </a:p>
          <a:p>
            <a:pPr marL="527050"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return</a:t>
            </a:r>
            <a:endParaRPr kumimoji="0" kern="0" cap="none" spc="0" normalizeH="0" baseline="0" noProof="0">
              <a:solidFill>
                <a:srgbClr val="000000"/>
              </a:solidFill>
              <a:latin typeface="KKMRTM+Helvetica" panose="020B0604020202020204"/>
              <a:cs typeface="KKMRTM+Helvetica" panose="020B0604020202020204"/>
            </a:endParaRPr>
          </a:p>
        </p:txBody>
      </p:sp>
      <p:sp>
        <p:nvSpPr>
          <p:cNvPr id="114700" name="object 12"/>
          <p:cNvSpPr txBox="1"/>
          <p:nvPr/>
        </p:nvSpPr>
        <p:spPr>
          <a:xfrm>
            <a:off x="6554788" y="3436938"/>
            <a:ext cx="14351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KKMRTM+Helvetica" panose="020B0604020202020204" charset="0"/>
                <a:ea typeface="宋体" panose="02010600030101010101" pitchFamily="2" charset="-122"/>
                <a:cs typeface="KKMRTM+Helvetica" panose="020B0604020202020204" charset="0"/>
              </a:rPr>
              <a:t>notification</a:t>
            </a:r>
            <a:endParaRPr lang="en-US" altLang="zh-CN">
              <a:solidFill>
                <a:srgbClr val="000000"/>
              </a:solidFill>
              <a:latin typeface="KKMRTM+Helvetica" panose="020B0604020202020204" charset="0"/>
              <a:ea typeface="KKMRTM+Helvetica" panose="020B0604020202020204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1875" y="4316413"/>
            <a:ext cx="4278313" cy="598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b="1" kern="0" cap="none" spc="0" normalizeH="0" baseline="0" noProof="0">
                <a:solidFill>
                  <a:srgbClr val="000000"/>
                </a:solidFill>
                <a:latin typeface="GNVNWT+Helvetica-Bold" panose="020B0704020202020204"/>
                <a:cs typeface="GNVNWT+Helvetica-Bold" panose="020B0704020202020204"/>
              </a:rPr>
              <a:t>Connection</a:t>
            </a:r>
            <a:r>
              <a:rPr kumimoji="0" b="1" kern="0" cap="none" spc="194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Acquisition</a:t>
            </a:r>
            <a:r>
              <a:rPr kumimoji="0" kern="0" cap="none" spc="2296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 </a:t>
            </a: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Library</a:t>
            </a:r>
            <a:endParaRPr kumimoji="0" kern="0" cap="none" spc="0" normalizeH="0" baseline="0" noProof="0">
              <a:solidFill>
                <a:srgbClr val="000000"/>
              </a:solidFill>
              <a:latin typeface="KKMRTM+Helvetica" panose="020B0604020202020204"/>
              <a:cs typeface="KKMRTM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81788" y="4316413"/>
            <a:ext cx="2487613" cy="598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Library</a:t>
            </a:r>
            <a:r>
              <a:rPr kumimoji="0" kern="0" cap="none" spc="2398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 </a:t>
            </a: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Circulation</a:t>
            </a:r>
            <a:endParaRPr kumimoji="0" kern="0" cap="none" spc="0" normalizeH="0" baseline="0" noProof="0">
              <a:solidFill>
                <a:srgbClr val="000000"/>
              </a:solidFill>
              <a:latin typeface="KKMRTM+Helvetica" panose="020B0604020202020204"/>
              <a:cs typeface="KKMRTM+Helvetica" panose="020B0604020202020204"/>
            </a:endParaRPr>
          </a:p>
        </p:txBody>
      </p:sp>
      <p:sp>
        <p:nvSpPr>
          <p:cNvPr id="114703" name="object 15"/>
          <p:cNvSpPr txBox="1"/>
          <p:nvPr/>
        </p:nvSpPr>
        <p:spPr>
          <a:xfrm>
            <a:off x="1254125" y="4613275"/>
            <a:ext cx="1155700" cy="5984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 b="1">
                <a:solidFill>
                  <a:srgbClr val="000000"/>
                </a:solidFill>
                <a:latin typeface="GNVNWT+Helvetica-Bold" panose="020B0704020202020204" charset="0"/>
                <a:ea typeface="宋体" panose="02010600030101010101" pitchFamily="2" charset="-122"/>
                <a:cs typeface="GNVNWT+Helvetica-Bold" panose="020B0704020202020204" charset="0"/>
              </a:rPr>
              <a:t>domain</a:t>
            </a:r>
            <a:endParaRPr lang="en-US" altLang="zh-CN" b="1">
              <a:solidFill>
                <a:srgbClr val="000000"/>
              </a:solidFill>
              <a:latin typeface="GNVNWT+Helvetica-Bold" panose="020B0704020202020204" charset="0"/>
              <a:ea typeface="GNVNWT+Helvetica-Bold" panose="020B0704020202020204" charset="0"/>
            </a:endParaRPr>
          </a:p>
        </p:txBody>
      </p:sp>
      <p:sp>
        <p:nvSpPr>
          <p:cNvPr id="114704" name="object 16"/>
          <p:cNvSpPr txBox="1"/>
          <p:nvPr/>
        </p:nvSpPr>
        <p:spPr>
          <a:xfrm>
            <a:off x="2568575" y="4613275"/>
            <a:ext cx="1498600" cy="5984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KKMRTM+Helvetica" panose="020B0604020202020204" charset="0"/>
                <a:ea typeface="宋体" panose="02010600030101010101" pitchFamily="2" charset="-122"/>
                <a:cs typeface="KKMRTM+Helvetica" panose="020B0604020202020204" charset="0"/>
              </a:rPr>
              <a:t>department</a:t>
            </a:r>
            <a:endParaRPr lang="en-US" altLang="zh-CN">
              <a:solidFill>
                <a:srgbClr val="000000"/>
              </a:solidFill>
              <a:latin typeface="KKMRTM+Helvetica" panose="020B0604020202020204" charset="0"/>
              <a:ea typeface="KKMRTM+Helvetica" panose="020B0604020202020204" charset="0"/>
            </a:endParaRPr>
          </a:p>
        </p:txBody>
      </p:sp>
      <p:sp>
        <p:nvSpPr>
          <p:cNvPr id="114705" name="object 17"/>
          <p:cNvSpPr txBox="1"/>
          <p:nvPr/>
        </p:nvSpPr>
        <p:spPr>
          <a:xfrm>
            <a:off x="4160838" y="4613275"/>
            <a:ext cx="825500" cy="5984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KKMRTM+Helvetica" panose="020B0604020202020204" charset="0"/>
                <a:ea typeface="宋体" panose="02010600030101010101" pitchFamily="2" charset="-122"/>
                <a:cs typeface="KKMRTM+Helvetica" panose="020B0604020202020204" charset="0"/>
              </a:rPr>
              <a:t>desk</a:t>
            </a:r>
            <a:endParaRPr lang="en-US" altLang="zh-CN">
              <a:solidFill>
                <a:srgbClr val="000000"/>
              </a:solidFill>
              <a:latin typeface="KKMRTM+Helvetica" panose="020B0604020202020204" charset="0"/>
              <a:ea typeface="KKMRTM+Helvetica" panose="020B0604020202020204" charset="0"/>
            </a:endParaRPr>
          </a:p>
        </p:txBody>
      </p:sp>
      <p:sp>
        <p:nvSpPr>
          <p:cNvPr id="114706" name="object 18"/>
          <p:cNvSpPr txBox="1"/>
          <p:nvPr/>
        </p:nvSpPr>
        <p:spPr>
          <a:xfrm>
            <a:off x="6788150" y="4613275"/>
            <a:ext cx="827088" cy="5984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KKMRTM+Helvetica" panose="020B0604020202020204" charset="0"/>
                <a:ea typeface="宋体" panose="02010600030101010101" pitchFamily="2" charset="-122"/>
                <a:cs typeface="KKMRTM+Helvetica" panose="020B0604020202020204" charset="0"/>
              </a:rPr>
              <a:t>desk</a:t>
            </a:r>
            <a:endParaRPr lang="en-US" altLang="zh-CN">
              <a:solidFill>
                <a:srgbClr val="000000"/>
              </a:solidFill>
              <a:latin typeface="KKMRTM+Helvetica" panose="020B0604020202020204" charset="0"/>
              <a:ea typeface="KKMRTM+Helvetica" panose="020B0604020202020204" charset="0"/>
            </a:endParaRPr>
          </a:p>
        </p:txBody>
      </p:sp>
      <p:sp>
        <p:nvSpPr>
          <p:cNvPr id="114707" name="object 19"/>
          <p:cNvSpPr txBox="1"/>
          <p:nvPr/>
        </p:nvSpPr>
        <p:spPr>
          <a:xfrm>
            <a:off x="7708900" y="4613275"/>
            <a:ext cx="1498600" cy="5984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KKMRTM+Helvetica" panose="020B0604020202020204" charset="0"/>
                <a:ea typeface="宋体" panose="02010600030101010101" pitchFamily="2" charset="-122"/>
                <a:cs typeface="KKMRTM+Helvetica" panose="020B0604020202020204" charset="0"/>
              </a:rPr>
              <a:t>department</a:t>
            </a:r>
            <a:endParaRPr lang="en-US" altLang="zh-CN">
              <a:solidFill>
                <a:srgbClr val="000000"/>
              </a:solidFill>
              <a:latin typeface="KKMRTM+Helvetica" panose="020B0604020202020204" charset="0"/>
              <a:ea typeface="KKMRTM+Helvetica" panose="020B0604020202020204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19938" y="5207000"/>
            <a:ext cx="1617663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availability</a:t>
            </a:r>
            <a:endParaRPr kumimoji="0" kern="0" cap="none" spc="0" normalizeH="0" baseline="0" noProof="0">
              <a:solidFill>
                <a:srgbClr val="000000"/>
              </a:solidFill>
              <a:latin typeface="KKMRTM+Helvetica" panose="020B0604020202020204"/>
              <a:cs typeface="KKMRTM+Helvetica" panose="020B0604020202020204"/>
            </a:endParaRPr>
          </a:p>
          <a:p>
            <a:pPr marL="373380"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reminder</a:t>
            </a:r>
            <a:endParaRPr kumimoji="0" kern="0" cap="none" spc="0" normalizeH="0" baseline="0" noProof="0">
              <a:solidFill>
                <a:srgbClr val="000000"/>
              </a:solidFill>
              <a:latin typeface="KKMRTM+Helvetica" panose="020B0604020202020204"/>
              <a:cs typeface="KKMRTM+Helvetica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62075" y="5345113"/>
            <a:ext cx="1168400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b="1" kern="0" cap="none" spc="0" normalizeH="0" baseline="0" noProof="0">
                <a:solidFill>
                  <a:srgbClr val="000000"/>
                </a:solidFill>
                <a:latin typeface="GNVNWT+Helvetica-Bold" panose="020B0704020202020204"/>
                <a:cs typeface="GNVNWT+Helvetica-Bold" panose="020B0704020202020204"/>
              </a:rPr>
              <a:t>Subject</a:t>
            </a:r>
            <a:endParaRPr kumimoji="0" b="1" kern="0" cap="none" spc="0" normalizeH="0" baseline="0" noProof="0">
              <a:solidFill>
                <a:srgbClr val="000000"/>
              </a:solidFill>
              <a:latin typeface="GNVNWT+Helvetica-Bold" panose="020B0704020202020204"/>
              <a:cs typeface="GNVNWT+Helvetica-Bold" panose="020B0704020202020204"/>
            </a:endParaRPr>
          </a:p>
          <a:p>
            <a:pPr marL="6350"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b="1" kern="0" cap="none" spc="0" normalizeH="0" baseline="0" noProof="0">
                <a:solidFill>
                  <a:srgbClr val="000000"/>
                </a:solidFill>
                <a:latin typeface="GNVNWT+Helvetica-Bold" panose="020B0704020202020204"/>
                <a:cs typeface="GNVNWT+Helvetica-Bold" panose="020B0704020202020204"/>
              </a:rPr>
              <a:t>domain</a:t>
            </a:r>
            <a:endParaRPr kumimoji="0" b="1" kern="0" cap="none" spc="0" normalizeH="0" baseline="0" noProof="0">
              <a:solidFill>
                <a:srgbClr val="000000"/>
              </a:solidFill>
              <a:latin typeface="GNVNWT+Helvetica-Bold" panose="020B0704020202020204"/>
              <a:cs typeface="GNVNWT+Helvetica-Bold" panose="020B07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40338" y="5345113"/>
            <a:ext cx="1181100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50"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Library</a:t>
            </a:r>
            <a:endParaRPr kumimoji="0" kern="0" cap="none" spc="0" normalizeH="0" baseline="0" noProof="0">
              <a:solidFill>
                <a:srgbClr val="000000"/>
              </a:solidFill>
              <a:latin typeface="KKMRTM+Helvetica" panose="020B0604020202020204"/>
              <a:cs typeface="KKMRTM+Helvetica" panose="020B0604020202020204"/>
            </a:endParaRPr>
          </a:p>
          <a:p>
            <a:pPr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member</a:t>
            </a:r>
            <a:endParaRPr kumimoji="0" kern="0" cap="none" spc="0" normalizeH="0" baseline="0" noProof="0">
              <a:solidFill>
                <a:srgbClr val="000000"/>
              </a:solidFill>
              <a:latin typeface="KKMRTM+Helvetica" panose="020B0604020202020204"/>
              <a:cs typeface="KKMRTM+Helvetica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70175" y="5481638"/>
            <a:ext cx="2595563" cy="598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Publisher</a:t>
            </a:r>
            <a:r>
              <a:rPr kumimoji="0" kern="0" cap="none" spc="1547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 </a:t>
            </a: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Document</a:t>
            </a:r>
            <a:endParaRPr kumimoji="0" kern="0" cap="none" spc="0" normalizeH="0" baseline="0" noProof="0">
              <a:solidFill>
                <a:srgbClr val="000000"/>
              </a:solidFill>
              <a:latin typeface="KKMRTM+Helvetica" panose="020B0604020202020204"/>
              <a:cs typeface="KKMRTM+Helvetica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PSIFAS+CMR7" panose="02000500000000000000"/>
                <a:cs typeface="PSIFAS+CMR7" panose="02000500000000000000"/>
              </a:rPr>
              <a:t>26</a:t>
            </a:r>
            <a:endParaRPr kumimoji="0" sz="1450" kern="0" cap="none" spc="0" normalizeH="0" baseline="0" noProof="0">
              <a:solidFill>
                <a:srgbClr val="000000"/>
              </a:solidFill>
              <a:latin typeface="PSIFAS+CMR7" panose="02000500000000000000"/>
              <a:cs typeface="PSIFAS+CMR7" panose="02000500000000000000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5714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2144713"/>
            <a:ext cx="8048625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HDJSSC+CMBX12~c" panose="02000500000000000000"/>
                <a:cs typeface="HDJSSC+CMBX12~c" panose="02000500000000000000"/>
              </a:rPr>
              <a:t>System</a:t>
            </a:r>
            <a:r>
              <a:rPr kumimoji="0" sz="2500" kern="0" cap="none" spc="29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0" normalizeH="0" baseline="0" noProof="0">
                <a:solidFill>
                  <a:srgbClr val="000000"/>
                </a:solidFill>
                <a:latin typeface="HDJSSC+CMBX12~c" panose="02000500000000000000"/>
                <a:cs typeface="HDJSSC+CMBX12~c" panose="02000500000000000000"/>
              </a:rPr>
              <a:t>directly</a:t>
            </a:r>
            <a:r>
              <a:rPr kumimoji="0" sz="2500" kern="0" cap="none" spc="30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HDJSSC+CMBX12~c" panose="02000500000000000000"/>
                <a:cs typeface="HDJSSC+CMBX12~c" panose="02000500000000000000"/>
              </a:rPr>
              <a:t>connected</a:t>
            </a:r>
            <a:r>
              <a:rPr kumimoji="0" sz="2500" kern="0" cap="none" spc="33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HDJSSC+CMBX12~c" panose="02000500000000000000"/>
                <a:cs typeface="HDJSSC+CMBX12~c" panose="02000500000000000000"/>
              </a:rPr>
              <a:t>to</a:t>
            </a:r>
            <a:r>
              <a:rPr kumimoji="0" sz="2500" kern="0" cap="none" spc="31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HDJSSC+CMBX12~c" panose="02000500000000000000"/>
                <a:cs typeface="HDJSSC+CMBX12~c" panose="02000500000000000000"/>
              </a:rPr>
              <a:t>sub</a:t>
            </a:r>
            <a:r>
              <a:rPr kumimoji="0" sz="2500" kern="0" cap="none" spc="-48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HDJSSC+CMBX12~c" panose="02000500000000000000"/>
                <a:cs typeface="HDJSSC+CMBX12~c" panose="02000500000000000000"/>
              </a:rPr>
              <a:t>ject</a:t>
            </a:r>
            <a:r>
              <a:rPr kumimoji="0" sz="2500" kern="0" cap="none" spc="30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2" normalizeH="0" baseline="0" noProof="0">
                <a:solidFill>
                  <a:srgbClr val="000000"/>
                </a:solidFill>
                <a:latin typeface="HDJSSC+CMBX12~c" panose="02000500000000000000"/>
                <a:cs typeface="HDJSSC+CMBX12~c" panose="02000500000000000000"/>
              </a:rPr>
              <a:t>domain</a:t>
            </a:r>
            <a:endParaRPr kumimoji="0" sz="2500" kern="0" cap="none" spc="-12" normalizeH="0" baseline="0" noProof="0">
              <a:solidFill>
                <a:srgbClr val="000000"/>
              </a:solidFill>
              <a:latin typeface="HDJSSC+CMBX12~c" panose="02000500000000000000"/>
              <a:cs typeface="HDJSSC+CMBX12~c" panose="02000500000000000000"/>
            </a:endParaRPr>
          </a:p>
        </p:txBody>
      </p:sp>
      <p:sp>
        <p:nvSpPr>
          <p:cNvPr id="115716" name="object 4"/>
          <p:cNvSpPr txBox="1"/>
          <p:nvPr/>
        </p:nvSpPr>
        <p:spPr>
          <a:xfrm>
            <a:off x="1797050" y="3225800"/>
            <a:ext cx="800100" cy="5984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 b="1">
                <a:solidFill>
                  <a:srgbClr val="000000"/>
                </a:solidFill>
                <a:latin typeface="SRVNTF+Helvetica-Bold" panose="020B0704020202020204" charset="0"/>
                <a:ea typeface="宋体" panose="02010600030101010101" pitchFamily="2" charset="-122"/>
                <a:cs typeface="SRVNTF+Helvetica-Bold" panose="020B0704020202020204" charset="0"/>
              </a:rPr>
              <a:t>SuD</a:t>
            </a:r>
            <a:endParaRPr lang="en-US" altLang="zh-CN" b="1">
              <a:solidFill>
                <a:srgbClr val="000000"/>
              </a:solidFill>
              <a:latin typeface="SRVNTF+Helvetica-Bold" panose="020B0704020202020204" charset="0"/>
              <a:ea typeface="SRVNTF+Helvetica-Bold" panose="020B0704020202020204" charset="0"/>
            </a:endParaRPr>
          </a:p>
        </p:txBody>
      </p:sp>
      <p:sp>
        <p:nvSpPr>
          <p:cNvPr id="115717" name="object 5"/>
          <p:cNvSpPr txBox="1"/>
          <p:nvPr/>
        </p:nvSpPr>
        <p:spPr>
          <a:xfrm>
            <a:off x="4646613" y="3225800"/>
            <a:ext cx="2182812" cy="5984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CHDHTO+Helvetica" panose="020B0604020202020204" charset="0"/>
                <a:ea typeface="宋体" panose="02010600030101010101" pitchFamily="2" charset="-122"/>
                <a:cs typeface="CHDHTO+Helvetica" panose="020B0604020202020204" charset="0"/>
              </a:rPr>
              <a:t>Elevator controller</a:t>
            </a:r>
            <a:endParaRPr lang="en-US" altLang="zh-CN">
              <a:solidFill>
                <a:srgbClr val="000000"/>
              </a:solidFill>
              <a:latin typeface="CHDHTO+Helvetica" panose="020B0604020202020204" charset="0"/>
              <a:ea typeface="CHDHTO+Helvetica" panose="020B060402020202020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5888" y="4116388"/>
            <a:ext cx="1166813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b="1" kern="0" cap="none" spc="0" normalizeH="0" baseline="0" noProof="0">
                <a:solidFill>
                  <a:srgbClr val="000000"/>
                </a:solidFill>
                <a:latin typeface="SRVNTF+Helvetica-Bold" panose="020B0704020202020204"/>
                <a:cs typeface="SRVNTF+Helvetica-Bold" panose="020B0704020202020204"/>
              </a:rPr>
              <a:t>Subject</a:t>
            </a:r>
            <a:endParaRPr kumimoji="0" b="1" kern="0" cap="none" spc="0" normalizeH="0" baseline="0" noProof="0">
              <a:solidFill>
                <a:srgbClr val="000000"/>
              </a:solidFill>
              <a:latin typeface="SRVNTF+Helvetica-Bold" panose="020B0704020202020204"/>
              <a:cs typeface="SRVNTF+Helvetica-Bold" panose="020B0704020202020204"/>
            </a:endParaRPr>
          </a:p>
          <a:p>
            <a:pPr marL="6350"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b="1" kern="0" cap="none" spc="0" normalizeH="0" baseline="0" noProof="0">
                <a:solidFill>
                  <a:srgbClr val="000000"/>
                </a:solidFill>
                <a:latin typeface="SRVNTF+Helvetica-Bold" panose="020B0704020202020204"/>
                <a:cs typeface="SRVNTF+Helvetica-Bold" panose="020B0704020202020204"/>
              </a:rPr>
              <a:t>domain</a:t>
            </a:r>
            <a:endParaRPr kumimoji="0" b="1" kern="0" cap="none" spc="0" normalizeH="0" baseline="0" noProof="0">
              <a:solidFill>
                <a:srgbClr val="000000"/>
              </a:solidFill>
              <a:latin typeface="SRVNTF+Helvetica-Bold" panose="020B0704020202020204"/>
              <a:cs typeface="SRVNTF+Helvetica-Bold" panose="020B07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28900" y="4116388"/>
            <a:ext cx="1193800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CHDHTO+Helvetica" panose="020B0604020202020204"/>
                <a:cs typeface="CHDHTO+Helvetica" panose="020B0604020202020204"/>
              </a:rPr>
              <a:t>Request</a:t>
            </a:r>
            <a:endParaRPr kumimoji="0" kern="0" cap="none" spc="0" normalizeH="0" baseline="0" noProof="0">
              <a:solidFill>
                <a:srgbClr val="000000"/>
              </a:solidFill>
              <a:latin typeface="CHDHTO+Helvetica" panose="020B0604020202020204"/>
              <a:cs typeface="CHDHTO+Helvetica" panose="020B0604020202020204"/>
            </a:endParaRPr>
          </a:p>
          <a:p>
            <a:pPr marL="107950"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CHDHTO+Helvetica" panose="020B0604020202020204"/>
                <a:cs typeface="CHDHTO+Helvetica" panose="020B0604020202020204"/>
              </a:rPr>
              <a:t>button</a:t>
            </a:r>
            <a:endParaRPr kumimoji="0" kern="0" cap="none" spc="0" normalizeH="0" baseline="0" noProof="0">
              <a:solidFill>
                <a:srgbClr val="000000"/>
              </a:solidFill>
              <a:latin typeface="CHDHTO+Helvetica" panose="020B0604020202020204"/>
              <a:cs typeface="CHDHTO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67163" y="4116388"/>
            <a:ext cx="1028700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"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CHDHTO+Helvetica" panose="020B0604020202020204"/>
                <a:cs typeface="CHDHTO+Helvetica" panose="020B0604020202020204"/>
              </a:rPr>
              <a:t>Arrival</a:t>
            </a:r>
            <a:endParaRPr kumimoji="0" kern="0" cap="none" spc="0" normalizeH="0" baseline="0" noProof="0">
              <a:solidFill>
                <a:srgbClr val="000000"/>
              </a:solidFill>
              <a:latin typeface="CHDHTO+Helvetica" panose="020B0604020202020204"/>
              <a:cs typeface="CHDHTO+Helvetica" panose="020B0604020202020204"/>
            </a:endParaRPr>
          </a:p>
          <a:p>
            <a:pPr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CHDHTO+Helvetica" panose="020B0604020202020204"/>
                <a:cs typeface="CHDHTO+Helvetica" panose="020B0604020202020204"/>
              </a:rPr>
              <a:t>sensor</a:t>
            </a:r>
            <a:endParaRPr kumimoji="0" kern="0" cap="none" spc="0" normalizeH="0" baseline="0" noProof="0">
              <a:solidFill>
                <a:srgbClr val="000000"/>
              </a:solidFill>
              <a:latin typeface="CHDHTO+Helvetica" panose="020B0604020202020204"/>
              <a:cs typeface="CHDHTO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29525" y="4116388"/>
            <a:ext cx="1243013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CHDHTO+Helvetica" panose="020B0604020202020204"/>
                <a:cs typeface="CHDHTO+Helvetica" panose="020B0604020202020204"/>
              </a:rPr>
              <a:t>Direction</a:t>
            </a:r>
            <a:endParaRPr kumimoji="0" kern="0" cap="none" spc="0" normalizeH="0" baseline="0" noProof="0">
              <a:solidFill>
                <a:srgbClr val="000000"/>
              </a:solidFill>
              <a:latin typeface="CHDHTO+Helvetica" panose="020B0604020202020204"/>
              <a:cs typeface="CHDHTO+Helvetica" panose="020B0604020202020204"/>
            </a:endParaRPr>
          </a:p>
          <a:p>
            <a:pPr marL="19050"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CHDHTO+Helvetica" panose="020B0604020202020204"/>
                <a:cs typeface="CHDHTO+Helvetica" panose="020B0604020202020204"/>
              </a:rPr>
              <a:t>indicator</a:t>
            </a:r>
            <a:endParaRPr kumimoji="0" kern="0" cap="none" spc="0" normalizeH="0" baseline="0" noProof="0">
              <a:solidFill>
                <a:srgbClr val="000000"/>
              </a:solidFill>
              <a:latin typeface="CHDHTO+Helvetica" panose="020B0604020202020204"/>
              <a:cs typeface="CHDHTO+Helvetica" panose="020B0604020202020204"/>
            </a:endParaRPr>
          </a:p>
        </p:txBody>
      </p:sp>
      <p:sp>
        <p:nvSpPr>
          <p:cNvPr id="115722" name="object 10"/>
          <p:cNvSpPr txBox="1"/>
          <p:nvPr/>
        </p:nvSpPr>
        <p:spPr>
          <a:xfrm>
            <a:off x="5275263" y="4254500"/>
            <a:ext cx="927100" cy="5969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CHDHTO+Helvetica" panose="020B0604020202020204" charset="0"/>
                <a:ea typeface="宋体" panose="02010600030101010101" pitchFamily="2" charset="-122"/>
                <a:cs typeface="CHDHTO+Helvetica" panose="020B0604020202020204" charset="0"/>
              </a:rPr>
              <a:t>Motor</a:t>
            </a:r>
            <a:endParaRPr lang="en-US" altLang="zh-CN">
              <a:solidFill>
                <a:srgbClr val="000000"/>
              </a:solidFill>
              <a:latin typeface="CHDHTO+Helvetica" panose="020B0604020202020204" charset="0"/>
              <a:ea typeface="CHDHTO+Helvetica" panose="020B0604020202020204" charset="0"/>
            </a:endParaRPr>
          </a:p>
        </p:txBody>
      </p:sp>
      <p:sp>
        <p:nvSpPr>
          <p:cNvPr id="115723" name="object 11"/>
          <p:cNvSpPr txBox="1"/>
          <p:nvPr/>
        </p:nvSpPr>
        <p:spPr>
          <a:xfrm>
            <a:off x="6518275" y="4254500"/>
            <a:ext cx="952500" cy="5969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CHDHTO+Helvetica" panose="020B0604020202020204" charset="0"/>
                <a:ea typeface="宋体" panose="02010600030101010101" pitchFamily="2" charset="-122"/>
                <a:cs typeface="CHDHTO+Helvetica" panose="020B0604020202020204" charset="0"/>
              </a:rPr>
              <a:t>Doors</a:t>
            </a:r>
            <a:endParaRPr lang="en-US" altLang="zh-CN">
              <a:solidFill>
                <a:srgbClr val="000000"/>
              </a:solidFill>
              <a:latin typeface="CHDHTO+Helvetica" panose="020B0604020202020204" charset="0"/>
              <a:ea typeface="CHDHTO+Helvetica" panose="020B0604020202020204" charset="0"/>
            </a:endParaRPr>
          </a:p>
        </p:txBody>
      </p:sp>
      <p:sp>
        <p:nvSpPr>
          <p:cNvPr id="115724" name="object 12"/>
          <p:cNvSpPr txBox="1"/>
          <p:nvPr/>
        </p:nvSpPr>
        <p:spPr>
          <a:xfrm>
            <a:off x="5021263" y="5167313"/>
            <a:ext cx="14351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CHDHTO+Helvetica" panose="020B0604020202020204" charset="0"/>
                <a:ea typeface="宋体" panose="02010600030101010101" pitchFamily="2" charset="-122"/>
                <a:cs typeface="CHDHTO+Helvetica" panose="020B0604020202020204" charset="0"/>
              </a:rPr>
              <a:t>Passenger</a:t>
            </a:r>
            <a:endParaRPr lang="en-US" altLang="zh-CN">
              <a:solidFill>
                <a:srgbClr val="000000"/>
              </a:solidFill>
              <a:latin typeface="CHDHTO+Helvetica" panose="020B0604020202020204" charset="0"/>
              <a:ea typeface="CHDHTO+Helvetica" panose="020B0604020202020204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SLIFGE+CMR7" panose="02000500000000000000"/>
                <a:cs typeface="SLIFGE+CMR7" panose="02000500000000000000"/>
              </a:rPr>
              <a:t>27</a:t>
            </a:r>
            <a:endParaRPr kumimoji="0" sz="1450" kern="0" cap="none" spc="0" normalizeH="0" baseline="0" noProof="0">
              <a:solidFill>
                <a:srgbClr val="000000"/>
              </a:solidFill>
              <a:latin typeface="SLIFGE+CMR7" panose="02000500000000000000"/>
              <a:cs typeface="SLIFGE+CMR7" panose="02000500000000000000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6738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716088"/>
            <a:ext cx="2370138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4" normalizeH="0" baseline="0" noProof="0">
                <a:solidFill>
                  <a:srgbClr val="000000"/>
                </a:solidFill>
                <a:latin typeface="AOGAJW+CMBX12~c" panose="02000500000000000000"/>
                <a:cs typeface="AOGAJW+CMBX12~c" panose="02000500000000000000"/>
              </a:rPr>
              <a:t>Main</a:t>
            </a:r>
            <a:r>
              <a:rPr kumimoji="0" sz="2500" kern="0" cap="none" spc="31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40" normalizeH="0" baseline="0" noProof="0">
                <a:solidFill>
                  <a:srgbClr val="000000"/>
                </a:solidFill>
                <a:latin typeface="AOGAJW+CMBX12~c" panose="02000500000000000000"/>
                <a:cs typeface="AOGAJW+CMBX12~c" panose="02000500000000000000"/>
              </a:rPr>
              <a:t>Points</a:t>
            </a:r>
            <a:endParaRPr kumimoji="0" sz="2500" kern="0" cap="none" spc="-40" normalizeH="0" baseline="0" noProof="0">
              <a:solidFill>
                <a:srgbClr val="000000"/>
              </a:solidFill>
              <a:latin typeface="AOGAJW+CMBX12~c" panose="02000500000000000000"/>
              <a:cs typeface="AOGAJW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588" y="2182813"/>
            <a:ext cx="597535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4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Let</a:t>
            </a:r>
            <a:r>
              <a:rPr kumimoji="0" sz="2050" kern="0" cap="none" spc="15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SuD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73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be</a:t>
            </a:r>
            <a:r>
              <a:rPr kumimoji="0" sz="2050" kern="0" cap="none" spc="10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a</a:t>
            </a:r>
            <a:r>
              <a:rPr kumimoji="0" sz="2050" kern="0" cap="none" spc="19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Software</a:t>
            </a:r>
            <a:r>
              <a:rPr kumimoji="0" sz="2050" kern="0" cap="none" spc="19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System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under</a:t>
            </a:r>
            <a:r>
              <a:rPr kumimoji="0" sz="2050" kern="0" cap="none" spc="14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Design.</a:t>
            </a:r>
            <a:endParaRPr kumimoji="0" sz="2050" kern="0" cap="none" spc="11" normalizeH="0" baseline="0" noProof="0">
              <a:solidFill>
                <a:srgbClr val="000000"/>
              </a:solidFill>
              <a:latin typeface="LKPVLL+CMR10" panose="02000500000000000000"/>
              <a:cs typeface="LKPVLL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138" y="2701925"/>
            <a:ext cx="7870825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QPDKP+CMSY10~25" panose="02000500000000000000"/>
                <a:cs typeface="OQPDKP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Message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that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cross</a:t>
            </a:r>
            <a:r>
              <a:rPr kumimoji="0" sz="2050" kern="0" cap="none" spc="18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interface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SuD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are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1" normalizeH="0" baseline="0" noProof="0">
                <a:solidFill>
                  <a:srgbClr val="000000"/>
                </a:solidFill>
                <a:latin typeface="NDHVRT+CMTI10" panose="02000500000000000000"/>
                <a:cs typeface="NDHVRT+CMTI10" panose="02000500000000000000"/>
              </a:rPr>
              <a:t>about</a:t>
            </a:r>
            <a:r>
              <a:rPr kumimoji="0" sz="2050" kern="0" cap="none" spc="22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the</a:t>
            </a:r>
            <a:endParaRPr kumimoji="0" sz="2050" kern="0" cap="none" spc="11" normalizeH="0" baseline="0" noProof="0">
              <a:solidFill>
                <a:srgbClr val="000000"/>
              </a:solidFill>
              <a:latin typeface="LKPVLL+CMR10" panose="02000500000000000000"/>
              <a:cs typeface="LKPVLL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075" y="3073400"/>
            <a:ext cx="2220913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31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subject</a:t>
            </a:r>
            <a:r>
              <a:rPr kumimoji="0" sz="2050" kern="0" cap="none" spc="12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domain.</a:t>
            </a:r>
            <a:endParaRPr kumimoji="0" sz="2050" kern="0" cap="none" spc="0" normalizeH="0" baseline="0" noProof="0">
              <a:solidFill>
                <a:srgbClr val="000000"/>
              </a:solidFill>
              <a:latin typeface="LKPVLL+CMR10" panose="02000500000000000000"/>
              <a:cs typeface="LKPVLL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138" y="3590925"/>
            <a:ext cx="8305800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QPDKP+CMSY10~25" panose="02000500000000000000"/>
                <a:cs typeface="OQPDKP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33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Subject</a:t>
            </a:r>
            <a:r>
              <a:rPr kumimoji="0" sz="2050" kern="0" cap="none" spc="12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domain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entities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exist</a:t>
            </a:r>
            <a:r>
              <a:rPr kumimoji="0" sz="2050" kern="0" cap="none" spc="15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NDHVRT+CMTI10" panose="02000500000000000000"/>
                <a:cs typeface="NDHVRT+CMTI10" panose="02000500000000000000"/>
              </a:rPr>
              <a:t>outside</a:t>
            </a:r>
            <a:r>
              <a:rPr kumimoji="0" sz="2050" kern="0" cap="none" spc="19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5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SuD;</a:t>
            </a:r>
            <a:r>
              <a:rPr kumimoji="0" sz="2050" kern="0" cap="none" spc="1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except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lexical</a:t>
            </a:r>
            <a:endParaRPr kumimoji="0" sz="2050" kern="0" cap="none" spc="0" normalizeH="0" baseline="0" noProof="0">
              <a:solidFill>
                <a:srgbClr val="000000"/>
              </a:solidFill>
              <a:latin typeface="LKPVLL+CMR10" panose="02000500000000000000"/>
              <a:cs typeface="LKPVLL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075" y="3963988"/>
            <a:ext cx="5540375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items,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that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3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may</a:t>
            </a:r>
            <a:r>
              <a:rPr kumimoji="0" sz="2050" kern="0" cap="none" spc="21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also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exist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inside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5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SuD.</a:t>
            </a:r>
            <a:endParaRPr kumimoji="0" sz="2050" kern="0" cap="none" spc="15" normalizeH="0" baseline="0" noProof="0">
              <a:solidFill>
                <a:srgbClr val="000000"/>
              </a:solidFill>
              <a:latin typeface="LKPVLL+CMR10" panose="02000500000000000000"/>
              <a:cs typeface="LKPVLL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138" y="4481513"/>
            <a:ext cx="8636000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QPDKP+CMSY10~25" panose="02000500000000000000"/>
                <a:cs typeface="OQPDKP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Messages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that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cross</a:t>
            </a:r>
            <a:r>
              <a:rPr kumimoji="0" sz="2050" kern="0" cap="none" spc="18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interface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3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have</a:t>
            </a:r>
            <a:r>
              <a:rPr kumimoji="0" sz="2050" kern="0" cap="none" spc="21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three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kinds</a:t>
            </a:r>
            <a:r>
              <a:rPr kumimoji="0" sz="2050" kern="0" cap="none" spc="16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functions:</a:t>
            </a:r>
            <a:endParaRPr kumimoji="0" sz="2050" kern="0" cap="none" spc="10" normalizeH="0" baseline="0" noProof="0">
              <a:solidFill>
                <a:srgbClr val="000000"/>
              </a:solidFill>
              <a:latin typeface="LKPVLL+CMR10" panose="02000500000000000000"/>
              <a:cs typeface="LKPVLL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075" y="4852988"/>
            <a:ext cx="4887913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NDHVRT+CMTI10" panose="02000500000000000000"/>
                <a:cs typeface="NDHVRT+CMTI10" panose="02000500000000000000"/>
              </a:rPr>
              <a:t>Informative,</a:t>
            </a:r>
            <a:r>
              <a:rPr kumimoji="0" sz="2050" kern="0" cap="none" spc="21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NDHVRT+CMTI10" panose="02000500000000000000"/>
                <a:cs typeface="NDHVRT+CMTI10" panose="02000500000000000000"/>
              </a:rPr>
              <a:t>Manipulative,</a:t>
            </a:r>
            <a:r>
              <a:rPr kumimoji="0" sz="2050" kern="0" cap="none" spc="23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8" normalizeH="0" baseline="0" noProof="0">
                <a:solidFill>
                  <a:srgbClr val="000000"/>
                </a:solidFill>
                <a:latin typeface="NDHVRT+CMTI10" panose="02000500000000000000"/>
                <a:cs typeface="NDHVRT+CMTI10" panose="02000500000000000000"/>
              </a:rPr>
              <a:t>Directive.</a:t>
            </a:r>
            <a:endParaRPr kumimoji="0" sz="2050" kern="0" cap="none" spc="-18" normalizeH="0" baseline="0" noProof="0">
              <a:solidFill>
                <a:srgbClr val="000000"/>
              </a:solidFill>
              <a:latin typeface="NDHVRT+CMTI10" panose="02000500000000000000"/>
              <a:cs typeface="NDHVRT+CMTI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138" y="5372100"/>
            <a:ext cx="8088313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QPDKP+CMSY10~25" panose="02000500000000000000"/>
                <a:cs typeface="OQPDKP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Messages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6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travel</a:t>
            </a:r>
            <a:r>
              <a:rPr kumimoji="0" sz="2050" kern="0" cap="none" spc="20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to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from</a:t>
            </a:r>
            <a:r>
              <a:rPr kumimoji="0" sz="2050" kern="0" cap="none" spc="1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SuD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through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a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7" normalizeH="0" baseline="0" noProof="0">
                <a:solidFill>
                  <a:srgbClr val="000000"/>
                </a:solidFill>
                <a:latin typeface="NDHVRT+CMTI10" panose="02000500000000000000"/>
                <a:cs typeface="NDHVRT+CMTI10" panose="02000500000000000000"/>
              </a:rPr>
              <a:t>connection</a:t>
            </a:r>
            <a:endParaRPr kumimoji="0" sz="2050" kern="0" cap="none" spc="-17" normalizeH="0" baseline="0" noProof="0">
              <a:solidFill>
                <a:srgbClr val="000000"/>
              </a:solidFill>
              <a:latin typeface="NDHVRT+CMTI10" panose="02000500000000000000"/>
              <a:cs typeface="NDHVRT+CMTI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6075" y="5743575"/>
            <a:ext cx="1316038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0" normalizeH="0" baseline="0" noProof="0">
                <a:solidFill>
                  <a:srgbClr val="000000"/>
                </a:solidFill>
                <a:latin typeface="NDHVRT+CMTI10" panose="02000500000000000000"/>
                <a:cs typeface="NDHVRT+CMTI10" panose="02000500000000000000"/>
              </a:rPr>
              <a:t>domain.</a:t>
            </a:r>
            <a:endParaRPr kumimoji="0" sz="2050" kern="0" cap="none" spc="10" normalizeH="0" baseline="0" noProof="0">
              <a:solidFill>
                <a:srgbClr val="000000"/>
              </a:solidFill>
              <a:latin typeface="NDHVRT+CMTI10" panose="02000500000000000000"/>
              <a:cs typeface="NDHVRT+CMTI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BSEKCU+CMR7" panose="02000500000000000000"/>
                <a:cs typeface="BSEKCU+CMR7" panose="02000500000000000000"/>
              </a:rPr>
              <a:t>28</a:t>
            </a:r>
            <a:endParaRPr kumimoji="0" sz="1450" kern="0" cap="none" spc="0" normalizeH="0" baseline="0" noProof="0">
              <a:solidFill>
                <a:srgbClr val="000000"/>
              </a:solidFill>
              <a:latin typeface="BSEKCU+CMR7" panose="02000500000000000000"/>
              <a:cs typeface="BSEKCU+CMR7" panose="02000500000000000000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7762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16113" y="1674813"/>
            <a:ext cx="7161213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3" normalizeH="0" baseline="0" noProof="0">
                <a:solidFill>
                  <a:srgbClr val="000000"/>
                </a:solidFill>
                <a:latin typeface="SMSTAR+CMBX12~c" panose="02000500000000000000"/>
                <a:cs typeface="SMSTAR+CMBX12~c" panose="02000500000000000000"/>
              </a:rPr>
              <a:t>Chapter</a:t>
            </a:r>
            <a:r>
              <a:rPr kumimoji="0" sz="2500" kern="0" cap="none" spc="31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SMSTAR+CMBX12~c" panose="02000500000000000000"/>
                <a:cs typeface="SMSTAR+CMBX12~c" panose="02000500000000000000"/>
              </a:rPr>
              <a:t>3.</a:t>
            </a:r>
            <a:r>
              <a:rPr kumimoji="0" sz="2500" kern="0" cap="none" spc="62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2" normalizeH="0" baseline="0" noProof="0">
                <a:solidFill>
                  <a:srgbClr val="000000"/>
                </a:solidFill>
                <a:latin typeface="SMSTAR+CMBX12~c" panose="02000500000000000000"/>
                <a:cs typeface="SMSTAR+CMBX12~c" panose="02000500000000000000"/>
              </a:rPr>
              <a:t>Stimulus-Response</a:t>
            </a:r>
            <a:r>
              <a:rPr kumimoji="0" sz="2500" kern="0" cap="none" spc="3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21" normalizeH="0" baseline="0" noProof="0">
                <a:solidFill>
                  <a:srgbClr val="000000"/>
                </a:solidFill>
                <a:latin typeface="SMSTAR+CMBX12~c" panose="02000500000000000000"/>
                <a:cs typeface="SMSTAR+CMBX12~c" panose="02000500000000000000"/>
              </a:rPr>
              <a:t>Behavior</a:t>
            </a:r>
            <a:endParaRPr kumimoji="0" sz="2500" kern="0" cap="none" spc="-21" normalizeH="0" baseline="0" noProof="0">
              <a:solidFill>
                <a:srgbClr val="000000"/>
              </a:solidFill>
              <a:latin typeface="SMSTAR+CMBX12~c" panose="02000500000000000000"/>
              <a:cs typeface="SMSTAR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138" y="2174875"/>
            <a:ext cx="7727950" cy="1454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PJBSN+CMSY10~25" panose="02000500000000000000"/>
                <a:cs typeface="OPJBSN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A</a:t>
            </a:r>
            <a:r>
              <a:rPr kumimoji="0" sz="2050" kern="0" cap="none" spc="18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reactive</a:t>
            </a:r>
            <a:r>
              <a:rPr kumimoji="0" sz="2050" kern="0" cap="none" spc="1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system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receives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messages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from</a:t>
            </a:r>
            <a:r>
              <a:rPr kumimoji="0" sz="2050" kern="0" cap="none" spc="1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sources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its</a:t>
            </a:r>
            <a:endParaRPr kumimoji="0" sz="2050" kern="0" cap="none" spc="0" normalizeH="0" baseline="0" noProof="0">
              <a:solidFill>
                <a:srgbClr val="000000"/>
              </a:solidFill>
              <a:latin typeface="APTFTD+CMR10" panose="02000500000000000000"/>
              <a:cs typeface="APTFTD+CMR10" panose="02000500000000000000"/>
            </a:endParaRPr>
          </a:p>
          <a:p>
            <a:pPr marL="262255" marR="0" defTabSz="914400" fontAlgn="auto">
              <a:lnSpc>
                <a:spcPts val="2520"/>
              </a:lnSpc>
              <a:spcBef>
                <a:spcPts val="41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environment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it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sends</a:t>
            </a:r>
            <a:r>
              <a:rPr kumimoji="0" sz="2050" kern="0" cap="none" spc="16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messages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to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destinations</a:t>
            </a:r>
            <a:r>
              <a:rPr kumimoji="0" sz="2050" kern="0" cap="none" spc="14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its</a:t>
            </a:r>
            <a:endParaRPr kumimoji="0" sz="2050" kern="0" cap="none" spc="0" normalizeH="0" baseline="0" noProof="0">
              <a:solidFill>
                <a:srgbClr val="000000"/>
              </a:solidFill>
              <a:latin typeface="APTFTD+CMR10" panose="02000500000000000000"/>
              <a:cs typeface="APTFTD+CMR10" panose="02000500000000000000"/>
            </a:endParaRPr>
          </a:p>
          <a:p>
            <a:pPr marL="262255" marR="0" defTabSz="914400" fontAlgn="auto">
              <a:lnSpc>
                <a:spcPts val="2520"/>
              </a:lnSpc>
              <a:spcBef>
                <a:spcPts val="41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environment.</a:t>
            </a:r>
            <a:endParaRPr kumimoji="0" sz="2050" kern="0" cap="none" spc="0" normalizeH="0" baseline="0" noProof="0">
              <a:solidFill>
                <a:srgbClr val="000000"/>
              </a:solidFill>
              <a:latin typeface="APTFTD+CMR10" panose="02000500000000000000"/>
              <a:cs typeface="APTFTD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138" y="3435350"/>
            <a:ext cx="4840288" cy="1416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PJBSN+CMSY10~25" panose="02000500000000000000"/>
                <a:cs typeface="OPJBSN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5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At</a:t>
            </a:r>
            <a:r>
              <a:rPr kumimoji="0" sz="2050" kern="0" cap="none" spc="24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sources,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2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events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2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occur.</a:t>
            </a:r>
            <a:endParaRPr kumimoji="0" sz="2050" kern="0" cap="none" spc="22" normalizeH="0" baseline="0" noProof="0">
              <a:solidFill>
                <a:srgbClr val="000000"/>
              </a:solidFill>
              <a:latin typeface="APTFTD+CMR10" panose="02000500000000000000"/>
              <a:cs typeface="APTFTD+CMR10" panose="02000500000000000000"/>
            </a:endParaRPr>
          </a:p>
          <a:p>
            <a:pPr marR="0" defTabSz="914400" fontAlgn="auto">
              <a:lnSpc>
                <a:spcPts val="3585"/>
              </a:lnSpc>
              <a:spcBef>
                <a:spcPts val="4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PJBSN+CMSY10~25" panose="02000500000000000000"/>
                <a:cs typeface="OPJBSN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5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At</a:t>
            </a:r>
            <a:r>
              <a:rPr kumimoji="0" sz="2050" kern="0" cap="none" spc="24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destinations,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actions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2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occur.</a:t>
            </a:r>
            <a:endParaRPr kumimoji="0" sz="2050" kern="0" cap="none" spc="22" normalizeH="0" baseline="0" noProof="0">
              <a:solidFill>
                <a:srgbClr val="000000"/>
              </a:solidFill>
              <a:latin typeface="APTFTD+CMR10" panose="02000500000000000000"/>
              <a:cs typeface="APTFTD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138" y="4471988"/>
            <a:ext cx="8096250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359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OPJBSN+CMSY10~25" panose="02000500000000000000"/>
                <a:ea typeface="OPJBSN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PTFTD+CMR10" panose="02000500000000000000"/>
                <a:ea typeface="APTFTD+CMR10" panose="02000500000000000000"/>
              </a:rPr>
              <a:t>We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PTFTD+CMR10" panose="02000500000000000000"/>
                <a:ea typeface="APTFTD+CMR10" panose="02000500000000000000"/>
              </a:rPr>
              <a:t>now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PTFTD+CMR10" panose="02000500000000000000"/>
                <a:ea typeface="APTFTD+CMR10" panose="02000500000000000000"/>
              </a:rPr>
              <a:t>look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PTFTD+CMR10" panose="02000500000000000000"/>
                <a:ea typeface="APTFTD+CMR10" panose="02000500000000000000"/>
              </a:rPr>
              <a:t>at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PTFTD+CMR10" panose="02000500000000000000"/>
                <a:ea typeface="APTFTD+CMR10" panose="02000500000000000000"/>
              </a:rPr>
              <a:t>the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PTFTD+CMR10" panose="02000500000000000000"/>
                <a:ea typeface="APTFTD+CMR10" panose="02000500000000000000"/>
              </a:rPr>
              <a:t>chain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PTFTD+CMR10" panose="02000500000000000000"/>
                <a:ea typeface="APTFTD+CMR10" panose="02000500000000000000"/>
              </a:rPr>
              <a:t>of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PTFTD+CMR10" panose="02000500000000000000"/>
                <a:ea typeface="APTFTD+CMR10" panose="02000500000000000000"/>
              </a:rPr>
              <a:t>cause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PTFTD+CMR10" panose="02000500000000000000"/>
                <a:ea typeface="APTFTD+CMR10" panose="02000500000000000000"/>
              </a:rPr>
              <a:t>and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PTFTD+CMR10" panose="02000500000000000000"/>
                <a:ea typeface="APTFTD+CMR10" panose="02000500000000000000"/>
              </a:rPr>
              <a:t>eﬀect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PTFTD+CMR10" panose="02000500000000000000"/>
                <a:ea typeface="APTFTD+CMR10" panose="02000500000000000000"/>
              </a:rPr>
              <a:t>from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PTFTD+CMR10" panose="02000500000000000000"/>
                <a:ea typeface="APTFTD+CMR10" panose="02000500000000000000"/>
              </a:rPr>
              <a:t>event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PTFTD+CMR10" panose="02000500000000000000"/>
                <a:ea typeface="APTFTD+CMR10" panose="02000500000000000000"/>
              </a:rPr>
              <a:t>to</a:t>
            </a:r>
            <a:endParaRPr lang="en-US" altLang="zh-CN" sz="2000">
              <a:solidFill>
                <a:srgbClr val="000000"/>
              </a:solidFill>
              <a:latin typeface="APTFTD+CMR10" panose="02000500000000000000"/>
              <a:ea typeface="APTFTD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075" y="4845050"/>
            <a:ext cx="7059613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system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stimulus,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from</a:t>
            </a:r>
            <a:r>
              <a:rPr kumimoji="0" sz="2050" kern="0" cap="none" spc="1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system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7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response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to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action.</a:t>
            </a:r>
            <a:endParaRPr kumimoji="0" sz="2050" kern="0" cap="none" spc="0" normalizeH="0" baseline="0" noProof="0">
              <a:solidFill>
                <a:srgbClr val="000000"/>
              </a:solidFill>
              <a:latin typeface="APTFTD+CMR10" panose="02000500000000000000"/>
              <a:cs typeface="APTFTD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138" y="5362575"/>
            <a:ext cx="8674100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PJBSN+CMSY10~25" panose="02000500000000000000"/>
                <a:cs typeface="OPJBSN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51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We</a:t>
            </a:r>
            <a:r>
              <a:rPr kumimoji="0" sz="2050" kern="0" cap="none" spc="32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will</a:t>
            </a:r>
            <a:r>
              <a:rPr kumimoji="0" sz="2050" kern="0" cap="none" spc="18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see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that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to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interpret</a:t>
            </a:r>
            <a:r>
              <a:rPr kumimoji="0" sz="2050" kern="0" cap="none" spc="16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stimuli</a:t>
            </a:r>
            <a:r>
              <a:rPr kumimoji="0" sz="2050" kern="0" cap="none" spc="18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to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motivate</a:t>
            </a:r>
            <a:r>
              <a:rPr kumimoji="0" sz="2050" kern="0" cap="none" spc="1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6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responses,</a:t>
            </a:r>
            <a:endParaRPr kumimoji="0" sz="2050" kern="0" cap="none" spc="16" normalizeH="0" baseline="0" noProof="0">
              <a:solidFill>
                <a:srgbClr val="000000"/>
              </a:solidFill>
              <a:latin typeface="APTFTD+CMR10" panose="02000500000000000000"/>
              <a:cs typeface="APTFTD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075" y="5734050"/>
            <a:ext cx="711835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-52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we</a:t>
            </a:r>
            <a:r>
              <a:rPr kumimoji="0" sz="2050" kern="0" cap="none" spc="23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need</a:t>
            </a:r>
            <a:r>
              <a:rPr kumimoji="0" sz="2050" kern="0" cap="none" spc="15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to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2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make</a:t>
            </a:r>
            <a:r>
              <a:rPr kumimoji="0" sz="2050" kern="0" cap="none" spc="19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assumptions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5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about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environment.</a:t>
            </a:r>
            <a:endParaRPr kumimoji="0" sz="2050" kern="0" cap="none" spc="0" normalizeH="0" baseline="0" noProof="0">
              <a:solidFill>
                <a:srgbClr val="000000"/>
              </a:solidFill>
              <a:latin typeface="APTFTD+CMR10" panose="02000500000000000000"/>
              <a:cs typeface="APTFTD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GENBDN+CMR7" panose="02000500000000000000"/>
                <a:cs typeface="GENBDN+CMR7" panose="02000500000000000000"/>
              </a:rPr>
              <a:t>29</a:t>
            </a:r>
            <a:endParaRPr kumimoji="0" sz="1450" kern="0" cap="none" spc="0" normalizeH="0" baseline="0" noProof="0">
              <a:solidFill>
                <a:srgbClr val="000000"/>
              </a:solidFill>
              <a:latin typeface="GENBDN+CMR7" panose="02000500000000000000"/>
              <a:cs typeface="GENBDN+CMR7" panose="02000500000000000000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8786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411288"/>
            <a:ext cx="2112963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WNUIMU+CMBX12~c" panose="02000500000000000000"/>
                <a:cs typeface="WNUIMU+CMBX12~c" panose="02000500000000000000"/>
              </a:rPr>
              <a:t>Example</a:t>
            </a:r>
            <a:r>
              <a:rPr kumimoji="0" sz="2500" kern="0" cap="none" spc="2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WNUIMU+CMBX12~c" panose="02000500000000000000"/>
                <a:cs typeface="WNUIMU+CMBX12~c" panose="02000500000000000000"/>
              </a:rPr>
              <a:t>1</a:t>
            </a:r>
            <a:endParaRPr kumimoji="0" sz="2500" kern="0" cap="none" spc="0" normalizeH="0" baseline="0" noProof="0">
              <a:solidFill>
                <a:srgbClr val="000000"/>
              </a:solidFill>
              <a:latin typeface="WNUIMU+CMBX12~c" panose="02000500000000000000"/>
              <a:cs typeface="WNUIMU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22675" y="2089150"/>
            <a:ext cx="752475" cy="479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600"/>
              </a:lnSpc>
              <a:buClrTx/>
              <a:buSzTx/>
              <a:buFontTx/>
              <a:buNone/>
              <a:defRPr/>
            </a:pPr>
            <a:r>
              <a:rPr kumimoji="0" sz="1450" b="1" i="1" kern="0" cap="none" spc="0" normalizeH="0" baseline="0" noProof="0">
                <a:solidFill>
                  <a:srgbClr val="000000"/>
                </a:solidFill>
                <a:latin typeface="PHUDND+Helvetica-BoldOblique" panose="020B0704020202090204"/>
                <a:cs typeface="PHUDND+Helvetica-BoldOblique" panose="020B0704020202090204"/>
              </a:rPr>
              <a:t>event</a:t>
            </a:r>
            <a:endParaRPr kumimoji="0" sz="1450" b="1" i="1" kern="0" cap="none" spc="0" normalizeH="0" baseline="0" noProof="0">
              <a:solidFill>
                <a:srgbClr val="000000"/>
              </a:solidFill>
              <a:latin typeface="PHUDND+Helvetica-BoldOblique" panose="020B0704020202090204"/>
              <a:cs typeface="PHUDND+Helvetica-BoldOblique" panose="020B070402020209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94438" y="2089150"/>
            <a:ext cx="1023938" cy="479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600"/>
              </a:lnSpc>
              <a:buClrTx/>
              <a:buSzTx/>
              <a:buFontTx/>
              <a:buNone/>
              <a:defRPr/>
            </a:pPr>
            <a:r>
              <a:rPr kumimoji="0" sz="1450" b="1" i="1" kern="0" cap="none" spc="0" normalizeH="0" baseline="0" noProof="0">
                <a:solidFill>
                  <a:srgbClr val="000000"/>
                </a:solidFill>
                <a:latin typeface="PHUDND+Helvetica-BoldOblique" panose="020B0704020202090204"/>
                <a:cs typeface="PHUDND+Helvetica-BoldOblique" panose="020B0704020202090204"/>
              </a:rPr>
              <a:t>stimulus</a:t>
            </a:r>
            <a:endParaRPr kumimoji="0" sz="1450" b="1" i="1" kern="0" cap="none" spc="0" normalizeH="0" baseline="0" noProof="0">
              <a:solidFill>
                <a:srgbClr val="000000"/>
              </a:solidFill>
              <a:latin typeface="PHUDND+Helvetica-BoldOblique" panose="020B0704020202090204"/>
              <a:cs typeface="PHUDND+Helvetica-BoldOblique" panose="020B070402020209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58925" y="2468563"/>
            <a:ext cx="933450" cy="479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600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PWOCJS+Helvetica" panose="020B0604020202020204"/>
                <a:cs typeface="PWOCJS+Helvetica" panose="020B0604020202020204"/>
              </a:rPr>
              <a:t>Group 3</a:t>
            </a:r>
            <a:endParaRPr kumimoji="0" sz="1450" kern="0" cap="none" spc="0" normalizeH="0" baseline="0" noProof="0">
              <a:solidFill>
                <a:srgbClr val="000000"/>
              </a:solidFill>
              <a:latin typeface="PWOCJS+Helvetica" panose="020B0604020202020204"/>
              <a:cs typeface="PWOCJS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76350" y="2816225"/>
            <a:ext cx="1044575" cy="708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600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PWOCJS+Helvetica" panose="020B0604020202020204"/>
                <a:cs typeface="PWOCJS+Helvetica" panose="020B0604020202020204"/>
              </a:rPr>
              <a:t>allocation</a:t>
            </a:r>
            <a:endParaRPr kumimoji="0" sz="1450" kern="0" cap="none" spc="0" normalizeH="0" baseline="0" noProof="0">
              <a:solidFill>
                <a:srgbClr val="000000"/>
              </a:solidFill>
              <a:latin typeface="PWOCJS+Helvetica" panose="020B0604020202020204"/>
              <a:cs typeface="PWOCJS+Helvetica" panose="020B0604020202020204"/>
            </a:endParaRPr>
          </a:p>
          <a:p>
            <a:pPr marL="80645" marR="0" defTabSz="914400" fontAlgn="auto">
              <a:lnSpc>
                <a:spcPts val="1600"/>
              </a:lnSpc>
              <a:spcBef>
                <a:spcPts val="190"/>
              </a:spcBef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PWOCJS+Helvetica" panose="020B0604020202020204"/>
                <a:cs typeface="PWOCJS+Helvetica" panose="020B0604020202020204"/>
              </a:rPr>
              <a:t>created</a:t>
            </a:r>
            <a:endParaRPr kumimoji="0" sz="1450" kern="0" cap="none" spc="0" normalizeH="0" baseline="0" noProof="0">
              <a:solidFill>
                <a:srgbClr val="000000"/>
              </a:solidFill>
              <a:latin typeface="PWOCJS+Helvetica" panose="020B0604020202020204"/>
              <a:cs typeface="PWOCJS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21013" y="2892425"/>
            <a:ext cx="1196975" cy="708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74930">
              <a:lnSpc>
                <a:spcPts val="1600"/>
              </a:lnSpc>
              <a:buNone/>
            </a:pPr>
            <a:r>
              <a:rPr lang="en-US" altLang="zh-CN" sz="1400">
                <a:solidFill>
                  <a:srgbClr val="000000"/>
                </a:solidFill>
                <a:latin typeface="PWOCJS+Helvetica" panose="020B0604020202020204" charset="0"/>
                <a:ea typeface="宋体" panose="02010600030101010101" pitchFamily="2" charset="-122"/>
                <a:cs typeface="PWOCJS+Helvetica" panose="020B0604020202020204" charset="0"/>
              </a:rPr>
              <a:t>‘‘I want to</a:t>
            </a:r>
            <a:endParaRPr lang="en-US" altLang="zh-CN" sz="1400">
              <a:solidFill>
                <a:srgbClr val="000000"/>
              </a:solidFill>
              <a:latin typeface="PWOCJS+Helvetica" panose="020B0604020202020204" charset="0"/>
              <a:ea typeface="宋体" panose="02010600030101010101" pitchFamily="2" charset="-122"/>
              <a:cs typeface="PWOCJS+Helvetica" panose="020B0604020202020204" charset="0"/>
            </a:endParaRPr>
          </a:p>
          <a:p>
            <a:pPr marL="74930">
              <a:lnSpc>
                <a:spcPts val="1600"/>
              </a:lnSpc>
              <a:spcBef>
                <a:spcPts val="190"/>
              </a:spcBef>
              <a:buNone/>
            </a:pPr>
            <a:r>
              <a:rPr lang="en-US" altLang="zh-CN" sz="1400">
                <a:solidFill>
                  <a:srgbClr val="000000"/>
                </a:solidFill>
                <a:latin typeface="PWOCJS+Helvetica" panose="020B0604020202020204" charset="0"/>
                <a:ea typeface="宋体" panose="02010600030101010101" pitchFamily="2" charset="-122"/>
                <a:cs typeface="PWOCJS+Helvetica" panose="020B0604020202020204" charset="0"/>
              </a:rPr>
              <a:t>participate’’</a:t>
            </a:r>
            <a:endParaRPr lang="en-US" altLang="zh-CN" sz="1400">
              <a:solidFill>
                <a:srgbClr val="000000"/>
              </a:solidFill>
              <a:latin typeface="PWOCJS+Helvetica" panose="020B0604020202020204" charset="0"/>
              <a:ea typeface="PWOCJS+Helvetica" panose="020B060402020202020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10213" y="2878138"/>
            <a:ext cx="1439863" cy="706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600"/>
              </a:lnSpc>
              <a:buNone/>
            </a:pPr>
            <a:r>
              <a:rPr lang="en-US" altLang="zh-CN" sz="1400">
                <a:solidFill>
                  <a:srgbClr val="000000"/>
                </a:solidFill>
                <a:latin typeface="PWOCJS+Helvetica" panose="020B0604020202020204" charset="0"/>
                <a:ea typeface="宋体" panose="02010600030101010101" pitchFamily="2" charset="-122"/>
                <a:cs typeface="PWOCJS+Helvetica" panose="020B0604020202020204" charset="0"/>
              </a:rPr>
              <a:t>‘‘XYZ wants to</a:t>
            </a:r>
            <a:endParaRPr lang="en-US" altLang="zh-CN" sz="1400">
              <a:solidFill>
                <a:srgbClr val="000000"/>
              </a:solidFill>
              <a:latin typeface="PWOCJS+Helvetica" panose="020B0604020202020204" charset="0"/>
              <a:ea typeface="宋体" panose="02010600030101010101" pitchFamily="2" charset="-122"/>
              <a:cs typeface="PWOCJS+Helvetica" panose="020B0604020202020204" charset="0"/>
            </a:endParaRPr>
          </a:p>
          <a:p>
            <a:pPr>
              <a:lnSpc>
                <a:spcPts val="1600"/>
              </a:lnSpc>
              <a:spcBef>
                <a:spcPts val="190"/>
              </a:spcBef>
              <a:buNone/>
            </a:pPr>
            <a:r>
              <a:rPr lang="en-US" altLang="zh-CN" sz="1400">
                <a:solidFill>
                  <a:srgbClr val="000000"/>
                </a:solidFill>
                <a:latin typeface="PWOCJS+Helvetica" panose="020B0604020202020204" charset="0"/>
                <a:ea typeface="宋体" panose="02010600030101010101" pitchFamily="2" charset="-122"/>
                <a:cs typeface="PWOCJS+Helvetica" panose="020B0604020202020204" charset="0"/>
              </a:rPr>
              <a:t>participate’’</a:t>
            </a:r>
            <a:endParaRPr lang="en-US" altLang="zh-CN" sz="1400">
              <a:solidFill>
                <a:srgbClr val="000000"/>
              </a:solidFill>
              <a:latin typeface="PWOCJS+Helvetica" panose="020B0604020202020204" charset="0"/>
              <a:ea typeface="PWOCJS+Helvetica" panose="020B060402020202020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31125" y="2998788"/>
            <a:ext cx="1187450" cy="935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365" marR="0" defTabSz="914400" fontAlgn="auto">
              <a:lnSpc>
                <a:spcPts val="1600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PWOCJS+Helvetica" panose="020B0604020202020204"/>
                <a:cs typeface="PWOCJS+Helvetica" panose="020B0604020202020204"/>
              </a:rPr>
              <a:t>Training</a:t>
            </a:r>
            <a:endParaRPr kumimoji="0" sz="1450" kern="0" cap="none" spc="0" normalizeH="0" baseline="0" noProof="0">
              <a:solidFill>
                <a:srgbClr val="000000"/>
              </a:solidFill>
              <a:latin typeface="PWOCJS+Helvetica" panose="020B0604020202020204"/>
              <a:cs typeface="PWOCJS+Helvetica" panose="020B0604020202020204"/>
            </a:endParaRPr>
          </a:p>
          <a:p>
            <a:pPr marR="0" defTabSz="914400" fontAlgn="auto">
              <a:lnSpc>
                <a:spcPts val="1600"/>
              </a:lnSpc>
              <a:spcBef>
                <a:spcPts val="190"/>
              </a:spcBef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PWOCJS+Helvetica" panose="020B0604020202020204"/>
                <a:cs typeface="PWOCJS+Helvetica" panose="020B0604020202020204"/>
              </a:rPr>
              <a:t>Information</a:t>
            </a:r>
            <a:endParaRPr kumimoji="0" sz="1450" kern="0" cap="none" spc="0" normalizeH="0" baseline="0" noProof="0">
              <a:solidFill>
                <a:srgbClr val="000000"/>
              </a:solidFill>
              <a:latin typeface="PWOCJS+Helvetica" panose="020B0604020202020204"/>
              <a:cs typeface="PWOCJS+Helvetica" panose="020B0604020202020204"/>
            </a:endParaRPr>
          </a:p>
          <a:p>
            <a:pPr marL="151765" marR="0" defTabSz="914400" fontAlgn="auto">
              <a:lnSpc>
                <a:spcPts val="1600"/>
              </a:lnSpc>
              <a:spcBef>
                <a:spcPts val="190"/>
              </a:spcBef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PWOCJS+Helvetica" panose="020B0604020202020204"/>
                <a:cs typeface="PWOCJS+Helvetica" panose="020B0604020202020204"/>
              </a:rPr>
              <a:t>System</a:t>
            </a:r>
            <a:endParaRPr kumimoji="0" sz="1450" kern="0" cap="none" spc="0" normalizeH="0" baseline="0" noProof="0">
              <a:solidFill>
                <a:srgbClr val="000000"/>
              </a:solidFill>
              <a:latin typeface="PWOCJS+Helvetica" panose="020B0604020202020204"/>
              <a:cs typeface="PWOCJS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30800" y="3667125"/>
            <a:ext cx="2490788" cy="479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600"/>
              </a:lnSpc>
              <a:buNone/>
            </a:pPr>
            <a:r>
              <a:rPr lang="en-US" altLang="zh-CN" sz="1400">
                <a:solidFill>
                  <a:srgbClr val="000000"/>
                </a:solidFill>
                <a:latin typeface="PWOCJS+Helvetica" panose="020B0604020202020204" charset="0"/>
                <a:ea typeface="宋体" panose="02010600030101010101" pitchFamily="2" charset="-122"/>
                <a:cs typeface="PWOCJS+Helvetica" panose="020B0604020202020204" charset="0"/>
              </a:rPr>
              <a:t>‘‘XYZ allocated to group 3’’</a:t>
            </a:r>
            <a:endParaRPr lang="en-US" altLang="zh-CN" sz="1400">
              <a:solidFill>
                <a:srgbClr val="000000"/>
              </a:solidFill>
              <a:latin typeface="PWOCJS+Helvetica" panose="020B0604020202020204" charset="0"/>
              <a:ea typeface="PWOCJS+Helvetica" panose="020B0604020202020204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22463" y="3833813"/>
            <a:ext cx="1571625" cy="708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0050" marR="0" defTabSz="914400" fontAlgn="auto">
              <a:lnSpc>
                <a:spcPts val="1600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PWOCJS+Helvetica" panose="020B0604020202020204"/>
                <a:cs typeface="PWOCJS+Helvetica" panose="020B0604020202020204"/>
              </a:rPr>
              <a:t>Joiner</a:t>
            </a:r>
            <a:endParaRPr kumimoji="0" sz="1450" kern="0" cap="none" spc="0" normalizeH="0" baseline="0" noProof="0">
              <a:solidFill>
                <a:srgbClr val="000000"/>
              </a:solidFill>
              <a:latin typeface="PWOCJS+Helvetica" panose="020B0604020202020204"/>
              <a:cs typeface="PWOCJS+Helvetica" panose="020B0604020202020204"/>
            </a:endParaRPr>
          </a:p>
          <a:p>
            <a:pPr marR="0" defTabSz="914400" fontAlgn="auto">
              <a:lnSpc>
                <a:spcPts val="1600"/>
              </a:lnSpc>
              <a:spcBef>
                <a:spcPts val="190"/>
              </a:spcBef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PWOCJS+Helvetica" panose="020B0604020202020204"/>
                <a:cs typeface="PWOCJS+Helvetica" panose="020B0604020202020204"/>
              </a:rPr>
              <a:t>(new employee)</a:t>
            </a:r>
            <a:endParaRPr kumimoji="0" sz="1450" kern="0" cap="none" spc="0" normalizeH="0" baseline="0" noProof="0">
              <a:solidFill>
                <a:srgbClr val="000000"/>
              </a:solidFill>
              <a:latin typeface="PWOCJS+Helvetica" panose="020B0604020202020204"/>
              <a:cs typeface="PWOCJS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06838" y="3833813"/>
            <a:ext cx="1247775" cy="708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600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PWOCJS+Helvetica" panose="020B0604020202020204"/>
                <a:cs typeface="PWOCJS+Helvetica" panose="020B0604020202020204"/>
              </a:rPr>
              <a:t>Registration</a:t>
            </a:r>
            <a:endParaRPr kumimoji="0" sz="1450" kern="0" cap="none" spc="0" normalizeH="0" baseline="0" noProof="0">
              <a:solidFill>
                <a:srgbClr val="000000"/>
              </a:solidFill>
              <a:latin typeface="PWOCJS+Helvetica" panose="020B0604020202020204"/>
              <a:cs typeface="PWOCJS+Helvetica" panose="020B0604020202020204"/>
            </a:endParaRPr>
          </a:p>
          <a:p>
            <a:pPr marL="293370" marR="0" defTabSz="914400" fontAlgn="auto">
              <a:lnSpc>
                <a:spcPts val="1600"/>
              </a:lnSpc>
              <a:spcBef>
                <a:spcPts val="190"/>
              </a:spcBef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PWOCJS+Helvetica" panose="020B0604020202020204"/>
                <a:cs typeface="PWOCJS+Helvetica" panose="020B0604020202020204"/>
              </a:rPr>
              <a:t>desk</a:t>
            </a:r>
            <a:endParaRPr kumimoji="0" sz="1450" kern="0" cap="none" spc="0" normalizeH="0" baseline="0" noProof="0">
              <a:solidFill>
                <a:srgbClr val="000000"/>
              </a:solidFill>
              <a:latin typeface="PWOCJS+Helvetica" panose="020B0604020202020204"/>
              <a:cs typeface="PWOCJS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9838" y="4516438"/>
            <a:ext cx="812800" cy="479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600"/>
              </a:lnSpc>
              <a:buClrTx/>
              <a:buSzTx/>
              <a:buFontTx/>
              <a:buNone/>
              <a:defRPr/>
            </a:pPr>
            <a:r>
              <a:rPr kumimoji="0" sz="1450" b="1" i="1" kern="0" cap="none" spc="0" normalizeH="0" baseline="0" noProof="0">
                <a:solidFill>
                  <a:srgbClr val="000000"/>
                </a:solidFill>
                <a:latin typeface="PHUDND+Helvetica-BoldOblique" panose="020B0704020202090204"/>
                <a:cs typeface="PHUDND+Helvetica-BoldOblique" panose="020B0704020202090204"/>
              </a:rPr>
              <a:t>action</a:t>
            </a:r>
            <a:endParaRPr kumimoji="0" sz="1450" b="1" i="1" kern="0" cap="none" spc="0" normalizeH="0" baseline="0" noProof="0">
              <a:solidFill>
                <a:srgbClr val="000000"/>
              </a:solidFill>
              <a:latin typeface="PHUDND+Helvetica-BoldOblique" panose="020B0704020202090204"/>
              <a:cs typeface="PHUDND+Helvetica-BoldOblique" panose="020B070402020209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11875" y="4516438"/>
            <a:ext cx="1085850" cy="479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600"/>
              </a:lnSpc>
              <a:buClrTx/>
              <a:buSzTx/>
              <a:buFontTx/>
              <a:buNone/>
              <a:defRPr/>
            </a:pPr>
            <a:r>
              <a:rPr kumimoji="0" sz="1450" b="1" i="1" kern="0" cap="none" spc="0" normalizeH="0" baseline="0" noProof="0">
                <a:solidFill>
                  <a:srgbClr val="000000"/>
                </a:solidFill>
                <a:latin typeface="PHUDND+Helvetica-BoldOblique" panose="020B0704020202090204"/>
                <a:cs typeface="PHUDND+Helvetica-BoldOblique" panose="020B0704020202090204"/>
              </a:rPr>
              <a:t>response</a:t>
            </a:r>
            <a:endParaRPr kumimoji="0" sz="1450" b="1" i="1" kern="0" cap="none" spc="0" normalizeH="0" baseline="0" noProof="0">
              <a:solidFill>
                <a:srgbClr val="000000"/>
              </a:solidFill>
              <a:latin typeface="PHUDND+Helvetica-BoldOblique" panose="020B0704020202090204"/>
              <a:cs typeface="PHUDND+Helvetica-BoldOblique" panose="020B070402020209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44588" y="5048250"/>
            <a:ext cx="1931988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LOGMC+CMR10" panose="02000500000000000000"/>
                <a:cs typeface="OLOGMC+CMR10" panose="02000500000000000000"/>
              </a:rPr>
              <a:t>Assumptions:</a:t>
            </a:r>
            <a:endParaRPr kumimoji="0" sz="2050" kern="0" cap="none" spc="0" normalizeH="0" baseline="0" noProof="0">
              <a:solidFill>
                <a:srgbClr val="000000"/>
              </a:solidFill>
              <a:latin typeface="OLOGMC+CMR10" panose="02000500000000000000"/>
              <a:cs typeface="OLOGMC+CMR10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54138" y="5568950"/>
            <a:ext cx="6461125" cy="1322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ARALE+CMSY10~25" panose="02000500000000000000"/>
                <a:cs typeface="MARALE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LOGMC+CMR10" panose="02000500000000000000"/>
                <a:cs typeface="OLOGMC+CMR10" panose="02000500000000000000"/>
              </a:rPr>
              <a:t>Registration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OLOGMC+CMR10" panose="02000500000000000000"/>
                <a:cs typeface="OLOGMC+CMR10" panose="02000500000000000000"/>
              </a:rPr>
              <a:t>desk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LOGMC+CMR10" panose="02000500000000000000"/>
                <a:cs typeface="OLOGMC+CMR10" panose="02000500000000000000"/>
              </a:rPr>
              <a:t>transmits</a:t>
            </a:r>
            <a:r>
              <a:rPr kumimoji="0" sz="2050" kern="0" cap="none" spc="18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LOGMC+CMR10" panose="02000500000000000000"/>
                <a:cs typeface="OLOGMC+CMR10" panose="02000500000000000000"/>
              </a:rPr>
              <a:t>message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LOGMC+CMR10" panose="02000500000000000000"/>
                <a:cs typeface="OLOGMC+CMR10" panose="02000500000000000000"/>
              </a:rPr>
              <a:t>faithfully.</a:t>
            </a:r>
            <a:endParaRPr kumimoji="0" sz="2050" kern="0" cap="none" spc="0" normalizeH="0" baseline="0" noProof="0">
              <a:solidFill>
                <a:srgbClr val="000000"/>
              </a:solidFill>
              <a:latin typeface="OLOGMC+CMR10" panose="02000500000000000000"/>
              <a:cs typeface="OLOGMC+CMR10" panose="02000500000000000000"/>
            </a:endParaRPr>
          </a:p>
          <a:p>
            <a:pPr marR="0" defTabSz="914400" fontAlgn="auto">
              <a:lnSpc>
                <a:spcPts val="336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ARALE+CMSY10~25" panose="02000500000000000000"/>
                <a:cs typeface="MARALE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OLOGMC+CMR10" panose="02000500000000000000"/>
                <a:cs typeface="OLOGMC+CMR10" panose="02000500000000000000"/>
              </a:rPr>
              <a:t>The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LOGMC+CMR10" panose="02000500000000000000"/>
                <a:cs typeface="OLOGMC+CMR10" panose="02000500000000000000"/>
              </a:rPr>
              <a:t>employee</a:t>
            </a:r>
            <a:r>
              <a:rPr kumimoji="0" sz="2050" kern="0" cap="none" spc="18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LOGMC+CMR10" panose="02000500000000000000"/>
                <a:cs typeface="OLOGMC+CMR10" panose="02000500000000000000"/>
              </a:rPr>
              <a:t>is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OLOGMC+CMR10" panose="02000500000000000000"/>
                <a:cs typeface="OLOGMC+CMR10" panose="02000500000000000000"/>
              </a:rPr>
              <a:t>indeed</a:t>
            </a:r>
            <a:r>
              <a:rPr kumimoji="0" sz="2050" kern="0" cap="none" spc="16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LOGMC+CMR10" panose="02000500000000000000"/>
                <a:cs typeface="OLOGMC+CMR10" panose="02000500000000000000"/>
              </a:rPr>
              <a:t>a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LOGMC+CMR10" panose="02000500000000000000"/>
                <a:cs typeface="OLOGMC+CMR10" panose="02000500000000000000"/>
              </a:rPr>
              <a:t>joiner.</a:t>
            </a:r>
            <a:endParaRPr kumimoji="0" sz="2050" kern="0" cap="none" spc="0" normalizeH="0" baseline="0" noProof="0">
              <a:solidFill>
                <a:srgbClr val="000000"/>
              </a:solidFill>
              <a:latin typeface="OLOGMC+CMR10" panose="02000500000000000000"/>
              <a:cs typeface="OLOGMC+CMR10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UUAMOA+CMR7" panose="02000500000000000000"/>
                <a:cs typeface="UUAMOA+CMR7" panose="02000500000000000000"/>
              </a:rPr>
              <a:t>30</a:t>
            </a:r>
            <a:endParaRPr kumimoji="0" sz="1450" kern="0" cap="none" spc="0" normalizeH="0" baseline="0" noProof="0">
              <a:solidFill>
                <a:srgbClr val="000000"/>
              </a:solidFill>
              <a:latin typeface="UUAMOA+CMR7" panose="02000500000000000000"/>
              <a:cs typeface="UUAMOA+CMR7" panose="02000500000000000000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9810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311275"/>
            <a:ext cx="2112963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HSCIRF+CMBX12~c" panose="02000500000000000000"/>
                <a:cs typeface="HSCIRF+CMBX12~c" panose="02000500000000000000"/>
              </a:rPr>
              <a:t>Example</a:t>
            </a:r>
            <a:r>
              <a:rPr kumimoji="0" sz="2500" kern="0" cap="none" spc="2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HSCIRF+CMBX12~c" panose="02000500000000000000"/>
                <a:cs typeface="HSCIRF+CMBX12~c" panose="02000500000000000000"/>
              </a:rPr>
              <a:t>2</a:t>
            </a:r>
            <a:endParaRPr kumimoji="0" sz="2500" kern="0" cap="none" spc="0" normalizeH="0" baseline="0" noProof="0">
              <a:solidFill>
                <a:srgbClr val="000000"/>
              </a:solidFill>
              <a:latin typeface="HSCIRF+CMBX12~c" panose="02000500000000000000"/>
              <a:cs typeface="HSCIRF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57338" y="2133600"/>
            <a:ext cx="1152525" cy="863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b="1" i="1" kern="0" cap="none" spc="-10" normalizeH="0" baseline="0" noProof="0">
                <a:solidFill>
                  <a:srgbClr val="000000"/>
                </a:solidFill>
                <a:latin typeface="BJEEEW+Helvetica-BoldOblique" panose="020B0704020202090204"/>
                <a:cs typeface="BJEEEW+Helvetica-BoldOblique" panose="020B0704020202090204"/>
              </a:rPr>
              <a:t>temporal</a:t>
            </a:r>
            <a:endParaRPr kumimoji="0" sz="1600" b="1" i="1" kern="0" cap="none" spc="-10" normalizeH="0" baseline="0" noProof="0">
              <a:solidFill>
                <a:srgbClr val="000000"/>
              </a:solidFill>
              <a:latin typeface="BJEEEW+Helvetica-BoldOblique" panose="020B0704020202090204"/>
              <a:cs typeface="BJEEEW+Helvetica-BoldOblique" panose="020B0704020202090204"/>
            </a:endParaRPr>
          </a:p>
          <a:p>
            <a:pPr marL="161925" marR="0" defTabSz="914400" fontAlgn="auto">
              <a:lnSpc>
                <a:spcPts val="1765"/>
              </a:lnSpc>
              <a:spcBef>
                <a:spcPts val="820"/>
              </a:spcBef>
              <a:buClrTx/>
              <a:buSzTx/>
              <a:buFontTx/>
              <a:buNone/>
              <a:defRPr/>
            </a:pPr>
            <a:r>
              <a:rPr kumimoji="0" sz="1600" b="1" i="1" kern="0" cap="none" spc="-10" normalizeH="0" baseline="0" noProof="0">
                <a:solidFill>
                  <a:srgbClr val="000000"/>
                </a:solidFill>
                <a:latin typeface="BJEEEW+Helvetica-BoldOblique" panose="020B0704020202090204"/>
                <a:cs typeface="BJEEEW+Helvetica-BoldOblique" panose="020B0704020202090204"/>
              </a:rPr>
              <a:t>event</a:t>
            </a:r>
            <a:endParaRPr kumimoji="0" sz="1600" b="1" i="1" kern="0" cap="none" spc="-10" normalizeH="0" baseline="0" noProof="0">
              <a:solidFill>
                <a:srgbClr val="000000"/>
              </a:solidFill>
              <a:latin typeface="BJEEEW+Helvetica-BoldOblique" panose="020B0704020202090204"/>
              <a:cs typeface="BJEEEW+Helvetica-BoldOblique" panose="020B070402020209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05188" y="2133600"/>
            <a:ext cx="974725" cy="528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kern="0" cap="none" spc="-10" normalizeH="0" baseline="0" noProof="0">
                <a:solidFill>
                  <a:srgbClr val="000000"/>
                </a:solidFill>
                <a:latin typeface="WIVIDM+Helvetica" panose="020B0604020202020204"/>
                <a:cs typeface="WIVIDM+Helvetica" panose="020B0604020202020204"/>
              </a:rPr>
              <a:t>Time</a:t>
            </a:r>
            <a:r>
              <a:rPr kumimoji="0" sz="1600" kern="0" cap="none" spc="0" normalizeH="0" baseline="0" noProof="0">
                <a:solidFill>
                  <a:srgbClr val="000000"/>
                </a:solidFill>
                <a:latin typeface="WIVIDM+Helvetica" panose="020B0604020202020204"/>
                <a:cs typeface="WIVIDM+Helvetica" panose="020B0604020202020204"/>
              </a:rPr>
              <a:t> to</a:t>
            </a:r>
            <a:endParaRPr kumimoji="0" sz="1600" kern="0" cap="none" spc="0" normalizeH="0" baseline="0" noProof="0">
              <a:solidFill>
                <a:srgbClr val="000000"/>
              </a:solidFill>
              <a:latin typeface="WIVIDM+Helvetica" panose="020B0604020202020204"/>
              <a:cs typeface="WIVIDM+Helvetica" panose="020B0604020202020204"/>
            </a:endParaRPr>
          </a:p>
        </p:txBody>
      </p:sp>
      <p:sp>
        <p:nvSpPr>
          <p:cNvPr id="119814" name="object 6"/>
          <p:cNvSpPr txBox="1"/>
          <p:nvPr/>
        </p:nvSpPr>
        <p:spPr>
          <a:xfrm>
            <a:off x="7848600" y="2216150"/>
            <a:ext cx="1130300" cy="5302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765"/>
              </a:lnSpc>
              <a:buNone/>
            </a:pPr>
            <a:r>
              <a:rPr lang="en-US" altLang="zh-CN" sz="1600" b="1" i="1">
                <a:solidFill>
                  <a:srgbClr val="000000"/>
                </a:solidFill>
                <a:latin typeface="BJEEEW+Helvetica-BoldOblique" panose="020B0704020202090204" charset="0"/>
                <a:ea typeface="宋体" panose="02010600030101010101" pitchFamily="2" charset="-122"/>
                <a:cs typeface="BJEEEW+Helvetica-BoldOblique" panose="020B0704020202090204" charset="0"/>
              </a:rPr>
              <a:t>stimulus</a:t>
            </a:r>
            <a:endParaRPr lang="en-US" altLang="zh-CN" sz="1600" b="1" i="1">
              <a:solidFill>
                <a:srgbClr val="000000"/>
              </a:solidFill>
              <a:latin typeface="BJEEEW+Helvetica-BoldOblique" panose="020B0704020202090204" charset="0"/>
              <a:ea typeface="BJEEEW+Helvetica-BoldOblique" panose="020B0704020202090204" charset="0"/>
            </a:endParaRPr>
          </a:p>
        </p:txBody>
      </p:sp>
      <p:sp>
        <p:nvSpPr>
          <p:cNvPr id="119815" name="object 7"/>
          <p:cNvSpPr txBox="1"/>
          <p:nvPr/>
        </p:nvSpPr>
        <p:spPr>
          <a:xfrm>
            <a:off x="6553200" y="2300288"/>
            <a:ext cx="1041400" cy="5302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76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WIVIDM+Helvetica" panose="020B0604020202020204" charset="0"/>
                <a:ea typeface="宋体" panose="02010600030101010101" pitchFamily="2" charset="-122"/>
                <a:cs typeface="WIVIDM+Helvetica" panose="020B0604020202020204" charset="0"/>
              </a:rPr>
              <a:t>Console</a:t>
            </a:r>
            <a:endParaRPr lang="en-US" altLang="zh-CN" sz="1600">
              <a:solidFill>
                <a:srgbClr val="000000"/>
              </a:solidFill>
              <a:latin typeface="WIVIDM+Helvetica" panose="020B0604020202020204" charset="0"/>
              <a:ea typeface="WIVIDM+Helvetica" panose="020B0604020202020204" charset="0"/>
            </a:endParaRPr>
          </a:p>
        </p:txBody>
      </p:sp>
      <p:sp>
        <p:nvSpPr>
          <p:cNvPr id="119816" name="object 8"/>
          <p:cNvSpPr txBox="1"/>
          <p:nvPr/>
        </p:nvSpPr>
        <p:spPr>
          <a:xfrm>
            <a:off x="3187700" y="2468563"/>
            <a:ext cx="1409700" cy="52863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76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WIVIDM+Helvetica" panose="020B0604020202020204" charset="0"/>
                <a:ea typeface="宋体" panose="02010600030101010101" pitchFamily="2" charset="-122"/>
                <a:cs typeface="WIVIDM+Helvetica" panose="020B0604020202020204" charset="0"/>
              </a:rPr>
              <a:t>start heating</a:t>
            </a:r>
            <a:endParaRPr lang="en-US" altLang="zh-CN" sz="1600">
              <a:solidFill>
                <a:srgbClr val="000000"/>
              </a:solidFill>
              <a:latin typeface="WIVIDM+Helvetica" panose="020B0604020202020204" charset="0"/>
              <a:ea typeface="WIVIDM+Helvetica" panose="020B0604020202020204" charset="0"/>
            </a:endParaRPr>
          </a:p>
        </p:txBody>
      </p:sp>
      <p:sp>
        <p:nvSpPr>
          <p:cNvPr id="119817" name="object 9"/>
          <p:cNvSpPr txBox="1"/>
          <p:nvPr/>
        </p:nvSpPr>
        <p:spPr>
          <a:xfrm>
            <a:off x="4851400" y="2735263"/>
            <a:ext cx="1096963" cy="5302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76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WIVIDM+Helvetica" panose="020B0604020202020204" charset="0"/>
                <a:ea typeface="宋体" panose="02010600030101010101" pitchFamily="2" charset="-122"/>
                <a:cs typeface="WIVIDM+Helvetica" panose="020B0604020202020204" charset="0"/>
              </a:rPr>
              <a:t>Operator</a:t>
            </a:r>
            <a:endParaRPr lang="en-US" altLang="zh-CN" sz="1600">
              <a:solidFill>
                <a:srgbClr val="000000"/>
              </a:solidFill>
              <a:latin typeface="WIVIDM+Helvetica" panose="020B0604020202020204" charset="0"/>
              <a:ea typeface="WIVIDM+Helvetica" panose="020B0604020202020204" charset="0"/>
            </a:endParaRPr>
          </a:p>
        </p:txBody>
      </p:sp>
      <p:sp>
        <p:nvSpPr>
          <p:cNvPr id="119818" name="object 10"/>
          <p:cNvSpPr txBox="1"/>
          <p:nvPr/>
        </p:nvSpPr>
        <p:spPr>
          <a:xfrm>
            <a:off x="7318375" y="2852738"/>
            <a:ext cx="784225" cy="5302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76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WIVIDM+Helvetica" panose="020B0604020202020204" charset="0"/>
                <a:ea typeface="宋体" panose="02010600030101010101" pitchFamily="2" charset="-122"/>
                <a:cs typeface="WIVIDM+Helvetica" panose="020B0604020202020204" charset="0"/>
              </a:rPr>
              <a:t>‘‘start</a:t>
            </a:r>
            <a:endParaRPr lang="en-US" altLang="zh-CN" sz="1600">
              <a:solidFill>
                <a:srgbClr val="000000"/>
              </a:solidFill>
              <a:latin typeface="WIVIDM+Helvetica" panose="020B0604020202020204" charset="0"/>
              <a:ea typeface="WIVIDM+Helvetica" panose="020B0604020202020204" charset="0"/>
            </a:endParaRPr>
          </a:p>
        </p:txBody>
      </p:sp>
      <p:sp>
        <p:nvSpPr>
          <p:cNvPr id="119819" name="object 11"/>
          <p:cNvSpPr txBox="1"/>
          <p:nvPr/>
        </p:nvSpPr>
        <p:spPr>
          <a:xfrm>
            <a:off x="1936750" y="2970213"/>
            <a:ext cx="896938" cy="5302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765"/>
              </a:lnSpc>
              <a:buNone/>
            </a:pPr>
            <a:r>
              <a:rPr lang="en-US" altLang="zh-CN" sz="1600" b="1" i="1">
                <a:solidFill>
                  <a:srgbClr val="000000"/>
                </a:solidFill>
                <a:latin typeface="BJEEEW+Helvetica-BoldOblique" panose="020B0704020202090204" charset="0"/>
                <a:ea typeface="宋体" panose="02010600030101010101" pitchFamily="2" charset="-122"/>
                <a:cs typeface="BJEEEW+Helvetica-BoldOblique" panose="020B0704020202090204" charset="0"/>
              </a:rPr>
              <a:t>action</a:t>
            </a:r>
            <a:endParaRPr lang="en-US" altLang="zh-CN" sz="1600" b="1" i="1">
              <a:solidFill>
                <a:srgbClr val="000000"/>
              </a:solidFill>
              <a:latin typeface="BJEEEW+Helvetica-BoldOblique" panose="020B0704020202090204" charset="0"/>
              <a:ea typeface="BJEEEW+Helvetica-BoldOblique" panose="020B0704020202090204" charset="0"/>
            </a:endParaRPr>
          </a:p>
        </p:txBody>
      </p:sp>
      <p:sp>
        <p:nvSpPr>
          <p:cNvPr id="119820" name="object 12"/>
          <p:cNvSpPr txBox="1"/>
          <p:nvPr/>
        </p:nvSpPr>
        <p:spPr>
          <a:xfrm>
            <a:off x="7227888" y="3187700"/>
            <a:ext cx="965200" cy="5302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76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WIVIDM+Helvetica" panose="020B0604020202020204" charset="0"/>
                <a:ea typeface="宋体" panose="02010600030101010101" pitchFamily="2" charset="-122"/>
                <a:cs typeface="WIVIDM+Helvetica" panose="020B0604020202020204" charset="0"/>
              </a:rPr>
              <a:t>heating</a:t>
            </a:r>
            <a:endParaRPr lang="en-US" altLang="zh-CN" sz="1600">
              <a:solidFill>
                <a:srgbClr val="000000"/>
              </a:solidFill>
              <a:latin typeface="WIVIDM+Helvetica" panose="020B0604020202020204" charset="0"/>
              <a:ea typeface="WIVIDM+Helvetica" panose="020B0604020202020204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27438" y="3305175"/>
            <a:ext cx="1198563" cy="528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b="1" i="1" kern="0" cap="none" spc="-10" normalizeH="0" baseline="0" noProof="0">
                <a:solidFill>
                  <a:srgbClr val="000000"/>
                </a:solidFill>
                <a:latin typeface="BJEEEW+Helvetica-BoldOblique" panose="020B0704020202090204"/>
                <a:cs typeface="BJEEEW+Helvetica-BoldOblique" panose="020B0704020202090204"/>
              </a:rPr>
              <a:t>response</a:t>
            </a:r>
            <a:endParaRPr kumimoji="0" sz="1600" b="1" i="1" kern="0" cap="none" spc="-10" normalizeH="0" baseline="0" noProof="0">
              <a:solidFill>
                <a:srgbClr val="000000"/>
              </a:solidFill>
              <a:latin typeface="BJEEEW+Helvetica-BoldOblique" panose="020B0704020202090204"/>
              <a:cs typeface="BJEEEW+Helvetica-BoldOblique" panose="020B070402020209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59400" y="3522663"/>
            <a:ext cx="952500" cy="8651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76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WIVIDM+Helvetica" panose="020B0604020202020204" charset="0"/>
                <a:ea typeface="宋体" panose="02010600030101010101" pitchFamily="2" charset="-122"/>
                <a:cs typeface="WIVIDM+Helvetica" panose="020B0604020202020204" charset="0"/>
              </a:rPr>
              <a:t>‘‘switch</a:t>
            </a:r>
            <a:endParaRPr lang="en-US" altLang="zh-CN" sz="1600">
              <a:solidFill>
                <a:srgbClr val="000000"/>
              </a:solidFill>
              <a:latin typeface="WIVIDM+Helvetica" panose="020B0604020202020204" charset="0"/>
              <a:ea typeface="宋体" panose="02010600030101010101" pitchFamily="2" charset="-122"/>
              <a:cs typeface="WIVIDM+Helvetica" panose="020B0604020202020204" charset="0"/>
            </a:endParaRPr>
          </a:p>
          <a:p>
            <a:pPr>
              <a:lnSpc>
                <a:spcPts val="1765"/>
              </a:lnSpc>
              <a:spcBef>
                <a:spcPts val="825"/>
              </a:spcBef>
              <a:buNone/>
            </a:pPr>
            <a:r>
              <a:rPr lang="en-US" altLang="zh-CN" sz="1600">
                <a:solidFill>
                  <a:srgbClr val="000000"/>
                </a:solidFill>
                <a:latin typeface="WIVIDM+Helvetica" panose="020B0604020202020204" charset="0"/>
                <a:ea typeface="宋体" panose="02010600030101010101" pitchFamily="2" charset="-122"/>
                <a:cs typeface="WIVIDM+Helvetica" panose="020B0604020202020204" charset="0"/>
              </a:rPr>
              <a:t>on’’</a:t>
            </a:r>
            <a:endParaRPr lang="en-US" altLang="zh-CN" sz="1600">
              <a:solidFill>
                <a:srgbClr val="000000"/>
              </a:solidFill>
              <a:latin typeface="WIVIDM+Helvetica" panose="020B0604020202020204" charset="0"/>
              <a:ea typeface="WIVIDM+Helvetica" panose="020B0604020202020204" charset="0"/>
            </a:endParaRPr>
          </a:p>
        </p:txBody>
      </p:sp>
      <p:sp>
        <p:nvSpPr>
          <p:cNvPr id="119823" name="object 15"/>
          <p:cNvSpPr txBox="1"/>
          <p:nvPr/>
        </p:nvSpPr>
        <p:spPr>
          <a:xfrm>
            <a:off x="7156450" y="3522663"/>
            <a:ext cx="1108075" cy="5302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76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WIVIDM+Helvetica" panose="020B0604020202020204" charset="0"/>
                <a:ea typeface="宋体" panose="02010600030101010101" pitchFamily="2" charset="-122"/>
                <a:cs typeface="WIVIDM+Helvetica" panose="020B0604020202020204" charset="0"/>
              </a:rPr>
              <a:t>the tank’’</a:t>
            </a:r>
            <a:endParaRPr lang="en-US" altLang="zh-CN" sz="1600">
              <a:solidFill>
                <a:srgbClr val="000000"/>
              </a:solidFill>
              <a:latin typeface="WIVIDM+Helvetica" panose="020B0604020202020204" charset="0"/>
              <a:ea typeface="WIVIDM+Helvetica" panose="020B0604020202020204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68438" y="3556000"/>
            <a:ext cx="1666875" cy="8651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WIVIDM+Helvetica" panose="020B0604020202020204"/>
                <a:cs typeface="WIVIDM+Helvetica" panose="020B0604020202020204"/>
              </a:rPr>
              <a:t>Heating started</a:t>
            </a:r>
            <a:endParaRPr kumimoji="0" sz="1600" kern="0" cap="none" spc="0" normalizeH="0" baseline="0" noProof="0">
              <a:solidFill>
                <a:srgbClr val="000000"/>
              </a:solidFill>
              <a:latin typeface="WIVIDM+Helvetica" panose="020B0604020202020204"/>
              <a:cs typeface="WIVIDM+Helvetica" panose="020B0604020202020204"/>
            </a:endParaRPr>
          </a:p>
          <a:p>
            <a:pPr marL="419100" marR="0" defTabSz="914400" fontAlgn="auto">
              <a:lnSpc>
                <a:spcPts val="1765"/>
              </a:lnSpc>
              <a:spcBef>
                <a:spcPts val="820"/>
              </a:spcBef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WIVIDM+Helvetica" panose="020B0604020202020204"/>
                <a:cs typeface="WIVIDM+Helvetica" panose="020B0604020202020204"/>
              </a:rPr>
              <a:t>Heating</a:t>
            </a:r>
            <a:endParaRPr kumimoji="0" sz="1600" kern="0" cap="none" spc="0" normalizeH="0" baseline="0" noProof="0">
              <a:solidFill>
                <a:srgbClr val="000000"/>
              </a:solidFill>
              <a:latin typeface="WIVIDM+Helvetica" panose="020B0604020202020204"/>
              <a:cs typeface="WIVIDM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74988" y="3890963"/>
            <a:ext cx="696913" cy="530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kern="0" cap="none" spc="-10" normalizeH="0" baseline="0" noProof="0">
                <a:solidFill>
                  <a:srgbClr val="000000"/>
                </a:solidFill>
                <a:latin typeface="WIVIDM+Helvetica" panose="020B0604020202020204"/>
                <a:cs typeface="WIVIDM+Helvetica" panose="020B0604020202020204"/>
              </a:rPr>
              <a:t>heat</a:t>
            </a:r>
            <a:endParaRPr kumimoji="0" sz="1600" kern="0" cap="none" spc="-10" normalizeH="0" baseline="0" noProof="0">
              <a:solidFill>
                <a:srgbClr val="000000"/>
              </a:solidFill>
              <a:latin typeface="WIVIDM+Helvetica" panose="020B0604020202020204"/>
              <a:cs typeface="WIVIDM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08750" y="3890963"/>
            <a:ext cx="1130300" cy="8651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"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WIVIDM+Helvetica" panose="020B0604020202020204"/>
                <a:cs typeface="WIVIDM+Helvetica" panose="020B0604020202020204"/>
              </a:rPr>
              <a:t>Heating</a:t>
            </a:r>
            <a:endParaRPr kumimoji="0" sz="1600" kern="0" cap="none" spc="0" normalizeH="0" baseline="0" noProof="0">
              <a:solidFill>
                <a:srgbClr val="000000"/>
              </a:solidFill>
              <a:latin typeface="WIVIDM+Helvetica" panose="020B0604020202020204"/>
              <a:cs typeface="WIVIDM+Helvetica" panose="020B0604020202020204"/>
            </a:endParaRPr>
          </a:p>
          <a:p>
            <a:pPr marR="0" defTabSz="914400" fontAlgn="auto">
              <a:lnSpc>
                <a:spcPts val="1765"/>
              </a:lnSpc>
              <a:spcBef>
                <a:spcPts val="820"/>
              </a:spcBef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WIVIDM+Helvetica" panose="020B0604020202020204"/>
                <a:cs typeface="WIVIDM+Helvetica" panose="020B0604020202020204"/>
              </a:rPr>
              <a:t>controller</a:t>
            </a:r>
            <a:endParaRPr kumimoji="0" sz="1600" kern="0" cap="none" spc="0" normalizeH="0" baseline="0" noProof="0">
              <a:solidFill>
                <a:srgbClr val="000000"/>
              </a:solidFill>
              <a:latin typeface="WIVIDM+Helvetica" panose="020B0604020202020204"/>
              <a:cs typeface="WIVIDM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24313" y="4059238"/>
            <a:ext cx="908050" cy="528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kern="0" cap="none" spc="-10" normalizeH="0" baseline="0" noProof="0">
                <a:solidFill>
                  <a:srgbClr val="000000"/>
                </a:solidFill>
                <a:latin typeface="WIVIDM+Helvetica" panose="020B0604020202020204"/>
                <a:cs typeface="WIVIDM+Helvetica" panose="020B0604020202020204"/>
              </a:rPr>
              <a:t>Heater</a:t>
            </a:r>
            <a:endParaRPr kumimoji="0" sz="1600" kern="0" cap="none" spc="-10" normalizeH="0" baseline="0" noProof="0">
              <a:solidFill>
                <a:srgbClr val="000000"/>
              </a:solidFill>
              <a:latin typeface="WIVIDM+Helvetica" panose="020B0604020202020204"/>
              <a:cs typeface="WIVIDM+Helvetica" panose="020B0604020202020204"/>
            </a:endParaRPr>
          </a:p>
        </p:txBody>
      </p:sp>
      <p:sp>
        <p:nvSpPr>
          <p:cNvPr id="119828" name="object 20"/>
          <p:cNvSpPr txBox="1"/>
          <p:nvPr/>
        </p:nvSpPr>
        <p:spPr>
          <a:xfrm>
            <a:off x="2043113" y="4225925"/>
            <a:ext cx="684212" cy="5302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76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WIVIDM+Helvetica" panose="020B0604020202020204" charset="0"/>
                <a:ea typeface="宋体" panose="02010600030101010101" pitchFamily="2" charset="-122"/>
                <a:cs typeface="WIVIDM+Helvetica" panose="020B0604020202020204" charset="0"/>
              </a:rPr>
              <a:t>tank</a:t>
            </a:r>
            <a:endParaRPr lang="en-US" altLang="zh-CN" sz="1600">
              <a:solidFill>
                <a:srgbClr val="000000"/>
              </a:solidFill>
              <a:latin typeface="WIVIDM+Helvetica" panose="020B0604020202020204" charset="0"/>
              <a:ea typeface="WIVIDM+Helvetica" panose="020B0604020202020204" charset="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44588" y="4722813"/>
            <a:ext cx="1931988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Assumptions:</a:t>
            </a:r>
            <a:endParaRPr kumimoji="0" sz="2050" kern="0" cap="none" spc="0" normalizeH="0" baseline="0" noProof="0">
              <a:solidFill>
                <a:srgbClr val="000000"/>
              </a:solidFill>
              <a:latin typeface="KSUGBA+CMR10" panose="02000500000000000000"/>
              <a:cs typeface="KSUGBA+CMR10" panose="0200050000000000000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54138" y="5240338"/>
            <a:ext cx="7289800" cy="175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CDDVI+CMSY10~25" panose="02000500000000000000"/>
                <a:cs typeface="OCDDVI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The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message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is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transmitted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faithfully</a:t>
            </a:r>
            <a:r>
              <a:rPr kumimoji="0" sz="2050" kern="0" cap="none" spc="14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47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by</a:t>
            </a:r>
            <a:r>
              <a:rPr kumimoji="0" sz="2050" kern="0" cap="none" spc="22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console.</a:t>
            </a:r>
            <a:endParaRPr kumimoji="0" sz="2050" kern="0" cap="none" spc="0" normalizeH="0" baseline="0" noProof="0">
              <a:solidFill>
                <a:srgbClr val="000000"/>
              </a:solidFill>
              <a:latin typeface="KSUGBA+CMR10" panose="02000500000000000000"/>
              <a:cs typeface="KSUGBA+CMR10" panose="02000500000000000000"/>
            </a:endParaRPr>
          </a:p>
          <a:p>
            <a:pPr marR="0" defTabSz="914400" fontAlgn="auto">
              <a:lnSpc>
                <a:spcPts val="337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CDDVI+CMSY10~25" panose="02000500000000000000"/>
                <a:cs typeface="OCDDVI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The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translates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“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HREPNH+CMSS10" panose="02000500000000000000"/>
                <a:cs typeface="HREPNH+CMSS10" panose="02000500000000000000"/>
              </a:rPr>
              <a:t>switch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HREPNH+CMSS10" panose="02000500000000000000"/>
                <a:cs typeface="HREPNH+CMSS10" panose="02000500000000000000"/>
              </a:rPr>
              <a:t>on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”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into</a:t>
            </a:r>
            <a:r>
              <a:rPr kumimoji="0" sz="2050" kern="0" cap="none" spc="18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heat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6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production.</a:t>
            </a:r>
            <a:endParaRPr kumimoji="0" sz="2050" kern="0" cap="none" spc="16" normalizeH="0" baseline="0" noProof="0">
              <a:solidFill>
                <a:srgbClr val="000000"/>
              </a:solidFill>
              <a:latin typeface="KSUGBA+CMR10" panose="02000500000000000000"/>
              <a:cs typeface="KSUGBA+CMR10" panose="02000500000000000000"/>
            </a:endParaRPr>
          </a:p>
          <a:p>
            <a:pPr marR="0" defTabSz="914400" fontAlgn="auto">
              <a:lnSpc>
                <a:spcPts val="336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CDDVI+CMSY10~25" panose="02000500000000000000"/>
                <a:cs typeface="OCDDVI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The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heater</a:t>
            </a:r>
            <a:r>
              <a:rPr kumimoji="0" sz="2050" kern="0" cap="none" spc="1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is</a:t>
            </a:r>
            <a:r>
              <a:rPr kumimoji="0" sz="2050" kern="0" cap="none" spc="18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connected</a:t>
            </a:r>
            <a:r>
              <a:rPr kumimoji="0" sz="2050" kern="0" cap="none" spc="13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to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heating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tank.</a:t>
            </a:r>
            <a:endParaRPr kumimoji="0" sz="2050" kern="0" cap="none" spc="10" normalizeH="0" baseline="0" noProof="0">
              <a:solidFill>
                <a:srgbClr val="000000"/>
              </a:solidFill>
              <a:latin typeface="KSUGBA+CMR10" panose="02000500000000000000"/>
              <a:cs typeface="KSUGBA+CMR10" panose="0200050000000000000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DSRCTW+CMR7" panose="02000500000000000000"/>
                <a:cs typeface="DSRCTW+CMR7" panose="02000500000000000000"/>
              </a:rPr>
              <a:t>31</a:t>
            </a:r>
            <a:endParaRPr kumimoji="0" sz="1450" kern="0" cap="none" spc="0" normalizeH="0" baseline="0" noProof="0">
              <a:solidFill>
                <a:srgbClr val="000000"/>
              </a:solidFill>
              <a:latin typeface="DSRCTW+CMR7" panose="02000500000000000000"/>
              <a:cs typeface="DSRCTW+CMR7" panose="02000500000000000000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20834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109663"/>
            <a:ext cx="2112963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JDWTTR+CMBX12~c" panose="02000500000000000000"/>
                <a:cs typeface="JDWTTR+CMBX12~c" panose="02000500000000000000"/>
              </a:rPr>
              <a:t>Example</a:t>
            </a:r>
            <a:r>
              <a:rPr kumimoji="0" sz="2500" kern="0" cap="none" spc="2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JDWTTR+CMBX12~c" panose="02000500000000000000"/>
                <a:cs typeface="JDWTTR+CMBX12~c" panose="02000500000000000000"/>
              </a:rPr>
              <a:t>3</a:t>
            </a:r>
            <a:endParaRPr kumimoji="0" sz="2500" kern="0" cap="none" spc="0" normalizeH="0" baseline="0" noProof="0">
              <a:solidFill>
                <a:srgbClr val="000000"/>
              </a:solidFill>
              <a:latin typeface="JDWTTR+CMBX12~c" panose="02000500000000000000"/>
              <a:cs typeface="JDWTTR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8613" y="1928813"/>
            <a:ext cx="814388" cy="5191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b="1" i="1" kern="0" cap="none" spc="11" normalizeH="0" baseline="0" noProof="0">
                <a:solidFill>
                  <a:srgbClr val="000000"/>
                </a:solidFill>
                <a:latin typeface="DRQHQS+Helvetica-BoldOblique" panose="020B0704020202090204"/>
                <a:cs typeface="DRQHQS+Helvetica-BoldOblique" panose="020B0704020202090204"/>
              </a:rPr>
              <a:t>event</a:t>
            </a:r>
            <a:endParaRPr kumimoji="0" sz="1550" b="1" i="1" kern="0" cap="none" spc="11" normalizeH="0" baseline="0" noProof="0">
              <a:solidFill>
                <a:srgbClr val="000000"/>
              </a:solidFill>
              <a:latin typeface="DRQHQS+Helvetica-BoldOblique" panose="020B0704020202090204"/>
              <a:cs typeface="DRQHQS+Helvetica-BoldOblique" panose="020B070402020209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73488" y="1928813"/>
            <a:ext cx="1114425" cy="5191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b="1" i="1" kern="0" cap="none" spc="10" normalizeH="0" baseline="0" noProof="0">
                <a:solidFill>
                  <a:srgbClr val="000000"/>
                </a:solidFill>
                <a:latin typeface="DRQHQS+Helvetica-BoldOblique" panose="020B0704020202090204"/>
                <a:cs typeface="DRQHQS+Helvetica-BoldOblique" panose="020B0704020202090204"/>
              </a:rPr>
              <a:t>stimulus</a:t>
            </a:r>
            <a:endParaRPr kumimoji="0" sz="1550" b="1" i="1" kern="0" cap="none" spc="10" normalizeH="0" baseline="0" noProof="0">
              <a:solidFill>
                <a:srgbClr val="000000"/>
              </a:solidFill>
              <a:latin typeface="DRQHQS+Helvetica-BoldOblique" panose="020B0704020202090204"/>
              <a:cs typeface="DRQHQS+Helvetica-BoldOblique" panose="020B070402020209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62713" y="2509838"/>
            <a:ext cx="2209800" cy="5191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kern="0" cap="none" spc="0" normalizeH="0" baseline="0" noProof="0">
                <a:solidFill>
                  <a:srgbClr val="000000"/>
                </a:solidFill>
                <a:latin typeface="IPJOOR+Helvetica" panose="020B0604020202020204"/>
                <a:cs typeface="IPJOOR+Helvetica" panose="020B0604020202020204"/>
              </a:rPr>
              <a:t>Traveller’s </a:t>
            </a:r>
            <a:r>
              <a:rPr kumimoji="0" sz="1550" kern="0" cap="none" spc="10" normalizeH="0" baseline="0" noProof="0">
                <a:solidFill>
                  <a:srgbClr val="000000"/>
                </a:solidFill>
                <a:latin typeface="IPJOOR+Helvetica" panose="020B0604020202020204"/>
                <a:cs typeface="IPJOOR+Helvetica" panose="020B0604020202020204"/>
              </a:rPr>
              <a:t>smart</a:t>
            </a:r>
            <a:r>
              <a:rPr kumimoji="0" sz="1550" kern="0" cap="none" spc="0" normalizeH="0" baseline="0" noProof="0">
                <a:solidFill>
                  <a:srgbClr val="000000"/>
                </a:solidFill>
                <a:latin typeface="IPJOOR+Helvetica" panose="020B0604020202020204"/>
                <a:cs typeface="IPJOOR+Helvetica" panose="020B0604020202020204"/>
              </a:rPr>
              <a:t> card</a:t>
            </a:r>
            <a:endParaRPr kumimoji="0" sz="1550" kern="0" cap="none" spc="0" normalizeH="0" baseline="0" noProof="0">
              <a:solidFill>
                <a:srgbClr val="000000"/>
              </a:solidFill>
              <a:latin typeface="IPJOOR+Helvetica" panose="020B0604020202020204"/>
              <a:cs typeface="IPJOOR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6613" y="2576513"/>
            <a:ext cx="1192213" cy="850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kern="0" cap="none" spc="0" normalizeH="0" baseline="0" noProof="0">
                <a:solidFill>
                  <a:srgbClr val="000000"/>
                </a:solidFill>
                <a:latin typeface="IPJOOR+Helvetica" panose="020B0604020202020204"/>
                <a:cs typeface="IPJOOR+Helvetica" panose="020B0604020202020204"/>
              </a:rPr>
              <a:t>enter card</a:t>
            </a:r>
            <a:endParaRPr kumimoji="0" sz="1550" kern="0" cap="none" spc="0" normalizeH="0" baseline="0" noProof="0">
              <a:solidFill>
                <a:srgbClr val="000000"/>
              </a:solidFill>
              <a:latin typeface="IPJOOR+Helvetica" panose="020B0604020202020204"/>
              <a:cs typeface="IPJOOR+Helvetica" panose="020B0604020202020204"/>
            </a:endParaRPr>
          </a:p>
          <a:p>
            <a:pPr marL="138430" marR="0" defTabSz="914400" fontAlgn="auto">
              <a:lnSpc>
                <a:spcPts val="1750"/>
              </a:lnSpc>
              <a:spcBef>
                <a:spcPts val="810"/>
              </a:spcBef>
              <a:buClrTx/>
              <a:buSzTx/>
              <a:buFontTx/>
              <a:buNone/>
              <a:defRPr/>
            </a:pPr>
            <a:r>
              <a:rPr kumimoji="0" sz="1550" kern="0" cap="none" spc="0" normalizeH="0" baseline="0" noProof="0">
                <a:solidFill>
                  <a:srgbClr val="000000"/>
                </a:solidFill>
                <a:latin typeface="IPJOOR+Helvetica" panose="020B0604020202020204"/>
                <a:cs typeface="IPJOOR+Helvetica" panose="020B0604020202020204"/>
              </a:rPr>
              <a:t>in</a:t>
            </a:r>
            <a:r>
              <a:rPr kumimoji="0" sz="1550" kern="0" cap="none" spc="12" normalizeH="0" baseline="0" noProof="0">
                <a:solidFill>
                  <a:srgbClr val="000000"/>
                </a:solidFill>
                <a:latin typeface="IPJOOR+Helvetica" panose="020B0604020202020204"/>
                <a:cs typeface="IPJOOR+Helvetica" panose="020B0604020202020204"/>
              </a:rPr>
              <a:t> </a:t>
            </a:r>
            <a:r>
              <a:rPr kumimoji="0" sz="1550" kern="0" cap="none" spc="13" normalizeH="0" baseline="0" noProof="0">
                <a:solidFill>
                  <a:srgbClr val="000000"/>
                </a:solidFill>
                <a:latin typeface="IPJOOR+Helvetica" panose="020B0604020202020204"/>
                <a:cs typeface="IPJOOR+Helvetica" panose="020B0604020202020204"/>
              </a:rPr>
              <a:t>PDA</a:t>
            </a:r>
            <a:endParaRPr kumimoji="0" sz="1550" kern="0" cap="none" spc="13" normalizeH="0" baseline="0" noProof="0">
              <a:solidFill>
                <a:srgbClr val="000000"/>
              </a:solidFill>
              <a:latin typeface="IPJOOR+Helvetica" panose="020B0604020202020204"/>
              <a:cs typeface="IPJOOR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37050" y="2560638"/>
            <a:ext cx="1479550" cy="849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750"/>
              </a:lnSpc>
              <a:buNone/>
            </a:pPr>
            <a:r>
              <a:rPr lang="en-US" altLang="zh-CN" sz="1500">
                <a:solidFill>
                  <a:srgbClr val="000000"/>
                </a:solidFill>
                <a:latin typeface="IPJOOR+Helvetica" panose="020B0604020202020204" charset="0"/>
                <a:ea typeface="宋体" panose="02010600030101010101" pitchFamily="2" charset="-122"/>
                <a:cs typeface="IPJOOR+Helvetica" panose="020B0604020202020204" charset="0"/>
              </a:rPr>
              <a:t>‘‘Stamp ticket</a:t>
            </a:r>
            <a:endParaRPr lang="en-US" altLang="zh-CN" sz="1500">
              <a:solidFill>
                <a:srgbClr val="000000"/>
              </a:solidFill>
              <a:latin typeface="IPJOOR+Helvetica" panose="020B0604020202020204" charset="0"/>
              <a:ea typeface="宋体" panose="02010600030101010101" pitchFamily="2" charset="-122"/>
              <a:cs typeface="IPJOOR+Helvetica" panose="020B0604020202020204" charset="0"/>
            </a:endParaRPr>
          </a:p>
          <a:p>
            <a:pPr>
              <a:lnSpc>
                <a:spcPts val="1750"/>
              </a:lnSpc>
              <a:spcBef>
                <a:spcPts val="815"/>
              </a:spcBef>
              <a:buNone/>
            </a:pPr>
            <a:r>
              <a:rPr lang="en-US" altLang="zh-CN" sz="1500">
                <a:solidFill>
                  <a:srgbClr val="000000"/>
                </a:solidFill>
                <a:latin typeface="IPJOOR+Helvetica" panose="020B0604020202020204" charset="0"/>
                <a:ea typeface="宋体" panose="02010600030101010101" pitchFamily="2" charset="-122"/>
                <a:cs typeface="IPJOOR+Helvetica" panose="020B0604020202020204" charset="0"/>
              </a:rPr>
              <a:t>for usage’’</a:t>
            </a:r>
            <a:endParaRPr lang="en-US" altLang="zh-CN" sz="1500">
              <a:solidFill>
                <a:srgbClr val="000000"/>
              </a:solidFill>
              <a:latin typeface="IPJOOR+Helvetica" panose="020B0604020202020204" charset="0"/>
              <a:ea typeface="IPJOOR+Helvetica" panose="020B060402020202020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18438" y="3257550"/>
            <a:ext cx="827088" cy="517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kern="0" cap="none" spc="0" normalizeH="0" baseline="0" noProof="0">
                <a:solidFill>
                  <a:srgbClr val="000000"/>
                </a:solidFill>
                <a:latin typeface="IPJOOR+Helvetica" panose="020B0604020202020204"/>
                <a:cs typeface="IPJOOR+Helvetica" panose="020B0604020202020204"/>
              </a:rPr>
              <a:t>Ticket</a:t>
            </a:r>
            <a:endParaRPr kumimoji="0" sz="1550" kern="0" cap="none" spc="0" normalizeH="0" baseline="0" noProof="0">
              <a:solidFill>
                <a:srgbClr val="000000"/>
              </a:solidFill>
              <a:latin typeface="IPJOOR+Helvetica" panose="020B0604020202020204"/>
              <a:cs typeface="IPJOOR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54850" y="3671888"/>
            <a:ext cx="1690688" cy="5191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kern="0" cap="none" spc="10" normalizeH="0" baseline="0" noProof="0">
                <a:solidFill>
                  <a:srgbClr val="000000"/>
                </a:solidFill>
                <a:latin typeface="IPJOOR+Helvetica" panose="020B0604020202020204"/>
                <a:cs typeface="IPJOOR+Helvetica" panose="020B0604020202020204"/>
              </a:rPr>
              <a:t>stamp</a:t>
            </a:r>
            <a:r>
              <a:rPr kumimoji="0" sz="1550" kern="0" cap="none" spc="0" normalizeH="0" baseline="0" noProof="0">
                <a:solidFill>
                  <a:srgbClr val="000000"/>
                </a:solidFill>
                <a:latin typeface="IPJOOR+Helvetica" panose="020B0604020202020204"/>
                <a:cs typeface="IPJOOR+Helvetica" panose="020B0604020202020204"/>
              </a:rPr>
              <a:t> the ticket</a:t>
            </a:r>
            <a:endParaRPr kumimoji="0" sz="1550" kern="0" cap="none" spc="0" normalizeH="0" baseline="0" noProof="0">
              <a:solidFill>
                <a:srgbClr val="000000"/>
              </a:solidFill>
              <a:latin typeface="IPJOOR+Helvetica" panose="020B0604020202020204"/>
              <a:cs typeface="IPJOOR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6800" y="3789363"/>
            <a:ext cx="1214438" cy="517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kern="0" cap="none" spc="10" normalizeH="0" baseline="0" noProof="0">
                <a:solidFill>
                  <a:srgbClr val="000000"/>
                </a:solidFill>
                <a:latin typeface="IPJOOR+Helvetica" panose="020B0604020202020204"/>
                <a:cs typeface="IPJOOR+Helvetica" panose="020B0604020202020204"/>
              </a:rPr>
              <a:t>Conductor</a:t>
            </a:r>
            <a:endParaRPr kumimoji="0" sz="1550" kern="0" cap="none" spc="10" normalizeH="0" baseline="0" noProof="0">
              <a:solidFill>
                <a:srgbClr val="000000"/>
              </a:solidFill>
              <a:latin typeface="IPJOOR+Helvetica" panose="020B0604020202020204"/>
              <a:cs typeface="IPJOOR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21000" y="3789363"/>
            <a:ext cx="1822450" cy="517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kern="0" cap="none" spc="0" normalizeH="0" baseline="0" noProof="0">
                <a:solidFill>
                  <a:srgbClr val="000000"/>
                </a:solidFill>
                <a:latin typeface="IPJOOR+Helvetica" panose="020B0604020202020204"/>
                <a:cs typeface="IPJOOR+Helvetica" panose="020B0604020202020204"/>
              </a:rPr>
              <a:t>Conductor’s </a:t>
            </a:r>
            <a:r>
              <a:rPr kumimoji="0" sz="1550" kern="0" cap="none" spc="13" normalizeH="0" baseline="0" noProof="0">
                <a:solidFill>
                  <a:srgbClr val="000000"/>
                </a:solidFill>
                <a:latin typeface="IPJOOR+Helvetica" panose="020B0604020202020204"/>
                <a:cs typeface="IPJOOR+Helvetica" panose="020B0604020202020204"/>
              </a:rPr>
              <a:t>PDA</a:t>
            </a:r>
            <a:endParaRPr kumimoji="0" sz="1550" kern="0" cap="none" spc="13" normalizeH="0" baseline="0" noProof="0">
              <a:solidFill>
                <a:srgbClr val="000000"/>
              </a:solidFill>
              <a:latin typeface="IPJOOR+Helvetica" panose="020B0604020202020204"/>
              <a:cs typeface="IPJOOR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53125" y="4419600"/>
            <a:ext cx="2233613" cy="517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b="1" i="1" kern="0" cap="none" spc="10" normalizeH="0" baseline="0" noProof="0">
                <a:solidFill>
                  <a:srgbClr val="000000"/>
                </a:solidFill>
                <a:latin typeface="DRQHQS+Helvetica-BoldOblique" panose="020B0704020202090204"/>
                <a:cs typeface="DRQHQS+Helvetica-BoldOblique" panose="020B0704020202090204"/>
              </a:rPr>
              <a:t>response</a:t>
            </a:r>
            <a:r>
              <a:rPr kumimoji="0" sz="1550" b="1" i="1" kern="0" cap="none" spc="0" normalizeH="0" baseline="0" noProof="0">
                <a:solidFill>
                  <a:srgbClr val="000000"/>
                </a:solidFill>
                <a:latin typeface="DRQHQS+Helvetica-BoldOblique" panose="020B0704020202090204"/>
                <a:cs typeface="DRQHQS+Helvetica-BoldOblique" panose="020B0704020202090204"/>
              </a:rPr>
              <a:t> </a:t>
            </a:r>
            <a:r>
              <a:rPr kumimoji="0" sz="1550" b="1" i="1" kern="0" cap="none" spc="11" normalizeH="0" baseline="0" noProof="0">
                <a:solidFill>
                  <a:srgbClr val="000000"/>
                </a:solidFill>
                <a:latin typeface="DRQHQS+Helvetica-BoldOblique" panose="020B0704020202090204"/>
                <a:cs typeface="DRQHQS+Helvetica-BoldOblique" panose="020B0704020202090204"/>
              </a:rPr>
              <a:t>and</a:t>
            </a:r>
            <a:r>
              <a:rPr kumimoji="0" sz="1550" b="1" i="1" kern="0" cap="none" spc="0" normalizeH="0" baseline="0" noProof="0">
                <a:solidFill>
                  <a:srgbClr val="000000"/>
                </a:solidFill>
                <a:latin typeface="DRQHQS+Helvetica-BoldOblique" panose="020B0704020202090204"/>
                <a:cs typeface="DRQHQS+Helvetica-BoldOblique" panose="020B0704020202090204"/>
              </a:rPr>
              <a:t> action</a:t>
            </a:r>
            <a:endParaRPr kumimoji="0" sz="1550" b="1" i="1" kern="0" cap="none" spc="0" normalizeH="0" baseline="0" noProof="0">
              <a:solidFill>
                <a:srgbClr val="000000"/>
              </a:solidFill>
              <a:latin typeface="DRQHQS+Helvetica-BoldOblique" panose="020B0704020202090204"/>
              <a:cs typeface="DRQHQS+Helvetica-BoldOblique" panose="020B070402020209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4588" y="4979988"/>
            <a:ext cx="1931988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Assumptions:</a:t>
            </a:r>
            <a:endParaRPr kumimoji="0" sz="2050" kern="0" cap="none" spc="0" normalizeH="0" baseline="0" noProof="0">
              <a:solidFill>
                <a:srgbClr val="000000"/>
              </a:solidFill>
              <a:latin typeface="QMADEQ+CMR10" panose="02000500000000000000"/>
              <a:cs typeface="QMADEQ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4138" y="5497513"/>
            <a:ext cx="5800725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KMHGHF+CMSY10~25" panose="02000500000000000000"/>
                <a:cs typeface="KMHGHF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The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6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PDA</a:t>
            </a:r>
            <a:r>
              <a:rPr kumimoji="0" sz="2050" kern="0" cap="none" spc="19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is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indeed</a:t>
            </a:r>
            <a:r>
              <a:rPr kumimoji="0" sz="2050" kern="0" cap="none" spc="16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conductor’s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PDA.</a:t>
            </a:r>
            <a:endParaRPr kumimoji="0" sz="2050" kern="0" cap="none" spc="0" normalizeH="0" baseline="0" noProof="0">
              <a:solidFill>
                <a:srgbClr val="000000"/>
              </a:solidFill>
              <a:latin typeface="QMADEQ+CMR10" panose="02000500000000000000"/>
              <a:cs typeface="QMADEQ+CMR10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4138" y="5926138"/>
            <a:ext cx="8158163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KMHGHF+CMSY10~25" panose="02000500000000000000"/>
                <a:cs typeface="KMHGHF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The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conductor</a:t>
            </a:r>
            <a:r>
              <a:rPr kumimoji="0" sz="2050" kern="0" cap="none" spc="1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requests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to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stamp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4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ticket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while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4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ticket</a:t>
            </a:r>
            <a:endParaRPr kumimoji="0" sz="2050" kern="0" cap="none" spc="-14" normalizeH="0" baseline="0" noProof="0">
              <a:solidFill>
                <a:srgbClr val="000000"/>
              </a:solidFill>
              <a:latin typeface="QMADEQ+CMR10" panose="02000500000000000000"/>
              <a:cs typeface="QMADEQ+CMR10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16075" y="6297613"/>
            <a:ext cx="795655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owner</a:t>
            </a:r>
            <a:r>
              <a:rPr kumimoji="0" sz="2050" kern="0" cap="none" spc="19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is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traveling</a:t>
            </a:r>
            <a:r>
              <a:rPr kumimoji="0" sz="2050" kern="0" cap="none" spc="18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on</a:t>
            </a:r>
            <a:r>
              <a:rPr kumimoji="0" sz="20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a</a:t>
            </a:r>
            <a:r>
              <a:rPr kumimoji="0" sz="2050" kern="0" cap="none" spc="19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segment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for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which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4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ticket</a:t>
            </a:r>
            <a:r>
              <a:rPr kumimoji="0" sz="2050" kern="0" cap="none" spc="19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is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5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valid.</a:t>
            </a:r>
            <a:endParaRPr kumimoji="0" sz="2050" kern="0" cap="none" spc="-15" normalizeH="0" baseline="0" noProof="0">
              <a:solidFill>
                <a:srgbClr val="000000"/>
              </a:solidFill>
              <a:latin typeface="QMADEQ+CMR10" panose="02000500000000000000"/>
              <a:cs typeface="QMADEQ+CMR10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TILMVJ+CMR7" panose="02000500000000000000"/>
                <a:cs typeface="TILMVJ+CMR7" panose="02000500000000000000"/>
              </a:rPr>
              <a:t>32</a:t>
            </a:r>
            <a:endParaRPr kumimoji="0" sz="1450" kern="0" cap="none" spc="0" normalizeH="0" baseline="0" noProof="0">
              <a:solidFill>
                <a:srgbClr val="000000"/>
              </a:solidFill>
              <a:latin typeface="TILMVJ+CMR7" panose="02000500000000000000"/>
              <a:cs typeface="TILMVJ+CMR7" panose="02000500000000000000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21858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984250"/>
            <a:ext cx="2112963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LBBSHS+CMBX12~c" panose="02000500000000000000"/>
                <a:cs typeface="LBBSHS+CMBX12~c" panose="02000500000000000000"/>
              </a:rPr>
              <a:t>Example</a:t>
            </a:r>
            <a:r>
              <a:rPr kumimoji="0" sz="2500" kern="0" cap="none" spc="2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LBBSHS+CMBX12~c" panose="02000500000000000000"/>
                <a:cs typeface="LBBSHS+CMBX12~c" panose="02000500000000000000"/>
              </a:rPr>
              <a:t>4</a:t>
            </a:r>
            <a:endParaRPr kumimoji="0" sz="2500" kern="0" cap="none" spc="0" normalizeH="0" baseline="0" noProof="0">
              <a:solidFill>
                <a:srgbClr val="000000"/>
              </a:solidFill>
              <a:latin typeface="LBBSHS+CMBX12~c" panose="02000500000000000000"/>
              <a:cs typeface="LBBSHS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35713" y="1450975"/>
            <a:ext cx="1408113" cy="119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b="1" i="1" kern="0" cap="none" spc="0" normalizeH="0" baseline="0" noProof="0">
                <a:solidFill>
                  <a:srgbClr val="000000"/>
                </a:solidFill>
                <a:latin typeface="VBOTMU+Helvetica-BoldOblique" panose="020B0704020202090204"/>
                <a:cs typeface="VBOTMU+Helvetica-BoldOblique" panose="020B0704020202090204"/>
              </a:rPr>
              <a:t>Condition</a:t>
            </a:r>
            <a:endParaRPr kumimoji="0" b="1" i="1" kern="0" cap="none" spc="0" normalizeH="0" baseline="0" noProof="0">
              <a:solidFill>
                <a:srgbClr val="000000"/>
              </a:solidFill>
              <a:latin typeface="VBOTMU+Helvetica-BoldOblique" panose="020B0704020202090204"/>
              <a:cs typeface="VBOTMU+Helvetica-BoldOblique" panose="020B0704020202090204"/>
            </a:endParaRPr>
          </a:p>
          <a:p>
            <a:pPr marL="133350"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b="1" i="1" kern="0" cap="none" spc="0" normalizeH="0" baseline="0" noProof="0">
                <a:solidFill>
                  <a:srgbClr val="000000"/>
                </a:solidFill>
                <a:latin typeface="VBOTMU+Helvetica-BoldOblique" panose="020B0704020202090204"/>
                <a:cs typeface="VBOTMU+Helvetica-BoldOblique" panose="020B0704020202090204"/>
              </a:rPr>
              <a:t>change</a:t>
            </a:r>
            <a:endParaRPr kumimoji="0" b="1" i="1" kern="0" cap="none" spc="0" normalizeH="0" baseline="0" noProof="0">
              <a:solidFill>
                <a:srgbClr val="000000"/>
              </a:solidFill>
              <a:latin typeface="VBOTMU+Helvetica-BoldOblique" panose="020B0704020202090204"/>
              <a:cs typeface="VBOTMU+Helvetica-BoldOblique" panose="020B0704020202090204"/>
            </a:endParaRPr>
          </a:p>
          <a:p>
            <a:pPr marL="234315" marR="0" defTabSz="914400" fontAlgn="auto">
              <a:lnSpc>
                <a:spcPts val="2010"/>
              </a:lnSpc>
              <a:spcBef>
                <a:spcPts val="380"/>
              </a:spcBef>
              <a:buClrTx/>
              <a:buSzTx/>
              <a:buFontTx/>
              <a:buNone/>
              <a:defRPr/>
            </a:pPr>
            <a:r>
              <a:rPr kumimoji="0" b="1" i="1" kern="0" cap="none" spc="0" normalizeH="0" baseline="0" noProof="0">
                <a:solidFill>
                  <a:srgbClr val="000000"/>
                </a:solidFill>
                <a:latin typeface="VBOTMU+Helvetica-BoldOblique" panose="020B0704020202090204"/>
                <a:cs typeface="VBOTMU+Helvetica-BoldOblique" panose="020B0704020202090204"/>
              </a:rPr>
              <a:t>event</a:t>
            </a:r>
            <a:endParaRPr kumimoji="0" b="1" i="1" kern="0" cap="none" spc="0" normalizeH="0" baseline="0" noProof="0">
              <a:solidFill>
                <a:srgbClr val="000000"/>
              </a:solidFill>
              <a:latin typeface="VBOTMU+Helvetica-BoldOblique" panose="020B0704020202090204"/>
              <a:cs typeface="VBOTMU+Helvetica-BoldOblique" panose="020B070402020209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54450" y="1609725"/>
            <a:ext cx="2030413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FRBPBJ+Helvetica" panose="020B0604020202020204"/>
                <a:cs typeface="FRBPBJ+Helvetica" panose="020B0604020202020204"/>
              </a:rPr>
              <a:t>A shelf becomes</a:t>
            </a:r>
            <a:endParaRPr kumimoji="0" kern="0" cap="none" spc="0" normalizeH="0" baseline="0" noProof="0">
              <a:solidFill>
                <a:srgbClr val="000000"/>
              </a:solidFill>
              <a:latin typeface="FRBPBJ+Helvetica" panose="020B0604020202020204"/>
              <a:cs typeface="FRBPBJ+Helvetica" panose="020B0604020202020204"/>
            </a:endParaRPr>
          </a:p>
          <a:p>
            <a:pPr marL="533400"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FRBPBJ+Helvetica" panose="020B0604020202020204"/>
                <a:cs typeface="FRBPBJ+Helvetica" panose="020B0604020202020204"/>
              </a:rPr>
              <a:t>empty</a:t>
            </a:r>
            <a:endParaRPr kumimoji="0" kern="0" cap="none" spc="0" normalizeH="0" baseline="0" noProof="0">
              <a:solidFill>
                <a:srgbClr val="000000"/>
              </a:solidFill>
              <a:latin typeface="FRBPBJ+Helvetica" panose="020B0604020202020204"/>
              <a:cs typeface="FRBPBJ+Helvetica" panose="020B0604020202020204"/>
            </a:endParaRPr>
          </a:p>
        </p:txBody>
      </p:sp>
      <p:sp>
        <p:nvSpPr>
          <p:cNvPr id="121862" name="object 6"/>
          <p:cNvSpPr txBox="1"/>
          <p:nvPr/>
        </p:nvSpPr>
        <p:spPr>
          <a:xfrm>
            <a:off x="1081088" y="2432050"/>
            <a:ext cx="2324100" cy="5984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FRBPBJ+Helvetica" panose="020B0604020202020204" charset="0"/>
                <a:ea typeface="宋体" panose="02010600030101010101" pitchFamily="2" charset="-122"/>
                <a:cs typeface="FRBPBJ+Helvetica" panose="020B0604020202020204" charset="0"/>
              </a:rPr>
              <a:t>Receive 30 widgets</a:t>
            </a:r>
            <a:endParaRPr lang="en-US" altLang="zh-CN">
              <a:solidFill>
                <a:srgbClr val="000000"/>
              </a:solidFill>
              <a:latin typeface="FRBPBJ+Helvetica" panose="020B0604020202020204" charset="0"/>
              <a:ea typeface="FRBPBJ+Helvetica" panose="020B060402020202020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48600" y="2820988"/>
            <a:ext cx="1343025" cy="1077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90"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FRBPBJ+Helvetica" panose="020B0604020202020204"/>
                <a:cs typeface="FRBPBJ+Helvetica" panose="020B0604020202020204"/>
              </a:rPr>
              <a:t>Customer</a:t>
            </a:r>
            <a:endParaRPr kumimoji="0" kern="0" cap="none" spc="0" normalizeH="0" baseline="0" noProof="0">
              <a:solidFill>
                <a:srgbClr val="000000"/>
              </a:solidFill>
              <a:latin typeface="FRBPBJ+Helvetica" panose="020B0604020202020204"/>
              <a:cs typeface="FRBPBJ+Helvetica" panose="020B0604020202020204"/>
            </a:endParaRPr>
          </a:p>
          <a:p>
            <a:pPr marR="0" defTabSz="914400" fontAlgn="auto">
              <a:lnSpc>
                <a:spcPts val="2010"/>
              </a:lnSpc>
              <a:spcBef>
                <a:spcPts val="1765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FRBPBJ+Helvetica" panose="020B0604020202020204"/>
                <a:cs typeface="FRBPBJ+Helvetica" panose="020B0604020202020204"/>
              </a:rPr>
              <a:t>buy</a:t>
            </a:r>
            <a:endParaRPr kumimoji="0" kern="0" cap="none" spc="0" normalizeH="0" baseline="0" noProof="0">
              <a:solidFill>
                <a:srgbClr val="000000"/>
              </a:solidFill>
              <a:latin typeface="FRBPBJ+Helvetica" panose="020B0604020202020204"/>
              <a:cs typeface="FRBPBJ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71825" y="3003550"/>
            <a:ext cx="4624388" cy="119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4625"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FRBPBJ+Helvetica" panose="020B0604020202020204"/>
                <a:cs typeface="FRBPBJ+Helvetica" panose="020B0604020202020204"/>
              </a:rPr>
              <a:t>Goods on shelves</a:t>
            </a:r>
            <a:r>
              <a:rPr kumimoji="0" kern="0" cap="none" spc="500" normalizeH="0" baseline="0" noProof="0">
                <a:solidFill>
                  <a:srgbClr val="000000"/>
                </a:solidFill>
                <a:latin typeface="FRBPBJ+Helvetica" panose="020B0604020202020204"/>
                <a:cs typeface="FRBPBJ+Helvetica" panose="020B0604020202020204"/>
              </a:rPr>
              <a:t> </a:t>
            </a:r>
            <a:r>
              <a:rPr kumimoji="0" kern="0" cap="none" spc="0" normalizeH="0" baseline="0" noProof="0">
                <a:solidFill>
                  <a:srgbClr val="000000"/>
                </a:solidFill>
                <a:latin typeface="FRBPBJ+Helvetica" panose="020B0604020202020204"/>
                <a:cs typeface="FRBPBJ+Helvetica" panose="020B0604020202020204"/>
              </a:rPr>
              <a:t>in the supermarket</a:t>
            </a:r>
            <a:endParaRPr kumimoji="0" kern="0" cap="none" spc="0" normalizeH="0" baseline="0" noProof="0">
              <a:solidFill>
                <a:srgbClr val="000000"/>
              </a:solidFill>
              <a:latin typeface="FRBPBJ+Helvetica" panose="020B0604020202020204"/>
              <a:cs typeface="FRBPBJ+Helvetica" panose="020B0604020202020204"/>
            </a:endParaRPr>
          </a:p>
          <a:p>
            <a:pPr marR="0" defTabSz="914400" fontAlgn="auto">
              <a:lnSpc>
                <a:spcPts val="2010"/>
              </a:lnSpc>
              <a:spcBef>
                <a:spcPts val="2665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FRBPBJ+Helvetica" panose="020B0604020202020204"/>
                <a:cs typeface="FRBPBJ+Helvetica" panose="020B0604020202020204"/>
              </a:rPr>
              <a:t>‘‘order 30</a:t>
            </a:r>
            <a:endParaRPr kumimoji="0" kern="0" cap="none" spc="0" normalizeH="0" baseline="0" noProof="0">
              <a:solidFill>
                <a:srgbClr val="000000"/>
              </a:solidFill>
              <a:latin typeface="FRBPBJ+Helvetica" panose="020B0604020202020204"/>
              <a:cs typeface="FRBPBJ+Helvetica" panose="020B0604020202020204"/>
            </a:endParaRPr>
          </a:p>
        </p:txBody>
      </p:sp>
      <p:sp>
        <p:nvSpPr>
          <p:cNvPr id="121865" name="object 9"/>
          <p:cNvSpPr txBox="1"/>
          <p:nvPr/>
        </p:nvSpPr>
        <p:spPr>
          <a:xfrm>
            <a:off x="1258888" y="3117850"/>
            <a:ext cx="1054100" cy="5984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 b="1" i="1">
                <a:solidFill>
                  <a:srgbClr val="000000"/>
                </a:solidFill>
                <a:latin typeface="VBOTMU+Helvetica-BoldOblique" panose="020B0704020202090204" charset="0"/>
                <a:ea typeface="宋体" panose="02010600030101010101" pitchFamily="2" charset="-122"/>
                <a:cs typeface="VBOTMU+Helvetica-BoldOblique" panose="020B0704020202090204" charset="0"/>
              </a:rPr>
              <a:t>Action</a:t>
            </a:r>
            <a:endParaRPr lang="en-US" altLang="zh-CN" b="1" i="1">
              <a:solidFill>
                <a:srgbClr val="000000"/>
              </a:solidFill>
              <a:latin typeface="VBOTMU+Helvetica-BoldOblique" panose="020B0704020202090204" charset="0"/>
              <a:ea typeface="VBOTMU+Helvetica-BoldOblique" panose="020B070402020209020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20838" y="3735388"/>
            <a:ext cx="1473200" cy="1190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63500"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FRBPBJ+Helvetica" panose="020B0604020202020204" charset="0"/>
                <a:ea typeface="宋体" panose="02010600030101010101" pitchFamily="2" charset="-122"/>
                <a:cs typeface="FRBPBJ+Helvetica" panose="020B0604020202020204" charset="0"/>
              </a:rPr>
              <a:t>Supplier’s</a:t>
            </a:r>
            <a:endParaRPr lang="en-US" altLang="zh-CN">
              <a:solidFill>
                <a:srgbClr val="000000"/>
              </a:solidFill>
              <a:latin typeface="FRBPBJ+Helvetica" panose="020B0604020202020204" charset="0"/>
              <a:ea typeface="宋体" panose="02010600030101010101" pitchFamily="2" charset="-122"/>
              <a:cs typeface="FRBPBJ+Helvetica" panose="020B0604020202020204" charset="0"/>
            </a:endParaRPr>
          </a:p>
          <a:p>
            <a:pPr marL="63500">
              <a:lnSpc>
                <a:spcPts val="2015"/>
              </a:lnSpc>
              <a:spcBef>
                <a:spcPts val="325"/>
              </a:spcBef>
              <a:buNone/>
            </a:pPr>
            <a:r>
              <a:rPr lang="en-US" altLang="zh-CN">
                <a:solidFill>
                  <a:srgbClr val="000000"/>
                </a:solidFill>
                <a:latin typeface="FRBPBJ+Helvetica" panose="020B0604020202020204" charset="0"/>
                <a:ea typeface="宋体" panose="02010600030101010101" pitchFamily="2" charset="-122"/>
                <a:cs typeface="FRBPBJ+Helvetica" panose="020B0604020202020204" charset="0"/>
              </a:rPr>
              <a:t>information</a:t>
            </a:r>
            <a:endParaRPr lang="en-US" altLang="zh-CN">
              <a:solidFill>
                <a:srgbClr val="000000"/>
              </a:solidFill>
              <a:latin typeface="FRBPBJ+Helvetica" panose="020B0604020202020204" charset="0"/>
              <a:ea typeface="宋体" panose="02010600030101010101" pitchFamily="2" charset="-122"/>
              <a:cs typeface="FRBPBJ+Helvetica" panose="020B0604020202020204" charset="0"/>
            </a:endParaRPr>
          </a:p>
          <a:p>
            <a:pPr marL="63500">
              <a:lnSpc>
                <a:spcPts val="2015"/>
              </a:lnSpc>
              <a:spcBef>
                <a:spcPts val="375"/>
              </a:spcBef>
              <a:buNone/>
            </a:pPr>
            <a:r>
              <a:rPr lang="en-US" altLang="zh-CN">
                <a:solidFill>
                  <a:srgbClr val="000000"/>
                </a:solidFill>
                <a:latin typeface="FRBPBJ+Helvetica" panose="020B0604020202020204" charset="0"/>
                <a:ea typeface="宋体" panose="02010600030101010101" pitchFamily="2" charset="-122"/>
                <a:cs typeface="FRBPBJ+Helvetica" panose="020B0604020202020204" charset="0"/>
              </a:rPr>
              <a:t>system</a:t>
            </a:r>
            <a:endParaRPr lang="en-US" altLang="zh-CN">
              <a:solidFill>
                <a:srgbClr val="000000"/>
              </a:solidFill>
              <a:latin typeface="FRBPBJ+Helvetica" panose="020B0604020202020204" charset="0"/>
              <a:ea typeface="FRBPBJ+Helvetica" panose="020B060402020202020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62450" y="3735388"/>
            <a:ext cx="1471613" cy="1190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9400"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FRBPBJ+Helvetica" panose="020B0604020202020204"/>
                <a:cs typeface="FRBPBJ+Helvetica" panose="020B0604020202020204"/>
              </a:rPr>
              <a:t>Stock</a:t>
            </a:r>
            <a:endParaRPr kumimoji="0" kern="0" cap="none" spc="0" normalizeH="0" baseline="0" noProof="0">
              <a:solidFill>
                <a:srgbClr val="000000"/>
              </a:solidFill>
              <a:latin typeface="FRBPBJ+Helvetica" panose="020B0604020202020204"/>
              <a:cs typeface="FRBPBJ+Helvetica" panose="020B0604020202020204"/>
            </a:endParaRPr>
          </a:p>
          <a:p>
            <a:pPr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FRBPBJ+Helvetica" panose="020B0604020202020204"/>
                <a:cs typeface="FRBPBJ+Helvetica" panose="020B0604020202020204"/>
              </a:rPr>
              <a:t>information</a:t>
            </a:r>
            <a:endParaRPr kumimoji="0" kern="0" cap="none" spc="0" normalizeH="0" baseline="0" noProof="0">
              <a:solidFill>
                <a:srgbClr val="000000"/>
              </a:solidFill>
              <a:latin typeface="FRBPBJ+Helvetica" panose="020B0604020202020204"/>
              <a:cs typeface="FRBPBJ+Helvetica" panose="020B0604020202020204"/>
            </a:endParaRPr>
          </a:p>
          <a:p>
            <a:pPr marL="203200" marR="0" defTabSz="914400" fontAlgn="auto">
              <a:lnSpc>
                <a:spcPts val="2010"/>
              </a:lnSpc>
              <a:spcBef>
                <a:spcPts val="38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FRBPBJ+Helvetica" panose="020B0604020202020204"/>
                <a:cs typeface="FRBPBJ+Helvetica" panose="020B0604020202020204"/>
              </a:rPr>
              <a:t>system</a:t>
            </a:r>
            <a:endParaRPr kumimoji="0" kern="0" cap="none" spc="0" normalizeH="0" baseline="0" noProof="0">
              <a:solidFill>
                <a:srgbClr val="000000"/>
              </a:solidFill>
              <a:latin typeface="FRBPBJ+Helvetica" panose="020B0604020202020204"/>
              <a:cs typeface="FRBPBJ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21625" y="3735388"/>
            <a:ext cx="1206500" cy="1190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FRBPBJ+Helvetica" panose="020B0604020202020204"/>
                <a:cs typeface="FRBPBJ+Helvetica" panose="020B0604020202020204"/>
              </a:rPr>
              <a:t>Point-of-</a:t>
            </a:r>
            <a:endParaRPr kumimoji="0" kern="0" cap="none" spc="0" normalizeH="0" baseline="0" noProof="0">
              <a:solidFill>
                <a:srgbClr val="000000"/>
              </a:solidFill>
              <a:latin typeface="FRBPBJ+Helvetica" panose="020B0604020202020204"/>
              <a:cs typeface="FRBPBJ+Helvetica" panose="020B0604020202020204"/>
            </a:endParaRPr>
          </a:p>
          <a:p>
            <a:pPr marL="184150"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FRBPBJ+Helvetica" panose="020B0604020202020204"/>
                <a:cs typeface="FRBPBJ+Helvetica" panose="020B0604020202020204"/>
              </a:rPr>
              <a:t>sale-</a:t>
            </a:r>
            <a:endParaRPr kumimoji="0" kern="0" cap="none" spc="0" normalizeH="0" baseline="0" noProof="0">
              <a:solidFill>
                <a:srgbClr val="000000"/>
              </a:solidFill>
              <a:latin typeface="FRBPBJ+Helvetica" panose="020B0604020202020204"/>
              <a:cs typeface="FRBPBJ+Helvetica" panose="020B0604020202020204"/>
            </a:endParaRPr>
          </a:p>
          <a:p>
            <a:pPr marL="25400" marR="0" defTabSz="914400" fontAlgn="auto">
              <a:lnSpc>
                <a:spcPts val="2010"/>
              </a:lnSpc>
              <a:spcBef>
                <a:spcPts val="38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FRBPBJ+Helvetica" panose="020B0604020202020204"/>
                <a:cs typeface="FRBPBJ+Helvetica" panose="020B0604020202020204"/>
              </a:rPr>
              <a:t>terminal</a:t>
            </a:r>
            <a:endParaRPr kumimoji="0" kern="0" cap="none" spc="0" normalizeH="0" baseline="0" noProof="0">
              <a:solidFill>
                <a:srgbClr val="000000"/>
              </a:solidFill>
              <a:latin typeface="FRBPBJ+Helvetica" panose="020B0604020202020204"/>
              <a:cs typeface="FRBPBJ+Helvetica" panose="020B0604020202020204"/>
            </a:endParaRPr>
          </a:p>
        </p:txBody>
      </p:sp>
      <p:sp>
        <p:nvSpPr>
          <p:cNvPr id="121869" name="object 13"/>
          <p:cNvSpPr txBox="1"/>
          <p:nvPr/>
        </p:nvSpPr>
        <p:spPr>
          <a:xfrm>
            <a:off x="5856288" y="3757613"/>
            <a:ext cx="1865312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FRBPBJ+Helvetica" panose="020B0604020202020204" charset="0"/>
                <a:ea typeface="宋体" panose="02010600030101010101" pitchFamily="2" charset="-122"/>
                <a:cs typeface="FRBPBJ+Helvetica" panose="020B0604020202020204" charset="0"/>
              </a:rPr>
              <a:t>‘‘stock too low’’</a:t>
            </a:r>
            <a:endParaRPr lang="en-US" altLang="zh-CN">
              <a:solidFill>
                <a:srgbClr val="000000"/>
              </a:solidFill>
              <a:latin typeface="FRBPBJ+Helvetica" panose="020B0604020202020204" charset="0"/>
              <a:ea typeface="FRBPBJ+Helvetica" panose="020B0604020202020204" charset="0"/>
            </a:endParaRPr>
          </a:p>
        </p:txBody>
      </p:sp>
      <p:sp>
        <p:nvSpPr>
          <p:cNvPr id="121870" name="object 14"/>
          <p:cNvSpPr txBox="1"/>
          <p:nvPr/>
        </p:nvSpPr>
        <p:spPr>
          <a:xfrm>
            <a:off x="3209925" y="3894138"/>
            <a:ext cx="12192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FRBPBJ+Helvetica" panose="020B0604020202020204" charset="0"/>
                <a:ea typeface="宋体" panose="02010600030101010101" pitchFamily="2" charset="-122"/>
                <a:cs typeface="FRBPBJ+Helvetica" panose="020B0604020202020204" charset="0"/>
              </a:rPr>
              <a:t>widgets’’</a:t>
            </a:r>
            <a:endParaRPr lang="en-US" altLang="zh-CN">
              <a:solidFill>
                <a:srgbClr val="000000"/>
              </a:solidFill>
              <a:latin typeface="FRBPBJ+Helvetica" panose="020B0604020202020204" charset="0"/>
              <a:ea typeface="FRBPBJ+Helvetica" panose="020B0604020202020204" charset="0"/>
            </a:endParaRPr>
          </a:p>
        </p:txBody>
      </p:sp>
      <p:sp>
        <p:nvSpPr>
          <p:cNvPr id="121871" name="object 15"/>
          <p:cNvSpPr txBox="1"/>
          <p:nvPr/>
        </p:nvSpPr>
        <p:spPr>
          <a:xfrm>
            <a:off x="3009900" y="4830763"/>
            <a:ext cx="14351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 b="1" i="1">
                <a:solidFill>
                  <a:srgbClr val="000000"/>
                </a:solidFill>
                <a:latin typeface="VBOTMU+Helvetica-BoldOblique" panose="020B0704020202090204" charset="0"/>
                <a:ea typeface="宋体" panose="02010600030101010101" pitchFamily="2" charset="-122"/>
                <a:cs typeface="VBOTMU+Helvetica-BoldOblique" panose="020B0704020202090204" charset="0"/>
              </a:rPr>
              <a:t>Response</a:t>
            </a:r>
            <a:endParaRPr lang="en-US" altLang="zh-CN" b="1" i="1">
              <a:solidFill>
                <a:srgbClr val="000000"/>
              </a:solidFill>
              <a:latin typeface="VBOTMU+Helvetica-BoldOblique" panose="020B0704020202090204" charset="0"/>
              <a:ea typeface="VBOTMU+Helvetica-BoldOblique" panose="020B0704020202090204" charset="0"/>
            </a:endParaRPr>
          </a:p>
        </p:txBody>
      </p:sp>
      <p:sp>
        <p:nvSpPr>
          <p:cNvPr id="121872" name="object 16"/>
          <p:cNvSpPr txBox="1"/>
          <p:nvPr/>
        </p:nvSpPr>
        <p:spPr>
          <a:xfrm>
            <a:off x="6272213" y="4830763"/>
            <a:ext cx="13081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 b="1" i="1">
                <a:solidFill>
                  <a:srgbClr val="000000"/>
                </a:solidFill>
                <a:latin typeface="VBOTMU+Helvetica-BoldOblique" panose="020B0704020202090204" charset="0"/>
                <a:ea typeface="宋体" panose="02010600030101010101" pitchFamily="2" charset="-122"/>
                <a:cs typeface="VBOTMU+Helvetica-BoldOblique" panose="020B0704020202090204" charset="0"/>
              </a:rPr>
              <a:t>Stimulus</a:t>
            </a:r>
            <a:endParaRPr lang="en-US" altLang="zh-CN" b="1" i="1">
              <a:solidFill>
                <a:srgbClr val="000000"/>
              </a:solidFill>
              <a:latin typeface="VBOTMU+Helvetica-BoldOblique" panose="020B0704020202090204" charset="0"/>
              <a:ea typeface="VBOTMU+Helvetica-BoldOblique" panose="020B0704020202090204" charset="0"/>
            </a:endParaRPr>
          </a:p>
        </p:txBody>
      </p:sp>
      <p:sp>
        <p:nvSpPr>
          <p:cNvPr id="121873" name="object 17"/>
          <p:cNvSpPr txBox="1"/>
          <p:nvPr/>
        </p:nvSpPr>
        <p:spPr>
          <a:xfrm>
            <a:off x="4699000" y="5059363"/>
            <a:ext cx="798513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 b="1" i="1">
                <a:solidFill>
                  <a:srgbClr val="000000"/>
                </a:solidFill>
                <a:latin typeface="VBOTMU+Helvetica-BoldOblique" panose="020B0704020202090204" charset="0"/>
                <a:ea typeface="宋体" panose="02010600030101010101" pitchFamily="2" charset="-122"/>
                <a:cs typeface="VBOTMU+Helvetica-BoldOblique" panose="020B0704020202090204" charset="0"/>
              </a:rPr>
              <a:t>SuD</a:t>
            </a:r>
            <a:endParaRPr lang="en-US" altLang="zh-CN" b="1" i="1">
              <a:solidFill>
                <a:srgbClr val="000000"/>
              </a:solidFill>
              <a:latin typeface="VBOTMU+Helvetica-BoldOblique" panose="020B0704020202090204" charset="0"/>
              <a:ea typeface="VBOTMU+Helvetica-BoldOblique" panose="020B0704020202090204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44588" y="5645150"/>
            <a:ext cx="8832850" cy="1163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3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SuD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discovers</a:t>
            </a:r>
            <a:r>
              <a:rPr kumimoji="0" sz="2050" kern="0" cap="none" spc="18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change</a:t>
            </a:r>
            <a:r>
              <a:rPr kumimoji="0" sz="2050" kern="0" cap="none" spc="1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7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event</a:t>
            </a:r>
            <a:r>
              <a:rPr kumimoji="0" sz="2050" kern="0" cap="none" spc="1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47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by</a:t>
            </a:r>
            <a:r>
              <a:rPr kumimoji="0" sz="2050" kern="0" cap="none" spc="22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testing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condition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2" normalizeH="0" baseline="0" noProof="0">
                <a:solidFill>
                  <a:srgbClr val="000000"/>
                </a:solidFill>
                <a:latin typeface="RNAAFM+CMSS10" panose="02000500000000000000"/>
                <a:cs typeface="RNAAFM+CMSS10" panose="02000500000000000000"/>
              </a:rPr>
              <a:t>stock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JTAIDT+CMMI10" panose="02000500000000000000"/>
                <a:cs typeface="JTAIDT+CMMI10" panose="02000500000000000000"/>
              </a:rPr>
              <a:t>&lt;</a:t>
            </a:r>
            <a:r>
              <a:rPr kumimoji="0" sz="2050" kern="0" cap="none" spc="18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RNAAFM+CMSS10" panose="02000500000000000000"/>
                <a:cs typeface="RNAAFM+CMSS10" panose="02000500000000000000"/>
              </a:rPr>
              <a:t>4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.</a:t>
            </a:r>
            <a:endParaRPr kumimoji="0" sz="2050" kern="0" cap="none" spc="0" normalizeH="0" baseline="0" noProof="0">
              <a:solidFill>
                <a:srgbClr val="000000"/>
              </a:solidFill>
              <a:latin typeface="CNOQJG+CMR10" panose="02000500000000000000"/>
              <a:cs typeface="CNOQJG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10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Assumptions:</a:t>
            </a:r>
            <a:endParaRPr kumimoji="0" sz="2050" kern="0" cap="none" spc="0" normalizeH="0" baseline="0" noProof="0">
              <a:solidFill>
                <a:srgbClr val="000000"/>
              </a:solidFill>
              <a:latin typeface="CNOQJG+CMR10" panose="02000500000000000000"/>
              <a:cs typeface="CNOQJG+CMR10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54138" y="6572250"/>
            <a:ext cx="7296150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JVRSFM+CMSY10~25" panose="02000500000000000000"/>
                <a:cs typeface="JVRSFM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Data</a:t>
            </a:r>
            <a:r>
              <a:rPr kumimoji="0" sz="2050" kern="0" cap="none" spc="16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SIS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accurately</a:t>
            </a:r>
            <a:r>
              <a:rPr kumimoji="0" sz="2050" kern="0" cap="none" spc="16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represent</a:t>
            </a:r>
            <a:r>
              <a:rPr kumimoji="0" sz="2050" kern="0" cap="none" spc="16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state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shelves.</a:t>
            </a:r>
            <a:endParaRPr kumimoji="0" sz="2050" kern="0" cap="none" spc="0" normalizeH="0" baseline="0" noProof="0">
              <a:solidFill>
                <a:srgbClr val="000000"/>
              </a:solidFill>
              <a:latin typeface="CNOQJG+CMR10" panose="02000500000000000000"/>
              <a:cs typeface="CNOQJG+CMR10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EJOESQ+CMR7" panose="02000500000000000000"/>
                <a:cs typeface="EJOESQ+CMR7" panose="02000500000000000000"/>
              </a:rPr>
              <a:t>33</a:t>
            </a:r>
            <a:endParaRPr kumimoji="0" sz="1450" kern="0" cap="none" spc="0" normalizeH="0" baseline="0" noProof="0">
              <a:solidFill>
                <a:srgbClr val="000000"/>
              </a:solidFill>
              <a:latin typeface="EJOESQ+CMR7" panose="02000500000000000000"/>
              <a:cs typeface="EJOESQ+CMR7" panose="02000500000000000000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22882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674813"/>
            <a:ext cx="7124700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4" normalizeH="0" baseline="0" noProof="0">
                <a:solidFill>
                  <a:srgbClr val="000000"/>
                </a:solidFill>
                <a:latin typeface="SJHUVK+CMBX12~c" panose="02000500000000000000"/>
                <a:cs typeface="SJHUVK+CMBX12~c" panose="02000500000000000000"/>
              </a:rPr>
              <a:t>Summary</a:t>
            </a:r>
            <a:r>
              <a:rPr kumimoji="0" sz="2500" kern="0" cap="none" spc="30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SJHUVK+CMBX12~c" panose="02000500000000000000"/>
                <a:cs typeface="SJHUVK+CMBX12~c" panose="02000500000000000000"/>
              </a:rPr>
              <a:t>of</a:t>
            </a:r>
            <a:r>
              <a:rPr kumimoji="0" sz="2500" kern="0" cap="none" spc="3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0" normalizeH="0" baseline="0" noProof="0">
                <a:solidFill>
                  <a:srgbClr val="000000"/>
                </a:solidFill>
                <a:latin typeface="SJHUVK+CMBX12~c" panose="02000500000000000000"/>
                <a:cs typeface="SJHUVK+CMBX12~c" panose="02000500000000000000"/>
              </a:rPr>
              <a:t>stimulus-response</a:t>
            </a:r>
            <a:r>
              <a:rPr kumimoji="0" sz="2500" kern="0" cap="none" spc="2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1" normalizeH="0" baseline="0" noProof="0">
                <a:solidFill>
                  <a:srgbClr val="000000"/>
                </a:solidFill>
                <a:latin typeface="SJHUVK+CMBX12~c" panose="02000500000000000000"/>
                <a:cs typeface="SJHUVK+CMBX12~c" panose="02000500000000000000"/>
              </a:rPr>
              <a:t>behavior</a:t>
            </a:r>
            <a:endParaRPr kumimoji="0" sz="2500" kern="0" cap="none" spc="-11" normalizeH="0" baseline="0" noProof="0">
              <a:solidFill>
                <a:srgbClr val="000000"/>
              </a:solidFill>
              <a:latin typeface="SJHUVK+CMBX12~c" panose="02000500000000000000"/>
              <a:cs typeface="SJHUVK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138" y="2174875"/>
            <a:ext cx="8689975" cy="10810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RIFGVC+CMSY10~25" panose="02000500000000000000"/>
                <a:cs typeface="RIFGVC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Some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4" normalizeH="0" baseline="0" noProof="0">
                <a:solidFill>
                  <a:srgbClr val="000000"/>
                </a:solidFill>
                <a:latin typeface="NPIDNT+CMTI10" panose="02000500000000000000"/>
                <a:cs typeface="NPIDNT+CMTI10" panose="02000500000000000000"/>
              </a:rPr>
              <a:t>named</a:t>
            </a:r>
            <a:r>
              <a:rPr kumimoji="0" sz="2050" kern="0" cap="none" spc="24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NPIDNT+CMTI10" panose="02000500000000000000"/>
                <a:cs typeface="NPIDNT+CMTI10" panose="02000500000000000000"/>
              </a:rPr>
              <a:t>external</a:t>
            </a:r>
            <a:r>
              <a:rPr kumimoji="0" sz="2050" kern="0" cap="none" spc="21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NPIDNT+CMTI10" panose="02000500000000000000"/>
                <a:cs typeface="NPIDNT+CMTI10" panose="02000500000000000000"/>
              </a:rPr>
              <a:t>event,</a:t>
            </a:r>
            <a:r>
              <a:rPr kumimoji="0" sz="2050" kern="0" cap="none" spc="22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NPIDNT+CMTI10" panose="02000500000000000000"/>
                <a:cs typeface="NPIDNT+CMTI10" panose="02000500000000000000"/>
              </a:rPr>
              <a:t>condition</a:t>
            </a:r>
            <a:r>
              <a:rPr kumimoji="0" sz="2050" kern="0" cap="none" spc="23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NPIDNT+CMTI10" panose="02000500000000000000"/>
                <a:cs typeface="NPIDNT+CMTI10" panose="02000500000000000000"/>
              </a:rPr>
              <a:t>change</a:t>
            </a:r>
            <a:r>
              <a:rPr kumimoji="0" sz="2050" kern="0" cap="none" spc="22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NPIDNT+CMTI10" panose="02000500000000000000"/>
                <a:cs typeface="NPIDNT+CMTI10" panose="02000500000000000000"/>
              </a:rPr>
              <a:t>event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or</a:t>
            </a:r>
            <a:r>
              <a:rPr kumimoji="0" sz="2050" kern="0" cap="none" spc="18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3" normalizeH="0" baseline="0" noProof="0">
                <a:solidFill>
                  <a:srgbClr val="000000"/>
                </a:solidFill>
                <a:latin typeface="NPIDNT+CMTI10" panose="02000500000000000000"/>
                <a:cs typeface="NPIDNT+CMTI10" panose="02000500000000000000"/>
              </a:rPr>
              <a:t>temporal</a:t>
            </a:r>
            <a:endParaRPr kumimoji="0" sz="2050" kern="0" cap="none" spc="-23" normalizeH="0" baseline="0" noProof="0">
              <a:solidFill>
                <a:srgbClr val="000000"/>
              </a:solidFill>
              <a:latin typeface="NPIDNT+CMTI10" panose="02000500000000000000"/>
              <a:cs typeface="NPIDNT+CMTI10" panose="02000500000000000000"/>
            </a:endParaRPr>
          </a:p>
          <a:p>
            <a:pPr marL="262255" marR="0" defTabSz="914400" fontAlgn="auto">
              <a:lnSpc>
                <a:spcPts val="2520"/>
              </a:lnSpc>
              <a:spcBef>
                <a:spcPts val="41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NPIDNT+CMTI10" panose="02000500000000000000"/>
                <a:cs typeface="NPIDNT+CMTI10" panose="02000500000000000000"/>
              </a:rPr>
              <a:t>event</a:t>
            </a:r>
            <a:r>
              <a:rPr kumimoji="0" sz="2050" kern="0" cap="none" spc="18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2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occurs</a:t>
            </a:r>
            <a:r>
              <a:rPr kumimoji="0" sz="2050" kern="0" cap="none" spc="14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environment.</a:t>
            </a:r>
            <a:endParaRPr kumimoji="0" sz="2050" kern="0" cap="none" spc="0" normalizeH="0" baseline="0" noProof="0">
              <a:solidFill>
                <a:srgbClr val="000000"/>
              </a:solidFill>
              <a:latin typeface="KKGWRV+CMR10" panose="02000500000000000000"/>
              <a:cs typeface="KKGWRV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138" y="3063875"/>
            <a:ext cx="8166100" cy="1082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RIFGVC+CMSY10~25" panose="02000500000000000000"/>
                <a:cs typeface="RIFGVC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Through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some</a:t>
            </a:r>
            <a:r>
              <a:rPr kumimoji="0" sz="2050" kern="0" cap="none" spc="19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some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communication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channel,</a:t>
            </a:r>
            <a:r>
              <a:rPr kumimoji="0" sz="2050" kern="0" cap="none" spc="1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this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causes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an</a:t>
            </a:r>
            <a:endParaRPr kumimoji="0" sz="2050" kern="0" cap="none" spc="0" normalizeH="0" baseline="0" noProof="0">
              <a:solidFill>
                <a:srgbClr val="000000"/>
              </a:solidFill>
              <a:latin typeface="KKGWRV+CMR10" panose="02000500000000000000"/>
              <a:cs typeface="KKGWRV+CMR10" panose="02000500000000000000"/>
            </a:endParaRPr>
          </a:p>
          <a:p>
            <a:pPr marL="262255" marR="0" defTabSz="914400" fontAlgn="auto">
              <a:lnSpc>
                <a:spcPts val="2520"/>
              </a:lnSpc>
              <a:spcBef>
                <a:spcPts val="410"/>
              </a:spcBef>
              <a:buClrTx/>
              <a:buSzTx/>
              <a:buFontTx/>
              <a:buNone/>
              <a:defRPr/>
            </a:pPr>
            <a:r>
              <a:rPr kumimoji="0" sz="2050" kern="0" cap="none" spc="13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SuD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NPIDNT+CMTI10" panose="02000500000000000000"/>
                <a:cs typeface="NPIDNT+CMTI10" panose="02000500000000000000"/>
              </a:rPr>
              <a:t>stimulus.</a:t>
            </a:r>
            <a:endParaRPr kumimoji="0" sz="2050" kern="0" cap="none" spc="0" normalizeH="0" baseline="0" noProof="0">
              <a:solidFill>
                <a:srgbClr val="000000"/>
              </a:solidFill>
              <a:latin typeface="NPIDNT+CMTI10" panose="02000500000000000000"/>
              <a:cs typeface="NPIDNT+CMTI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1800" y="3881438"/>
            <a:ext cx="6850063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LKWHPN+CMBX10" panose="02000500000000000000"/>
                <a:cs typeface="LKWHPN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8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May</a:t>
            </a:r>
            <a:r>
              <a:rPr kumimoji="0" sz="2050" kern="0" cap="none" spc="20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73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be</a:t>
            </a:r>
            <a:r>
              <a:rPr kumimoji="0" sz="2050" kern="0" cap="none" spc="1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modeled</a:t>
            </a:r>
            <a:r>
              <a:rPr kumimoji="0" sz="2050" kern="0" cap="none" spc="15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explicitly</a:t>
            </a:r>
            <a:r>
              <a:rPr kumimoji="0" sz="2050" kern="0" cap="none" spc="14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as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connection</a:t>
            </a:r>
            <a:r>
              <a:rPr kumimoji="0" sz="2050" kern="0" cap="none" spc="15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domain.</a:t>
            </a:r>
            <a:endParaRPr kumimoji="0" sz="2050" kern="0" cap="none" spc="0" normalizeH="0" baseline="0" noProof="0">
              <a:solidFill>
                <a:srgbClr val="000000"/>
              </a:solidFill>
              <a:latin typeface="KKGWRV+CMR10" panose="02000500000000000000"/>
              <a:cs typeface="KKGWRV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138" y="4398963"/>
            <a:ext cx="2817813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RIFGVC+CMSY10~25" panose="02000500000000000000"/>
                <a:cs typeface="RIFGVC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The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SuD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0" normalizeH="0" baseline="0" noProof="0">
                <a:solidFill>
                  <a:srgbClr val="000000"/>
                </a:solidFill>
                <a:latin typeface="NPIDNT+CMTI10" panose="02000500000000000000"/>
                <a:cs typeface="NPIDNT+CMTI10" panose="02000500000000000000"/>
              </a:rPr>
              <a:t>responds.</a:t>
            </a:r>
            <a:endParaRPr kumimoji="0" sz="2050" kern="0" cap="none" spc="-20" normalizeH="0" baseline="0" noProof="0">
              <a:solidFill>
                <a:srgbClr val="000000"/>
              </a:solidFill>
              <a:latin typeface="NPIDNT+CMTI10" panose="02000500000000000000"/>
              <a:cs typeface="NPIDNT+CMTI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138" y="4918075"/>
            <a:ext cx="8672513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RIFGVC+CMSY10~25" panose="02000500000000000000"/>
                <a:cs typeface="RIFGVC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Through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some</a:t>
            </a:r>
            <a:r>
              <a:rPr kumimoji="0" sz="2050" kern="0" cap="none" spc="19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communication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channel,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this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causes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an</a:t>
            </a:r>
            <a:r>
              <a:rPr kumimoji="0" sz="2050" kern="0" cap="none" spc="19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NPIDNT+CMTI10" panose="02000500000000000000"/>
                <a:cs typeface="NPIDNT+CMTI10" panose="02000500000000000000"/>
              </a:rPr>
              <a:t>action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in</a:t>
            </a:r>
            <a:endParaRPr kumimoji="0" sz="2050" kern="0" cap="none" spc="0" normalizeH="0" baseline="0" noProof="0">
              <a:solidFill>
                <a:srgbClr val="000000"/>
              </a:solidFill>
              <a:latin typeface="KKGWRV+CMR10" panose="02000500000000000000"/>
              <a:cs typeface="KKGWRV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075" y="5289550"/>
            <a:ext cx="2336800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1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environment.</a:t>
            </a:r>
            <a:endParaRPr kumimoji="0" sz="2050" kern="0" cap="none" spc="0" normalizeH="0" baseline="0" noProof="0">
              <a:solidFill>
                <a:srgbClr val="000000"/>
              </a:solidFill>
              <a:latin typeface="KKGWRV+CMR10" panose="02000500000000000000"/>
              <a:cs typeface="KKGWRV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01800" y="5734050"/>
            <a:ext cx="6831013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LKWHPN+CMBX10" panose="02000500000000000000"/>
                <a:cs typeface="LKWHPN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52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For</a:t>
            </a:r>
            <a:r>
              <a:rPr kumimoji="0" sz="2050" kern="0" cap="none" spc="23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virtual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entities,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7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response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and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action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coincide.</a:t>
            </a:r>
            <a:endParaRPr kumimoji="0" sz="2050" kern="0" cap="none" spc="11" normalizeH="0" baseline="0" noProof="0">
              <a:solidFill>
                <a:srgbClr val="000000"/>
              </a:solidFill>
              <a:latin typeface="KKGWRV+CMR10" panose="02000500000000000000"/>
              <a:cs typeface="KKGWRV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SUOPOQ+CMR7" panose="02000500000000000000"/>
                <a:cs typeface="SUOPOQ+CMR7" panose="02000500000000000000"/>
              </a:rPr>
              <a:t>34</a:t>
            </a:r>
            <a:endParaRPr kumimoji="0" sz="1450" kern="0" cap="none" spc="0" normalizeH="0" baseline="0" noProof="0">
              <a:solidFill>
                <a:srgbClr val="000000"/>
              </a:solidFill>
              <a:latin typeface="SUOPOQ+CMR7" panose="02000500000000000000"/>
              <a:cs typeface="SUOPOQ+CMR7" panose="02000500000000000000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23906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892300"/>
            <a:ext cx="7112000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3" normalizeH="0" baseline="0" noProof="0">
                <a:solidFill>
                  <a:srgbClr val="000000"/>
                </a:solidFill>
                <a:latin typeface="WLLRSW+CMBX12~c" panose="02000500000000000000"/>
                <a:cs typeface="WLLRSW+CMBX12~c" panose="02000500000000000000"/>
              </a:rPr>
              <a:t>Structure</a:t>
            </a:r>
            <a:r>
              <a:rPr kumimoji="0" sz="2500" kern="0" cap="none" spc="3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WLLRSW+CMBX12~c" panose="02000500000000000000"/>
                <a:cs typeface="WLLRSW+CMBX12~c" panose="02000500000000000000"/>
              </a:rPr>
              <a:t>of</a:t>
            </a:r>
            <a:r>
              <a:rPr kumimoji="0" sz="2500" kern="0" cap="none" spc="3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0" normalizeH="0" baseline="0" noProof="0">
                <a:solidFill>
                  <a:srgbClr val="000000"/>
                </a:solidFill>
                <a:latin typeface="WLLRSW+CMBX12~c" panose="02000500000000000000"/>
                <a:cs typeface="WLLRSW+CMBX12~c" panose="02000500000000000000"/>
              </a:rPr>
              <a:t>stimulus-response</a:t>
            </a:r>
            <a:r>
              <a:rPr kumimoji="0" sz="2500" kern="0" cap="none" spc="29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1" normalizeH="0" baseline="0" noProof="0">
                <a:solidFill>
                  <a:srgbClr val="000000"/>
                </a:solidFill>
                <a:latin typeface="WLLRSW+CMBX12~c" panose="02000500000000000000"/>
                <a:cs typeface="WLLRSW+CMBX12~c" panose="02000500000000000000"/>
              </a:rPr>
              <a:t>behavior</a:t>
            </a:r>
            <a:endParaRPr kumimoji="0" sz="2500" kern="0" cap="none" spc="-11" normalizeH="0" baseline="0" noProof="0">
              <a:solidFill>
                <a:srgbClr val="000000"/>
              </a:solidFill>
              <a:latin typeface="WLLRSW+CMBX12~c" panose="02000500000000000000"/>
              <a:cs typeface="WLLRSW+CMBX12~c" panose="02000500000000000000"/>
            </a:endParaRPr>
          </a:p>
        </p:txBody>
      </p:sp>
      <p:sp>
        <p:nvSpPr>
          <p:cNvPr id="123908" name="object 4"/>
          <p:cNvSpPr txBox="1"/>
          <p:nvPr/>
        </p:nvSpPr>
        <p:spPr>
          <a:xfrm>
            <a:off x="5308600" y="2700338"/>
            <a:ext cx="1025525" cy="5349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CNDRFH+Helvetica" panose="020B0604020202020204" charset="0"/>
                <a:ea typeface="宋体" panose="02010600030101010101" pitchFamily="2" charset="-122"/>
                <a:cs typeface="CNDRFH+Helvetica" panose="020B0604020202020204" charset="0"/>
              </a:rPr>
              <a:t>action 1</a:t>
            </a:r>
            <a:endParaRPr lang="en-US" altLang="zh-CN" sz="1600">
              <a:solidFill>
                <a:srgbClr val="000000"/>
              </a:solidFill>
              <a:latin typeface="CNDRFH+Helvetica" panose="020B0604020202020204" charset="0"/>
              <a:ea typeface="CNDRFH+Helvetica" panose="020B0604020202020204" charset="0"/>
            </a:endParaRPr>
          </a:p>
        </p:txBody>
      </p:sp>
      <p:sp>
        <p:nvSpPr>
          <p:cNvPr id="123909" name="object 5"/>
          <p:cNvSpPr txBox="1"/>
          <p:nvPr/>
        </p:nvSpPr>
        <p:spPr>
          <a:xfrm>
            <a:off x="4167188" y="2724150"/>
            <a:ext cx="979487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CNDRFH+Helvetica" panose="020B0604020202020204" charset="0"/>
                <a:ea typeface="宋体" panose="02010600030101010101" pitchFamily="2" charset="-122"/>
                <a:cs typeface="CNDRFH+Helvetica" panose="020B0604020202020204" charset="0"/>
              </a:rPr>
              <a:t>effect 1</a:t>
            </a:r>
            <a:endParaRPr lang="en-US" altLang="zh-CN" sz="1600">
              <a:solidFill>
                <a:srgbClr val="000000"/>
              </a:solidFill>
              <a:latin typeface="CNDRFH+Helvetica" panose="020B0604020202020204" charset="0"/>
              <a:ea typeface="CNDRFH+Helvetica" panose="020B0604020202020204" charset="0"/>
            </a:endParaRPr>
          </a:p>
        </p:txBody>
      </p:sp>
      <p:sp>
        <p:nvSpPr>
          <p:cNvPr id="123910" name="object 6"/>
          <p:cNvSpPr txBox="1"/>
          <p:nvPr/>
        </p:nvSpPr>
        <p:spPr>
          <a:xfrm>
            <a:off x="5257800" y="3065463"/>
            <a:ext cx="1538288" cy="5349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CNDRFH+Helvetica" panose="020B0604020202020204" charset="0"/>
                <a:ea typeface="宋体" panose="02010600030101010101" pitchFamily="2" charset="-122"/>
                <a:cs typeface="CNDRFH+Helvetica" panose="020B0604020202020204" charset="0"/>
              </a:rPr>
              <a:t>desired effect</a:t>
            </a:r>
            <a:endParaRPr lang="en-US" altLang="zh-CN" sz="1600">
              <a:solidFill>
                <a:srgbClr val="000000"/>
              </a:solidFill>
              <a:latin typeface="CNDRFH+Helvetica" panose="020B0604020202020204" charset="0"/>
              <a:ea typeface="CNDRFH+Helvetica" panose="020B060402020202020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16138" y="3271838"/>
            <a:ext cx="1927225" cy="10588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10" normalizeH="0" baseline="0" noProof="0">
                <a:solidFill>
                  <a:srgbClr val="000000"/>
                </a:solidFill>
                <a:latin typeface="CNDRFH+Helvetica" panose="020B0604020202020204"/>
                <a:cs typeface="CNDRFH+Helvetica" panose="020B0604020202020204"/>
              </a:rPr>
              <a:t>event</a:t>
            </a:r>
            <a:r>
              <a:rPr kumimoji="0" sz="1600" kern="0" cap="none" spc="0" normalizeH="0" baseline="0" noProof="0">
                <a:solidFill>
                  <a:srgbClr val="000000"/>
                </a:solidFill>
                <a:latin typeface="CNDRFH+Helvetica" panose="020B0604020202020204"/>
                <a:cs typeface="CNDRFH+Helvetica" panose="020B0604020202020204"/>
              </a:rPr>
              <a:t> </a:t>
            </a:r>
            <a:r>
              <a:rPr kumimoji="0" sz="1600" kern="0" cap="none" spc="10" normalizeH="0" baseline="0" noProof="0">
                <a:solidFill>
                  <a:srgbClr val="000000"/>
                </a:solidFill>
                <a:latin typeface="CNDRFH+Helvetica" panose="020B0604020202020204"/>
                <a:cs typeface="CNDRFH+Helvetica" panose="020B0604020202020204"/>
              </a:rPr>
              <a:t>or</a:t>
            </a:r>
            <a:r>
              <a:rPr kumimoji="0" sz="1600" kern="0" cap="none" spc="0" normalizeH="0" baseline="0" noProof="0">
                <a:solidFill>
                  <a:srgbClr val="000000"/>
                </a:solidFill>
                <a:latin typeface="CNDRFH+Helvetica" panose="020B0604020202020204"/>
                <a:cs typeface="CNDRFH+Helvetica" panose="020B0604020202020204"/>
              </a:rPr>
              <a:t> condition</a:t>
            </a:r>
            <a:endParaRPr kumimoji="0" sz="1600" kern="0" cap="none" spc="0" normalizeH="0" baseline="0" noProof="0">
              <a:solidFill>
                <a:srgbClr val="000000"/>
              </a:solidFill>
              <a:latin typeface="CNDRFH+Helvetica" panose="020B0604020202020204"/>
              <a:cs typeface="CNDRFH+Helvetica" panose="020B0604020202020204"/>
            </a:endParaRPr>
          </a:p>
          <a:p>
            <a:pPr marL="85725" marR="0" defTabSz="914400" fontAlgn="auto">
              <a:lnSpc>
                <a:spcPts val="1810"/>
              </a:lnSpc>
              <a:spcBef>
                <a:spcPts val="2330"/>
              </a:spcBef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CNDRFH+Helvetica" panose="020B0604020202020204"/>
                <a:cs typeface="CNDRFH+Helvetica" panose="020B0604020202020204"/>
              </a:rPr>
              <a:t>effect 3</a:t>
            </a:r>
            <a:endParaRPr kumimoji="0" sz="1600" kern="0" cap="none" spc="0" normalizeH="0" baseline="0" noProof="0">
              <a:solidFill>
                <a:srgbClr val="000000"/>
              </a:solidFill>
              <a:latin typeface="CNDRFH+Helvetica" panose="020B0604020202020204"/>
              <a:cs typeface="CNDRFH+Helvetica" panose="020B0604020202020204"/>
            </a:endParaRPr>
          </a:p>
        </p:txBody>
      </p:sp>
      <p:sp>
        <p:nvSpPr>
          <p:cNvPr id="123912" name="object 8"/>
          <p:cNvSpPr txBox="1"/>
          <p:nvPr/>
        </p:nvSpPr>
        <p:spPr>
          <a:xfrm>
            <a:off x="6651625" y="3271838"/>
            <a:ext cx="852488" cy="5349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CNDRFH+Helvetica" panose="020B0604020202020204" charset="0"/>
                <a:ea typeface="宋体" panose="02010600030101010101" pitchFamily="2" charset="-122"/>
                <a:cs typeface="CNDRFH+Helvetica" panose="020B0604020202020204" charset="0"/>
              </a:rPr>
              <a:t>action</a:t>
            </a:r>
            <a:endParaRPr lang="en-US" altLang="zh-CN" sz="1600">
              <a:solidFill>
                <a:srgbClr val="000000"/>
              </a:solidFill>
              <a:latin typeface="CNDRFH+Helvetica" panose="020B0604020202020204" charset="0"/>
              <a:ea typeface="CNDRFH+Helvetica" panose="020B0604020202020204" charset="0"/>
            </a:endParaRPr>
          </a:p>
        </p:txBody>
      </p:sp>
      <p:sp>
        <p:nvSpPr>
          <p:cNvPr id="123913" name="object 9"/>
          <p:cNvSpPr txBox="1"/>
          <p:nvPr/>
        </p:nvSpPr>
        <p:spPr>
          <a:xfrm>
            <a:off x="4600575" y="3476625"/>
            <a:ext cx="979488" cy="5349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CNDRFH+Helvetica" panose="020B0604020202020204" charset="0"/>
                <a:ea typeface="宋体" panose="02010600030101010101" pitchFamily="2" charset="-122"/>
                <a:cs typeface="CNDRFH+Helvetica" panose="020B0604020202020204" charset="0"/>
              </a:rPr>
              <a:t>effect 2</a:t>
            </a:r>
            <a:endParaRPr lang="en-US" altLang="zh-CN" sz="1600">
              <a:solidFill>
                <a:srgbClr val="000000"/>
              </a:solidFill>
              <a:latin typeface="CNDRFH+Helvetica" panose="020B0604020202020204" charset="0"/>
              <a:ea typeface="CNDRFH+Helvetica" panose="020B0604020202020204" charset="0"/>
            </a:endParaRPr>
          </a:p>
        </p:txBody>
      </p:sp>
      <p:sp>
        <p:nvSpPr>
          <p:cNvPr id="123914" name="object 10"/>
          <p:cNvSpPr txBox="1"/>
          <p:nvPr/>
        </p:nvSpPr>
        <p:spPr>
          <a:xfrm>
            <a:off x="5422900" y="3843338"/>
            <a:ext cx="1025525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CNDRFH+Helvetica" panose="020B0604020202020204" charset="0"/>
                <a:ea typeface="宋体" panose="02010600030101010101" pitchFamily="2" charset="-122"/>
                <a:cs typeface="CNDRFH+Helvetica" panose="020B0604020202020204" charset="0"/>
              </a:rPr>
              <a:t>action 2</a:t>
            </a:r>
            <a:endParaRPr lang="en-US" altLang="zh-CN" sz="1600">
              <a:solidFill>
                <a:srgbClr val="000000"/>
              </a:solidFill>
              <a:latin typeface="CNDRFH+Helvetica" panose="020B0604020202020204" charset="0"/>
              <a:ea typeface="CNDRFH+Helvetica" panose="020B060402020202020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98925" y="4413250"/>
            <a:ext cx="2074863" cy="1562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CNDRFH+Helvetica" panose="020B0604020202020204"/>
                <a:cs typeface="CNDRFH+Helvetica" panose="020B0604020202020204"/>
              </a:rPr>
              <a:t>Connection </a:t>
            </a:r>
            <a:r>
              <a:rPr kumimoji="0" sz="1600" kern="0" cap="none" spc="10" normalizeH="0" baseline="0" noProof="0">
                <a:solidFill>
                  <a:srgbClr val="000000"/>
                </a:solidFill>
                <a:latin typeface="CNDRFH+Helvetica" panose="020B0604020202020204"/>
                <a:cs typeface="CNDRFH+Helvetica" panose="020B0604020202020204"/>
              </a:rPr>
              <a:t>domain</a:t>
            </a:r>
            <a:endParaRPr kumimoji="0" sz="1600" kern="0" cap="none" spc="10" normalizeH="0" baseline="0" noProof="0">
              <a:solidFill>
                <a:srgbClr val="000000"/>
              </a:solidFill>
              <a:latin typeface="CNDRFH+Helvetica" panose="020B0604020202020204"/>
              <a:cs typeface="CNDRFH+Helvetica" panose="020B0604020202020204"/>
            </a:endParaRPr>
          </a:p>
          <a:p>
            <a:pPr marL="131445" marR="0" defTabSz="914400" fontAlgn="auto">
              <a:lnSpc>
                <a:spcPts val="1810"/>
              </a:lnSpc>
              <a:spcBef>
                <a:spcPts val="6285"/>
              </a:spcBef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CNDRFH+Helvetica" panose="020B0604020202020204"/>
                <a:cs typeface="CNDRFH+Helvetica" panose="020B0604020202020204"/>
              </a:rPr>
              <a:t>Reactive system</a:t>
            </a:r>
            <a:endParaRPr kumimoji="0" sz="1600" kern="0" cap="none" spc="0" normalizeH="0" baseline="0" noProof="0">
              <a:solidFill>
                <a:srgbClr val="000000"/>
              </a:solidFill>
              <a:latin typeface="CNDRFH+Helvetica" panose="020B0604020202020204"/>
              <a:cs typeface="CNDRFH+Helvetica" panose="020B0604020202020204"/>
            </a:endParaRPr>
          </a:p>
        </p:txBody>
      </p:sp>
      <p:sp>
        <p:nvSpPr>
          <p:cNvPr id="123916" name="object 12"/>
          <p:cNvSpPr txBox="1"/>
          <p:nvPr/>
        </p:nvSpPr>
        <p:spPr>
          <a:xfrm>
            <a:off x="3008313" y="4984750"/>
            <a:ext cx="1058862" cy="5349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CNDRFH+Helvetica" panose="020B0604020202020204" charset="0"/>
                <a:ea typeface="宋体" panose="02010600030101010101" pitchFamily="2" charset="-122"/>
                <a:cs typeface="CNDRFH+Helvetica" panose="020B0604020202020204" charset="0"/>
              </a:rPr>
              <a:t>stimulus</a:t>
            </a:r>
            <a:endParaRPr lang="en-US" altLang="zh-CN" sz="1600">
              <a:solidFill>
                <a:srgbClr val="000000"/>
              </a:solidFill>
              <a:latin typeface="CNDRFH+Helvetica" panose="020B0604020202020204" charset="0"/>
              <a:ea typeface="CNDRFH+Helvetica" panose="020B0604020202020204" charset="0"/>
            </a:endParaRPr>
          </a:p>
        </p:txBody>
      </p:sp>
      <p:sp>
        <p:nvSpPr>
          <p:cNvPr id="123917" name="object 13"/>
          <p:cNvSpPr txBox="1"/>
          <p:nvPr/>
        </p:nvSpPr>
        <p:spPr>
          <a:xfrm>
            <a:off x="7188200" y="5099050"/>
            <a:ext cx="1149350" cy="5349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CNDRFH+Helvetica" panose="020B0604020202020204" charset="0"/>
                <a:ea typeface="宋体" panose="02010600030101010101" pitchFamily="2" charset="-122"/>
                <a:cs typeface="CNDRFH+Helvetica" panose="020B0604020202020204" charset="0"/>
              </a:rPr>
              <a:t>response</a:t>
            </a:r>
            <a:endParaRPr lang="en-US" altLang="zh-CN" sz="1600">
              <a:solidFill>
                <a:srgbClr val="000000"/>
              </a:solidFill>
              <a:latin typeface="CNDRFH+Helvetica" panose="020B0604020202020204" charset="0"/>
              <a:ea typeface="CNDRFH+Helvetica" panose="020B0604020202020204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WOERHA+CMR7" panose="02000500000000000000"/>
                <a:cs typeface="WOERHA+CMR7" panose="02000500000000000000"/>
              </a:rPr>
              <a:t>35</a:t>
            </a:r>
            <a:endParaRPr kumimoji="0" sz="1450" kern="0" cap="none" spc="0" normalizeH="0" baseline="0" noProof="0">
              <a:solidFill>
                <a:srgbClr val="000000"/>
              </a:solidFill>
              <a:latin typeface="WOERHA+CMR7" panose="02000500000000000000"/>
              <a:cs typeface="WOERHA+CMR7" panose="02000500000000000000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24930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700213"/>
            <a:ext cx="4270375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3" normalizeH="0" baseline="0" noProof="0">
                <a:solidFill>
                  <a:srgbClr val="000000"/>
                </a:solidFill>
                <a:latin typeface="TDMAFF+CMBX12~c" panose="02000500000000000000"/>
                <a:cs typeface="TDMAFF+CMBX12~c" panose="02000500000000000000"/>
              </a:rPr>
              <a:t>The</a:t>
            </a:r>
            <a:r>
              <a:rPr kumimoji="0" sz="2500" kern="0" cap="none" spc="30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TDMAFF+CMBX12~c" panose="02000500000000000000"/>
                <a:cs typeface="TDMAFF+CMBX12~c" panose="02000500000000000000"/>
              </a:rPr>
              <a:t>role</a:t>
            </a:r>
            <a:r>
              <a:rPr kumimoji="0" sz="2500" kern="0" cap="none" spc="30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TDMAFF+CMBX12~c" panose="02000500000000000000"/>
                <a:cs typeface="TDMAFF+CMBX12~c" panose="02000500000000000000"/>
              </a:rPr>
              <a:t>of</a:t>
            </a:r>
            <a:r>
              <a:rPr kumimoji="0" sz="2500" kern="0" cap="none" spc="30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1" normalizeH="0" baseline="0" noProof="0">
                <a:solidFill>
                  <a:srgbClr val="000000"/>
                </a:solidFill>
                <a:latin typeface="TDMAFF+CMBX12~c" panose="02000500000000000000"/>
                <a:cs typeface="TDMAFF+CMBX12~c" panose="02000500000000000000"/>
              </a:rPr>
              <a:t>assumptions</a:t>
            </a:r>
            <a:endParaRPr kumimoji="0" sz="2500" kern="0" cap="none" spc="-11" normalizeH="0" baseline="0" noProof="0">
              <a:solidFill>
                <a:srgbClr val="000000"/>
              </a:solidFill>
              <a:latin typeface="TDMAFF+CMBX12~c" panose="02000500000000000000"/>
              <a:cs typeface="TDMAFF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588" y="2166938"/>
            <a:ext cx="6264275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These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are</a:t>
            </a:r>
            <a:r>
              <a:rPr kumimoji="0" sz="2050" kern="0" cap="none" spc="19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statements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5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about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environment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...</a:t>
            </a:r>
            <a:endParaRPr kumimoji="0" sz="2050" kern="0" cap="none" spc="0" normalizeH="0" baseline="0" noProof="0">
              <a:solidFill>
                <a:srgbClr val="000000"/>
              </a:solidFill>
              <a:latin typeface="SGLDDE+CMR10" panose="02000500000000000000"/>
              <a:cs typeface="SGLDDE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138" y="2684463"/>
            <a:ext cx="7769225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RBGKGA+CMSY10~25" panose="02000500000000000000"/>
                <a:cs typeface="RBGKGA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that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must</a:t>
            </a:r>
            <a:r>
              <a:rPr kumimoji="0" sz="2050" kern="0" cap="none" spc="20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73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be</a:t>
            </a:r>
            <a:r>
              <a:rPr kumimoji="0" sz="2050" kern="0" cap="none" spc="10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true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for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(stimulus,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7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response)</a:t>
            </a:r>
            <a:r>
              <a:rPr kumimoji="0" sz="2050" kern="0" cap="none" spc="1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pair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to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73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be</a:t>
            </a:r>
            <a:endParaRPr kumimoji="0" sz="2050" kern="0" cap="none" spc="73" normalizeH="0" baseline="0" noProof="0">
              <a:solidFill>
                <a:srgbClr val="000000"/>
              </a:solidFill>
              <a:latin typeface="SGLDDE+CMR10" panose="02000500000000000000"/>
              <a:cs typeface="SGLDDE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075" y="3055938"/>
            <a:ext cx="147320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desirable;</a:t>
            </a:r>
            <a:endParaRPr kumimoji="0" sz="2050" kern="0" cap="none" spc="0" normalizeH="0" baseline="0" noProof="0">
              <a:solidFill>
                <a:srgbClr val="000000"/>
              </a:solidFill>
              <a:latin typeface="SGLDDE+CMR10" panose="02000500000000000000"/>
              <a:cs typeface="SGLDDE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138" y="3575050"/>
            <a:ext cx="6581775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RBGKGA+CMSY10~25" panose="02000500000000000000"/>
                <a:cs typeface="RBGKGA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but</a:t>
            </a:r>
            <a:r>
              <a:rPr kumimoji="0" sz="2050" kern="0" cap="none" spc="16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SuD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cannot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guarantee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them</a:t>
            </a:r>
            <a:r>
              <a:rPr kumimoji="0" sz="20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to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73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be</a:t>
            </a:r>
            <a:r>
              <a:rPr kumimoji="0" sz="2050" kern="0" cap="none" spc="10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true.</a:t>
            </a:r>
            <a:endParaRPr kumimoji="0" sz="2050" kern="0" cap="none" spc="0" normalizeH="0" baseline="0" noProof="0">
              <a:solidFill>
                <a:srgbClr val="000000"/>
              </a:solidFill>
              <a:latin typeface="SGLDDE+CMR10" panose="02000500000000000000"/>
              <a:cs typeface="SGLDDE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138" y="4094163"/>
            <a:ext cx="8174038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RBGKGA+CMSY10~25" panose="02000500000000000000"/>
                <a:cs typeface="RBGKGA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If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assumption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is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false,</a:t>
            </a:r>
            <a:r>
              <a:rPr kumimoji="0" sz="2050" kern="0" cap="none" spc="15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(stimulus,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7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response)</a:t>
            </a:r>
            <a:r>
              <a:rPr kumimoji="0" sz="2050" kern="0" cap="none" spc="1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pair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3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may</a:t>
            </a:r>
            <a:r>
              <a:rPr kumimoji="0" sz="2050" kern="0" cap="none" spc="21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still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73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be</a:t>
            </a:r>
            <a:endParaRPr kumimoji="0" sz="2050" kern="0" cap="none" spc="73" normalizeH="0" baseline="0" noProof="0">
              <a:solidFill>
                <a:srgbClr val="000000"/>
              </a:solidFill>
              <a:latin typeface="SGLDDE+CMR10" panose="02000500000000000000"/>
              <a:cs typeface="SGLDDE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075" y="4464050"/>
            <a:ext cx="587375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515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SGLDDE+CMR10" panose="02000500000000000000"/>
                <a:ea typeface="SGLDDE+CMR10" panose="02000500000000000000"/>
              </a:rPr>
              <a:t>desirable,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GLDDE+CMR10" panose="02000500000000000000"/>
                <a:ea typeface="SGLDDE+CMR10" panose="02000500000000000000"/>
              </a:rPr>
              <a:t>or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GLDDE+CMR10" panose="02000500000000000000"/>
                <a:ea typeface="SGLDDE+CMR10" panose="02000500000000000000"/>
              </a:rPr>
              <a:t>indiﬀerent,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GLDDE+CMR10" panose="02000500000000000000"/>
                <a:ea typeface="SGLDDE+CMR10" panose="02000500000000000000"/>
              </a:rPr>
              <a:t>or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GLDDE+CMR10" panose="02000500000000000000"/>
                <a:ea typeface="SGLDDE+CMR10" panose="02000500000000000000"/>
              </a:rPr>
              <a:t>even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GLDDE+CMR10" panose="02000500000000000000"/>
                <a:ea typeface="SGLDDE+CMR10" panose="02000500000000000000"/>
              </a:rPr>
              <a:t>undesirable!</a:t>
            </a:r>
            <a:endParaRPr lang="en-US" altLang="zh-CN" sz="2000">
              <a:solidFill>
                <a:srgbClr val="000000"/>
              </a:solidFill>
              <a:latin typeface="SGLDDE+CMR10" panose="02000500000000000000"/>
              <a:ea typeface="SGLDDE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4588" y="4984750"/>
            <a:ext cx="8120063" cy="1452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Typical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assumptions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concern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3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laws</a:t>
            </a:r>
            <a:r>
              <a:rPr kumimoji="0" sz="2050" kern="0" cap="none" spc="20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nature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5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properties</a:t>
            </a:r>
            <a:r>
              <a:rPr kumimoji="0" sz="2050" kern="0" cap="none" spc="1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of</a:t>
            </a:r>
            <a:endParaRPr kumimoji="0" sz="2050" kern="0" cap="none" spc="0" normalizeH="0" baseline="0" noProof="0">
              <a:solidFill>
                <a:srgbClr val="000000"/>
              </a:solidFill>
              <a:latin typeface="SGLDDE+CMR10" panose="02000500000000000000"/>
              <a:cs typeface="SGLDDE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395"/>
              </a:spcBef>
              <a:buClrTx/>
              <a:buSzTx/>
              <a:buFontTx/>
              <a:buNone/>
              <a:defRPr/>
            </a:pPr>
            <a:r>
              <a:rPr kumimoji="0" sz="2050" kern="0" cap="none" spc="12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devices</a:t>
            </a:r>
            <a:r>
              <a:rPr kumimoji="0" sz="2050" kern="0" cap="none" spc="14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(e.g.</a:t>
            </a:r>
            <a:r>
              <a:rPr kumimoji="0" sz="2050" kern="0" cap="none" spc="39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observers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actors)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2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people</a:t>
            </a:r>
            <a:r>
              <a:rPr kumimoji="0" sz="2050" kern="0" cap="none" spc="15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(e.g.</a:t>
            </a:r>
            <a:r>
              <a:rPr kumimoji="0" sz="2050" kern="0" cap="none" spc="3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users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and</a:t>
            </a:r>
            <a:endParaRPr kumimoji="0" sz="2050" kern="0" cap="none" spc="10" normalizeH="0" baseline="0" noProof="0">
              <a:solidFill>
                <a:srgbClr val="000000"/>
              </a:solidFill>
              <a:latin typeface="SGLDDE+CMR10" panose="02000500000000000000"/>
              <a:cs typeface="SGLDDE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460"/>
              </a:spcBef>
              <a:buClrTx/>
              <a:buSzTx/>
              <a:buFontTx/>
              <a:buNone/>
              <a:defRPr/>
            </a:pPr>
            <a:r>
              <a:rPr kumimoji="0" sz="2050" kern="0" cap="none" spc="13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operators).</a:t>
            </a:r>
            <a:endParaRPr kumimoji="0" sz="2050" kern="0" cap="none" spc="13" normalizeH="0" baseline="0" noProof="0">
              <a:solidFill>
                <a:srgbClr val="000000"/>
              </a:solidFill>
              <a:latin typeface="SGLDDE+CMR10" panose="02000500000000000000"/>
              <a:cs typeface="SGLDDE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OLUGQW+CMR7" panose="02000500000000000000"/>
                <a:cs typeface="OLUGQW+CMR7" panose="02000500000000000000"/>
              </a:rPr>
              <a:t>36</a:t>
            </a:r>
            <a:endParaRPr kumimoji="0" sz="1450" kern="0" cap="none" spc="0" normalizeH="0" baseline="0" noProof="0">
              <a:solidFill>
                <a:srgbClr val="000000"/>
              </a:solidFill>
              <a:latin typeface="OLUGQW+CMR7" panose="02000500000000000000"/>
              <a:cs typeface="OLUGQW+CMR7" panose="02000500000000000000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25954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2303463"/>
            <a:ext cx="7653338" cy="1163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9" normalizeH="0" baseline="0" noProof="0">
                <a:solidFill>
                  <a:srgbClr val="000000"/>
                </a:solidFill>
                <a:latin typeface="KOCEKA+CMBX12~c" panose="02000500000000000000"/>
                <a:cs typeface="KOCEKA+CMBX12~c" panose="02000500000000000000"/>
              </a:rPr>
              <a:t>Observers</a:t>
            </a:r>
            <a:r>
              <a:rPr kumimoji="0" sz="2500" kern="0" cap="none" spc="30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3" normalizeH="0" baseline="0" noProof="0">
                <a:solidFill>
                  <a:srgbClr val="000000"/>
                </a:solidFill>
                <a:latin typeface="KOCEKA+CMBX12~c" panose="02000500000000000000"/>
                <a:cs typeface="KOCEKA+CMBX12~c" panose="02000500000000000000"/>
              </a:rPr>
              <a:t>and</a:t>
            </a:r>
            <a:r>
              <a:rPr kumimoji="0" sz="2500" kern="0" cap="none" spc="30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3" normalizeH="0" baseline="0" noProof="0">
                <a:solidFill>
                  <a:srgbClr val="000000"/>
                </a:solidFill>
                <a:latin typeface="KOCEKA+CMBX12~c" panose="02000500000000000000"/>
                <a:cs typeface="KOCEKA+CMBX12~c" panose="02000500000000000000"/>
              </a:rPr>
              <a:t>actors</a:t>
            </a:r>
            <a:r>
              <a:rPr kumimoji="0" sz="2500" kern="0" cap="none" spc="32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0" normalizeH="0" baseline="0" noProof="0">
                <a:solidFill>
                  <a:srgbClr val="000000"/>
                </a:solidFill>
                <a:latin typeface="KOCEKA+CMBX12~c" panose="02000500000000000000"/>
                <a:cs typeface="KOCEKA+CMBX12~c" panose="02000500000000000000"/>
              </a:rPr>
              <a:t>are</a:t>
            </a:r>
            <a:r>
              <a:rPr kumimoji="0" sz="2500" kern="0" cap="none" spc="29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KOCEKA+CMBX12~c" panose="02000500000000000000"/>
                <a:cs typeface="KOCEKA+CMBX12~c" panose="02000500000000000000"/>
              </a:rPr>
              <a:t>in</a:t>
            </a:r>
            <a:r>
              <a:rPr kumimoji="0" sz="2500" kern="0" cap="none" spc="2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5" normalizeH="0" baseline="0" noProof="0">
                <a:solidFill>
                  <a:srgbClr val="000000"/>
                </a:solidFill>
                <a:latin typeface="KOCEKA+CMBX12~c" panose="02000500000000000000"/>
                <a:cs typeface="KOCEKA+CMBX12~c" panose="02000500000000000000"/>
              </a:rPr>
              <a:t>the</a:t>
            </a:r>
            <a:r>
              <a:rPr kumimoji="0" sz="2500" kern="0" cap="none" spc="31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3" normalizeH="0" baseline="0" noProof="0">
                <a:solidFill>
                  <a:srgbClr val="000000"/>
                </a:solidFill>
                <a:latin typeface="KOCEKA+CMBX12~c" panose="02000500000000000000"/>
                <a:cs typeface="KOCEKA+CMBX12~c" panose="02000500000000000000"/>
              </a:rPr>
              <a:t>connection</a:t>
            </a:r>
            <a:endParaRPr kumimoji="0" sz="2500" kern="0" cap="none" spc="-13" normalizeH="0" baseline="0" noProof="0">
              <a:solidFill>
                <a:srgbClr val="000000"/>
              </a:solidFill>
              <a:latin typeface="KOCEKA+CMBX12~c" panose="02000500000000000000"/>
              <a:cs typeface="KOCEKA+CMBX12~c" panose="02000500000000000000"/>
            </a:endParaRPr>
          </a:p>
          <a:p>
            <a:pPr marR="0" defTabSz="914400" fontAlgn="auto">
              <a:lnSpc>
                <a:spcPts val="2480"/>
              </a:lnSpc>
              <a:spcBef>
                <a:spcPts val="445"/>
              </a:spcBef>
              <a:buClrTx/>
              <a:buSzTx/>
              <a:buFontTx/>
              <a:buNone/>
              <a:defRPr/>
            </a:pPr>
            <a:r>
              <a:rPr kumimoji="0" sz="2500" kern="0" cap="none" spc="-12" normalizeH="0" baseline="0" noProof="0">
                <a:solidFill>
                  <a:srgbClr val="000000"/>
                </a:solidFill>
                <a:latin typeface="KOCEKA+CMBX12~c" panose="02000500000000000000"/>
                <a:cs typeface="KOCEKA+CMBX12~c" panose="02000500000000000000"/>
              </a:rPr>
              <a:t>domain</a:t>
            </a:r>
            <a:endParaRPr kumimoji="0" sz="2500" kern="0" cap="none" spc="-12" normalizeH="0" baseline="0" noProof="0">
              <a:solidFill>
                <a:srgbClr val="000000"/>
              </a:solidFill>
              <a:latin typeface="KOCEKA+CMBX12~c" panose="02000500000000000000"/>
              <a:cs typeface="KOCEKA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79713" y="3087688"/>
            <a:ext cx="808038" cy="534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10" normalizeH="0" baseline="0" noProof="0">
                <a:solidFill>
                  <a:srgbClr val="000000"/>
                </a:solidFill>
                <a:latin typeface="KTVDRF+Helvetica" panose="020B0604020202020204"/>
                <a:cs typeface="KTVDRF+Helvetica" panose="020B0604020202020204"/>
              </a:rPr>
              <a:t>event</a:t>
            </a:r>
            <a:endParaRPr kumimoji="0" sz="1600" kern="0" cap="none" spc="10" normalizeH="0" baseline="0" noProof="0">
              <a:solidFill>
                <a:srgbClr val="000000"/>
              </a:solidFill>
              <a:latin typeface="KTVDRF+Helvetica" panose="020B0604020202020204"/>
              <a:cs typeface="KTVDRF+Helvetica" panose="020B0604020202020204"/>
            </a:endParaRPr>
          </a:p>
        </p:txBody>
      </p:sp>
      <p:sp>
        <p:nvSpPr>
          <p:cNvPr id="125957" name="object 5"/>
          <p:cNvSpPr txBox="1"/>
          <p:nvPr/>
        </p:nvSpPr>
        <p:spPr>
          <a:xfrm>
            <a:off x="6754813" y="3087688"/>
            <a:ext cx="854075" cy="5349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KTVDRF+Helvetica" panose="020B0604020202020204" charset="0"/>
                <a:ea typeface="宋体" panose="02010600030101010101" pitchFamily="2" charset="-122"/>
                <a:cs typeface="KTVDRF+Helvetica" panose="020B0604020202020204" charset="0"/>
              </a:rPr>
              <a:t>action</a:t>
            </a:r>
            <a:endParaRPr lang="en-US" altLang="zh-CN" sz="1600">
              <a:solidFill>
                <a:srgbClr val="000000"/>
              </a:solidFill>
              <a:latin typeface="KTVDRF+Helvetica" panose="020B0604020202020204" charset="0"/>
              <a:ea typeface="KTVDRF+Helvetica" panose="020B060402020202020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08263" y="3887788"/>
            <a:ext cx="114935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10" normalizeH="0" baseline="0" noProof="0">
                <a:solidFill>
                  <a:srgbClr val="000000"/>
                </a:solidFill>
                <a:latin typeface="KTVDRF+Helvetica" panose="020B0604020202020204"/>
                <a:cs typeface="KTVDRF+Helvetica" panose="020B0604020202020204"/>
              </a:rPr>
              <a:t>Observer</a:t>
            </a:r>
            <a:endParaRPr kumimoji="0" sz="1600" kern="0" cap="none" spc="10" normalizeH="0" baseline="0" noProof="0">
              <a:solidFill>
                <a:srgbClr val="000000"/>
              </a:solidFill>
              <a:latin typeface="KTVDRF+Helvetica" panose="020B0604020202020204"/>
              <a:cs typeface="KTVDRF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00525" y="3887788"/>
            <a:ext cx="2076450" cy="167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KTVDRF+Helvetica" panose="020B0604020202020204"/>
                <a:cs typeface="KTVDRF+Helvetica" panose="020B0604020202020204"/>
              </a:rPr>
              <a:t>Connection </a:t>
            </a:r>
            <a:r>
              <a:rPr kumimoji="0" sz="1600" kern="0" cap="none" spc="10" normalizeH="0" baseline="0" noProof="0">
                <a:solidFill>
                  <a:srgbClr val="000000"/>
                </a:solidFill>
                <a:latin typeface="KTVDRF+Helvetica" panose="020B0604020202020204"/>
                <a:cs typeface="KTVDRF+Helvetica" panose="020B0604020202020204"/>
              </a:rPr>
              <a:t>domain</a:t>
            </a:r>
            <a:endParaRPr kumimoji="0" sz="1600" kern="0" cap="none" spc="10" normalizeH="0" baseline="0" noProof="0">
              <a:solidFill>
                <a:srgbClr val="000000"/>
              </a:solidFill>
              <a:latin typeface="KTVDRF+Helvetica" panose="020B0604020202020204"/>
              <a:cs typeface="KTVDRF+Helvetica" panose="020B0604020202020204"/>
            </a:endParaRPr>
          </a:p>
          <a:p>
            <a:pPr marL="131445" marR="0" defTabSz="914400" fontAlgn="auto">
              <a:lnSpc>
                <a:spcPts val="1810"/>
              </a:lnSpc>
              <a:spcBef>
                <a:spcPts val="7185"/>
              </a:spcBef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KTVDRF+Helvetica" panose="020B0604020202020204"/>
                <a:cs typeface="KTVDRF+Helvetica" panose="020B0604020202020204"/>
              </a:rPr>
              <a:t>Reactive system</a:t>
            </a:r>
            <a:endParaRPr kumimoji="0" sz="1600" kern="0" cap="none" spc="0" normalizeH="0" baseline="0" noProof="0">
              <a:solidFill>
                <a:srgbClr val="000000"/>
              </a:solidFill>
              <a:latin typeface="KTVDRF+Helvetica" panose="020B0604020202020204"/>
              <a:cs typeface="KTVDRF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89738" y="3887788"/>
            <a:ext cx="78422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10" normalizeH="0" baseline="0" noProof="0">
                <a:solidFill>
                  <a:srgbClr val="000000"/>
                </a:solidFill>
                <a:latin typeface="KTVDRF+Helvetica" panose="020B0604020202020204"/>
                <a:cs typeface="KTVDRF+Helvetica" panose="020B0604020202020204"/>
              </a:rPr>
              <a:t>Actor</a:t>
            </a:r>
            <a:endParaRPr kumimoji="0" sz="1600" kern="0" cap="none" spc="10" normalizeH="0" baseline="0" noProof="0">
              <a:solidFill>
                <a:srgbClr val="000000"/>
              </a:solidFill>
              <a:latin typeface="KTVDRF+Helvetica" panose="020B0604020202020204"/>
              <a:cs typeface="KTVDRF+Helvetica" panose="020B0604020202020204"/>
            </a:endParaRPr>
          </a:p>
        </p:txBody>
      </p:sp>
      <p:sp>
        <p:nvSpPr>
          <p:cNvPr id="125961" name="object 9"/>
          <p:cNvSpPr txBox="1"/>
          <p:nvPr/>
        </p:nvSpPr>
        <p:spPr>
          <a:xfrm>
            <a:off x="2311400" y="4573588"/>
            <a:ext cx="1058863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KTVDRF+Helvetica" panose="020B0604020202020204" charset="0"/>
                <a:ea typeface="宋体" panose="02010600030101010101" pitchFamily="2" charset="-122"/>
                <a:cs typeface="KTVDRF+Helvetica" panose="020B0604020202020204" charset="0"/>
              </a:rPr>
              <a:t>stimulus</a:t>
            </a:r>
            <a:endParaRPr lang="en-US" altLang="zh-CN" sz="1600">
              <a:solidFill>
                <a:srgbClr val="000000"/>
              </a:solidFill>
              <a:latin typeface="KTVDRF+Helvetica" panose="020B0604020202020204" charset="0"/>
              <a:ea typeface="KTVDRF+Helvetica" panose="020B060402020202020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26163" y="4573588"/>
            <a:ext cx="1150938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10" normalizeH="0" baseline="0" noProof="0">
                <a:solidFill>
                  <a:srgbClr val="000000"/>
                </a:solidFill>
                <a:latin typeface="KTVDRF+Helvetica" panose="020B0604020202020204"/>
                <a:cs typeface="KTVDRF+Helvetica" panose="020B0604020202020204"/>
              </a:rPr>
              <a:t>response</a:t>
            </a:r>
            <a:endParaRPr kumimoji="0" sz="1600" kern="0" cap="none" spc="10" normalizeH="0" baseline="0" noProof="0">
              <a:solidFill>
                <a:srgbClr val="000000"/>
              </a:solidFill>
              <a:latin typeface="KTVDRF+Helvetica" panose="020B0604020202020204"/>
              <a:cs typeface="KTVDRF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IIQSWB+CMR7" panose="02000500000000000000"/>
                <a:cs typeface="IIQSWB+CMR7" panose="02000500000000000000"/>
              </a:rPr>
              <a:t>37</a:t>
            </a:r>
            <a:endParaRPr kumimoji="0" sz="1450" kern="0" cap="none" spc="0" normalizeH="0" baseline="0" noProof="0">
              <a:solidFill>
                <a:srgbClr val="000000"/>
              </a:solidFill>
              <a:latin typeface="IIQSWB+CMR7" panose="02000500000000000000"/>
              <a:cs typeface="IIQSWB+CMR7" panose="02000500000000000000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26978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058863"/>
            <a:ext cx="5235575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1" normalizeH="0" baseline="0" noProof="0">
                <a:solidFill>
                  <a:srgbClr val="000000"/>
                </a:solidFill>
                <a:latin typeface="BODLJG+CMBX12~c" panose="02000500000000000000"/>
                <a:cs typeface="BODLJG+CMBX12~c" panose="02000500000000000000"/>
              </a:rPr>
              <a:t>Assumptions</a:t>
            </a:r>
            <a:r>
              <a:rPr kumimoji="0" sz="2500" kern="0" cap="none" spc="2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BODLJG+CMBX12~c" panose="02000500000000000000"/>
                <a:cs typeface="BODLJG+CMBX12~c" panose="02000500000000000000"/>
              </a:rPr>
              <a:t>about</a:t>
            </a:r>
            <a:r>
              <a:rPr kumimoji="0" sz="2500" kern="0" cap="none" spc="30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9" normalizeH="0" baseline="0" noProof="0">
                <a:solidFill>
                  <a:srgbClr val="000000"/>
                </a:solidFill>
                <a:latin typeface="BODLJG+CMBX12~c" panose="02000500000000000000"/>
                <a:cs typeface="BODLJG+CMBX12~c" panose="02000500000000000000"/>
              </a:rPr>
              <a:t>observers</a:t>
            </a:r>
            <a:endParaRPr kumimoji="0" sz="2500" kern="0" cap="none" spc="-19" normalizeH="0" baseline="0" noProof="0">
              <a:solidFill>
                <a:srgbClr val="000000"/>
              </a:solidFill>
              <a:latin typeface="BODLJG+CMBX12~c" panose="02000500000000000000"/>
              <a:cs typeface="BODLJG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05125" y="1601788"/>
            <a:ext cx="3048000" cy="763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DFRUMU+Helvetica" panose="020B0604020202020204"/>
                <a:cs typeface="DFRUMU+Helvetica" panose="020B0604020202020204"/>
              </a:rPr>
              <a:t>close, </a:t>
            </a:r>
            <a:r>
              <a:rPr kumimoji="0" sz="1600" kern="0" cap="none" spc="10" normalizeH="0" baseline="0" noProof="0">
                <a:solidFill>
                  <a:srgbClr val="000000"/>
                </a:solidFill>
                <a:latin typeface="DFRUMU+Helvetica" panose="020B0604020202020204"/>
                <a:cs typeface="DFRUMU+Helvetica" panose="020B0604020202020204"/>
              </a:rPr>
              <a:t>open</a:t>
            </a:r>
            <a:endParaRPr kumimoji="0" sz="1600" kern="0" cap="none" spc="10" normalizeH="0" baseline="0" noProof="0">
              <a:solidFill>
                <a:srgbClr val="000000"/>
              </a:solidFill>
              <a:latin typeface="DFRUMU+Helvetica" panose="020B0604020202020204"/>
              <a:cs typeface="DFRUMU+Helvetica" panose="020B0604020202020204"/>
            </a:endParaRPr>
          </a:p>
          <a:p>
            <a:pPr marL="1644650" marR="0" defTabSz="914400" fontAlgn="auto">
              <a:lnSpc>
                <a:spcPts val="1800"/>
              </a:lnSpc>
              <a:buClrTx/>
              <a:buSzTx/>
              <a:buFontTx/>
              <a:buNone/>
              <a:defRPr/>
            </a:pPr>
            <a:r>
              <a:rPr kumimoji="0" sz="1600" kern="0" cap="none" spc="10" normalizeH="0" baseline="0" noProof="0">
                <a:solidFill>
                  <a:srgbClr val="000000"/>
                </a:solidFill>
                <a:latin typeface="DFRUMU+Helvetica" panose="020B0604020202020204"/>
                <a:cs typeface="DFRUMU+Helvetica" panose="020B0604020202020204"/>
              </a:rPr>
              <a:t>Metal</a:t>
            </a:r>
            <a:r>
              <a:rPr kumimoji="0" sz="1600" kern="0" cap="none" spc="0" normalizeH="0" baseline="0" noProof="0">
                <a:solidFill>
                  <a:srgbClr val="000000"/>
                </a:solidFill>
                <a:latin typeface="DFRUMU+Helvetica" panose="020B0604020202020204"/>
                <a:cs typeface="DFRUMU+Helvetica" panose="020B0604020202020204"/>
              </a:rPr>
              <a:t> plate</a:t>
            </a:r>
            <a:endParaRPr kumimoji="0" sz="1600" kern="0" cap="none" spc="0" normalizeH="0" baseline="0" noProof="0">
              <a:solidFill>
                <a:srgbClr val="000000"/>
              </a:solidFill>
              <a:latin typeface="DFRUMU+Helvetica" panose="020B0604020202020204"/>
              <a:cs typeface="DFRUMU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5250" y="1601788"/>
            <a:ext cx="579438" cy="534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10" normalizeH="0" baseline="0" noProof="0">
                <a:solidFill>
                  <a:srgbClr val="000000"/>
                </a:solidFill>
                <a:latin typeface="DFRUMU+Helvetica" panose="020B0604020202020204"/>
                <a:cs typeface="DFRUMU+Helvetica" panose="020B0604020202020204"/>
              </a:rPr>
              <a:t>cut</a:t>
            </a:r>
            <a:endParaRPr kumimoji="0" sz="1600" kern="0" cap="none" spc="10" normalizeH="0" baseline="0" noProof="0">
              <a:solidFill>
                <a:srgbClr val="000000"/>
              </a:solidFill>
              <a:latin typeface="DFRUMU+Helvetica" panose="020B0604020202020204"/>
              <a:cs typeface="DFRUMU+Helvetica" panose="020B0604020202020204"/>
            </a:endParaRPr>
          </a:p>
        </p:txBody>
      </p:sp>
      <p:sp>
        <p:nvSpPr>
          <p:cNvPr id="126982" name="object 6"/>
          <p:cNvSpPr txBox="1"/>
          <p:nvPr/>
        </p:nvSpPr>
        <p:spPr>
          <a:xfrm>
            <a:off x="2197100" y="2516188"/>
            <a:ext cx="1858963" cy="5349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DFRUMU+Helvetica" panose="020B0604020202020204" charset="0"/>
                <a:ea typeface="宋体" panose="02010600030101010101" pitchFamily="2" charset="-122"/>
                <a:cs typeface="DFRUMU+Helvetica" panose="020B0604020202020204" charset="0"/>
              </a:rPr>
              <a:t>Photoelectric cell</a:t>
            </a:r>
            <a:endParaRPr lang="en-US" altLang="zh-CN" sz="1600">
              <a:solidFill>
                <a:srgbClr val="000000"/>
              </a:solidFill>
              <a:latin typeface="DFRUMU+Helvetica" panose="020B0604020202020204" charset="0"/>
              <a:ea typeface="DFRUMU+Helvetica" panose="020B0604020202020204" charset="0"/>
            </a:endParaRPr>
          </a:p>
        </p:txBody>
      </p:sp>
      <p:sp>
        <p:nvSpPr>
          <p:cNvPr id="126983" name="object 7"/>
          <p:cNvSpPr txBox="1"/>
          <p:nvPr/>
        </p:nvSpPr>
        <p:spPr>
          <a:xfrm>
            <a:off x="6810375" y="2516188"/>
            <a:ext cx="865188" cy="5349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DFRUMU+Helvetica" panose="020B0604020202020204" charset="0"/>
                <a:ea typeface="宋体" panose="02010600030101010101" pitchFamily="2" charset="-122"/>
                <a:cs typeface="DFRUMU+Helvetica" panose="020B0604020202020204" charset="0"/>
              </a:rPr>
              <a:t>Cutter</a:t>
            </a:r>
            <a:endParaRPr lang="en-US" altLang="zh-CN" sz="1600">
              <a:solidFill>
                <a:srgbClr val="000000"/>
              </a:solidFill>
              <a:latin typeface="DFRUMU+Helvetica" panose="020B0604020202020204" charset="0"/>
              <a:ea typeface="DFRUMU+Helvetica" panose="020B060402020202020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19425" y="3063875"/>
            <a:ext cx="876300" cy="534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10" normalizeH="0" baseline="0" noProof="0">
                <a:solidFill>
                  <a:srgbClr val="000000"/>
                </a:solidFill>
                <a:latin typeface="DFRUMU+Helvetica" panose="020B0604020202020204"/>
                <a:cs typeface="DFRUMU+Helvetica" panose="020B0604020202020204"/>
              </a:rPr>
              <a:t>on,</a:t>
            </a:r>
            <a:r>
              <a:rPr kumimoji="0" sz="1600" kern="0" cap="none" spc="0" normalizeH="0" baseline="0" noProof="0">
                <a:solidFill>
                  <a:srgbClr val="000000"/>
                </a:solidFill>
                <a:latin typeface="DFRUMU+Helvetica" panose="020B0604020202020204"/>
                <a:cs typeface="DFRUMU+Helvetica" panose="020B0604020202020204"/>
              </a:rPr>
              <a:t> off</a:t>
            </a:r>
            <a:endParaRPr kumimoji="0" sz="1600" kern="0" cap="none" spc="0" normalizeH="0" baseline="0" noProof="0">
              <a:solidFill>
                <a:srgbClr val="000000"/>
              </a:solidFill>
              <a:latin typeface="DFRUMU+Helvetica" panose="020B0604020202020204"/>
              <a:cs typeface="DFRUMU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30950" y="3063875"/>
            <a:ext cx="808038" cy="534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12" normalizeH="0" baseline="0" noProof="0">
                <a:solidFill>
                  <a:srgbClr val="000000"/>
                </a:solidFill>
                <a:latin typeface="DFRUMU+Helvetica" panose="020B0604020202020204"/>
                <a:cs typeface="DFRUMU+Helvetica" panose="020B0604020202020204"/>
              </a:rPr>
              <a:t>move</a:t>
            </a:r>
            <a:endParaRPr kumimoji="0" sz="1600" kern="0" cap="none" spc="12" normalizeH="0" baseline="0" noProof="0">
              <a:solidFill>
                <a:srgbClr val="000000"/>
              </a:solidFill>
              <a:latin typeface="DFRUMU+Helvetica" panose="020B0604020202020204"/>
              <a:cs typeface="DFRUMU+Helvetica" panose="020B0604020202020204"/>
            </a:endParaRPr>
          </a:p>
        </p:txBody>
      </p:sp>
      <p:sp>
        <p:nvSpPr>
          <p:cNvPr id="126986" name="object 10"/>
          <p:cNvSpPr txBox="1"/>
          <p:nvPr/>
        </p:nvSpPr>
        <p:spPr>
          <a:xfrm>
            <a:off x="4013200" y="3292475"/>
            <a:ext cx="2338388" cy="5349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DFRUMU+Helvetica" panose="020B0604020202020204" charset="0"/>
                <a:ea typeface="宋体" panose="02010600030101010101" pitchFamily="2" charset="-122"/>
                <a:cs typeface="DFRUMU+Helvetica" panose="020B0604020202020204" charset="0"/>
              </a:rPr>
              <a:t>Plate cutting controller</a:t>
            </a:r>
            <a:endParaRPr lang="en-US" altLang="zh-CN" sz="1600">
              <a:solidFill>
                <a:srgbClr val="000000"/>
              </a:solidFill>
              <a:latin typeface="DFRUMU+Helvetica" panose="020B0604020202020204" charset="0"/>
              <a:ea typeface="DFRUMU+Helvetica" panose="020B060402020202020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138" y="3994150"/>
            <a:ext cx="8064500" cy="1414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359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JALBDD+CMSY10~25" panose="02000500000000000000"/>
                <a:ea typeface="JALBDD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KVCSKI+CMR10" panose="02000500000000000000"/>
                <a:ea typeface="KVCSKI+CMR10" panose="02000500000000000000"/>
              </a:rPr>
              <a:t>Events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KVCSKI+CMR10" panose="02000500000000000000"/>
                <a:ea typeface="KVCSKI+CMR10" panose="02000500000000000000"/>
              </a:rPr>
              <a:t>of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KVCSKI+CMR10" panose="02000500000000000000"/>
                <a:ea typeface="KVCSKI+CMR10" panose="02000500000000000000"/>
              </a:rPr>
              <a:t>interest: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WNCSN+CMSS10" panose="02000500000000000000"/>
                <a:ea typeface="SWNCSN+CMSS10" panose="02000500000000000000"/>
              </a:rPr>
              <a:t>begin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WNCSN+CMSS10" panose="02000500000000000000"/>
                <a:ea typeface="SWNCSN+CMSS10" panose="02000500000000000000"/>
              </a:rPr>
              <a:t>of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WNCSN+CMSS10" panose="02000500000000000000"/>
                <a:ea typeface="SWNCSN+CMSS10" panose="02000500000000000000"/>
              </a:rPr>
              <a:t>plate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WNCSN+CMSS10" panose="02000500000000000000"/>
                <a:ea typeface="SWNCSN+CMSS10" panose="02000500000000000000"/>
              </a:rPr>
              <a:t>arrives</a:t>
            </a:r>
            <a:r>
              <a:rPr lang="en-US" altLang="zh-CN" sz="2000">
                <a:solidFill>
                  <a:srgbClr val="000000"/>
                </a:solidFill>
                <a:latin typeface="KVCSKI+CMR10" panose="02000500000000000000"/>
                <a:ea typeface="KVCSKI+CMR10" panose="02000500000000000000"/>
              </a:rPr>
              <a:t>,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WNCSN+CMSS10" panose="02000500000000000000"/>
                <a:ea typeface="SWNCSN+CMSS10" panose="02000500000000000000"/>
              </a:rPr>
              <a:t>end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WNCSN+CMSS10" panose="02000500000000000000"/>
                <a:ea typeface="SWNCSN+CMSS10" panose="02000500000000000000"/>
              </a:rPr>
              <a:t>of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WNCSN+CMSS10" panose="02000500000000000000"/>
                <a:ea typeface="SWNCSN+CMSS10" panose="02000500000000000000"/>
              </a:rPr>
              <a:t>plate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WNCSN+CMSS10" panose="02000500000000000000"/>
                <a:ea typeface="SWNCSN+CMSS10" panose="02000500000000000000"/>
              </a:rPr>
              <a:t>arrives</a:t>
            </a:r>
            <a:endParaRPr lang="en-US" altLang="zh-CN" sz="2000">
              <a:solidFill>
                <a:srgbClr val="000000"/>
              </a:solidFill>
              <a:latin typeface="SWNCSN+CMSS10" panose="02000500000000000000"/>
              <a:ea typeface="SWNCSN+CMSS10" panose="02000500000000000000"/>
            </a:endParaRPr>
          </a:p>
          <a:p>
            <a:pPr>
              <a:lnSpc>
                <a:spcPts val="3590"/>
              </a:lnSpc>
              <a:spcBef>
                <a:spcPts val="50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JALBDD+CMSY10~25" panose="02000500000000000000"/>
                <a:ea typeface="JALBDD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KVCSKI+CMR10" panose="02000500000000000000"/>
                <a:ea typeface="KVCSKI+CMR10" panose="02000500000000000000"/>
              </a:rPr>
              <a:t>Available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KVCSKI+CMR10" panose="02000500000000000000"/>
                <a:ea typeface="KVCSKI+CMR10" panose="02000500000000000000"/>
              </a:rPr>
              <a:t>stimuli: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WNCSN+CMSS10" panose="02000500000000000000"/>
                <a:ea typeface="SWNCSN+CMSS10" panose="02000500000000000000"/>
              </a:rPr>
              <a:t>on</a:t>
            </a:r>
            <a:r>
              <a:rPr lang="en-US" altLang="zh-CN" sz="2000">
                <a:solidFill>
                  <a:srgbClr val="000000"/>
                </a:solidFill>
                <a:latin typeface="KVCSKI+CMR10" panose="02000500000000000000"/>
                <a:ea typeface="KVCSKI+CMR10" panose="02000500000000000000"/>
              </a:rPr>
              <a:t>,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WNCSN+CMSS10" panose="02000500000000000000"/>
                <a:ea typeface="SWNCSN+CMSS10" panose="02000500000000000000"/>
              </a:rPr>
              <a:t>oﬀ</a:t>
            </a:r>
            <a:r>
              <a:rPr lang="en-US" altLang="zh-CN" sz="2000">
                <a:solidFill>
                  <a:srgbClr val="000000"/>
                </a:solidFill>
                <a:latin typeface="KVCSKI+CMR10" panose="02000500000000000000"/>
                <a:ea typeface="KVCSKI+CMR10" panose="02000500000000000000"/>
              </a:rPr>
              <a:t>.</a:t>
            </a:r>
            <a:endParaRPr lang="en-US" altLang="zh-CN" sz="2000">
              <a:solidFill>
                <a:srgbClr val="000000"/>
              </a:solidFill>
              <a:latin typeface="KVCSKI+CMR10" panose="02000500000000000000"/>
              <a:ea typeface="KVCSKI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4588" y="5030788"/>
            <a:ext cx="4713288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-151" normalizeH="0" baseline="0" noProof="0">
                <a:solidFill>
                  <a:srgbClr val="000000"/>
                </a:solidFill>
                <a:latin typeface="KVCSKI+CMR10" panose="02000500000000000000"/>
                <a:cs typeface="KVCSKI+CMR10" panose="02000500000000000000"/>
              </a:rPr>
              <a:t>We</a:t>
            </a:r>
            <a:r>
              <a:rPr kumimoji="0" sz="2050" kern="0" cap="none" spc="33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KVCSKI+CMR10" panose="02000500000000000000"/>
                <a:cs typeface="KVCSKI+CMR10" panose="02000500000000000000"/>
              </a:rPr>
              <a:t>need</a:t>
            </a:r>
            <a:r>
              <a:rPr kumimoji="0" sz="2050" kern="0" cap="none" spc="14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KVCSKI+CMR10" panose="02000500000000000000"/>
                <a:cs typeface="KVCSKI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VCSKI+CMR10" panose="02000500000000000000"/>
                <a:cs typeface="KVCSKI+CMR10" panose="02000500000000000000"/>
              </a:rPr>
              <a:t>following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VCSKI+CMR10" panose="02000500000000000000"/>
                <a:cs typeface="KVCSKI+CMR10" panose="02000500000000000000"/>
              </a:rPr>
              <a:t>assumptions:</a:t>
            </a:r>
            <a:endParaRPr kumimoji="0" sz="2050" kern="0" cap="none" spc="0" normalizeH="0" baseline="0" noProof="0">
              <a:solidFill>
                <a:srgbClr val="000000"/>
              </a:solidFill>
              <a:latin typeface="KVCSKI+CMR10" panose="02000500000000000000"/>
              <a:cs typeface="KVCSKI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4138" y="5600700"/>
            <a:ext cx="6089650" cy="8461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JALBDD+CMSY10~25" panose="02000500000000000000"/>
                <a:cs typeface="JALBDD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The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photo-electric</a:t>
            </a:r>
            <a:r>
              <a:rPr kumimoji="0" sz="2050" kern="0" cap="none" spc="16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cell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is</a:t>
            </a:r>
            <a:r>
              <a:rPr kumimoji="0" sz="2050" kern="0" cap="none" spc="18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functioning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prop</a:t>
            </a:r>
            <a:r>
              <a:rPr kumimoji="0" sz="2050" kern="0" cap="none" spc="-44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8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erly.</a:t>
            </a:r>
            <a:endParaRPr kumimoji="0" sz="2050" kern="0" cap="none" spc="-28" normalizeH="0" baseline="0" noProof="0">
              <a:solidFill>
                <a:srgbClr val="000000"/>
              </a:solidFill>
              <a:latin typeface="SWNCSN+CMSS10" panose="02000500000000000000"/>
              <a:cs typeface="SWNCSN+CMSS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4138" y="6027738"/>
            <a:ext cx="8480425" cy="8461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JALBDD+CMSY10~25" panose="02000500000000000000"/>
                <a:cs typeface="JALBDD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The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cell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is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stimulated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only</a:t>
            </a:r>
            <a:r>
              <a:rPr kumimoji="0" sz="20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52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by</a:t>
            </a:r>
            <a:r>
              <a:rPr kumimoji="0" sz="2050" kern="0" cap="none" spc="23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the</a:t>
            </a:r>
            <a:r>
              <a:rPr kumimoji="0" sz="20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arrival</a:t>
            </a:r>
            <a:r>
              <a:rPr kumimoji="0" sz="2050" kern="0" cap="none" spc="19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the</a:t>
            </a:r>
            <a:r>
              <a:rPr kumimoji="0" sz="20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3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begin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54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or</a:t>
            </a:r>
            <a:r>
              <a:rPr kumimoji="0" sz="2050" kern="0" cap="none" spc="23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end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a</a:t>
            </a:r>
            <a:endParaRPr kumimoji="0" sz="2050" kern="0" cap="none" spc="0" normalizeH="0" baseline="0" noProof="0">
              <a:solidFill>
                <a:srgbClr val="000000"/>
              </a:solidFill>
              <a:latin typeface="SWNCSN+CMSS10" panose="02000500000000000000"/>
              <a:cs typeface="SWNCSN+CMSS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16075" y="6403975"/>
            <a:ext cx="1695450" cy="655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85"/>
              </a:lnSpc>
              <a:buClrTx/>
              <a:buSzTx/>
              <a:buFontTx/>
              <a:buNone/>
              <a:defRPr/>
            </a:pPr>
            <a:r>
              <a:rPr kumimoji="0" sz="2050" kern="0" cap="none" spc="11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metal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plate.</a:t>
            </a:r>
            <a:endParaRPr kumimoji="0" sz="2050" kern="0" cap="none" spc="0" normalizeH="0" baseline="0" noProof="0">
              <a:solidFill>
                <a:srgbClr val="000000"/>
              </a:solidFill>
              <a:latin typeface="SWNCSN+CMSS10" panose="02000500000000000000"/>
              <a:cs typeface="SWNCSN+CMSS10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IIVBWJ+CMR7" panose="02000500000000000000"/>
                <a:cs typeface="IIVBWJ+CMR7" panose="02000500000000000000"/>
              </a:rPr>
              <a:t>38</a:t>
            </a:r>
            <a:endParaRPr kumimoji="0" sz="1450" kern="0" cap="none" spc="0" normalizeH="0" baseline="0" noProof="0">
              <a:solidFill>
                <a:srgbClr val="000000"/>
              </a:solidFill>
              <a:latin typeface="IIVBWJ+CMR7" panose="02000500000000000000"/>
              <a:cs typeface="IIVBWJ+CMR7" panose="02000500000000000000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28002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722438"/>
            <a:ext cx="3209925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47" normalizeH="0" baseline="0" noProof="0">
                <a:solidFill>
                  <a:srgbClr val="000000"/>
                </a:solidFill>
                <a:latin typeface="GLRFGF+CMBX12~c" panose="02000500000000000000"/>
                <a:cs typeface="GLRFGF+CMBX12~c" panose="02000500000000000000"/>
              </a:rPr>
              <a:t>Event</a:t>
            </a:r>
            <a:r>
              <a:rPr kumimoji="0" sz="2500" kern="0" cap="none" spc="32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1" normalizeH="0" baseline="0" noProof="0">
                <a:solidFill>
                  <a:srgbClr val="000000"/>
                </a:solidFill>
                <a:latin typeface="GLRFGF+CMBX12~c" panose="02000500000000000000"/>
                <a:cs typeface="GLRFGF+CMBX12~c" panose="02000500000000000000"/>
              </a:rPr>
              <a:t>recognition</a:t>
            </a:r>
            <a:endParaRPr kumimoji="0" sz="2500" kern="0" cap="none" spc="-11" normalizeH="0" baseline="0" noProof="0">
              <a:solidFill>
                <a:srgbClr val="000000"/>
              </a:solidFill>
              <a:latin typeface="GLRFGF+CMBX12~c" panose="02000500000000000000"/>
              <a:cs typeface="GLRFGF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588" y="2189163"/>
            <a:ext cx="451485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System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must</a:t>
            </a:r>
            <a:r>
              <a:rPr kumimoji="0" sz="2050" kern="0" cap="none" spc="19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9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respond</a:t>
            </a:r>
            <a:r>
              <a:rPr kumimoji="0" sz="2050" kern="0" cap="none" spc="16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to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7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event</a:t>
            </a:r>
            <a:endParaRPr kumimoji="0" sz="2050" kern="0" cap="none" spc="-17" normalizeH="0" baseline="0" noProof="0">
              <a:solidFill>
                <a:srgbClr val="000000"/>
              </a:solidFill>
              <a:latin typeface="ORMIEO+CMR10" panose="02000500000000000000"/>
              <a:cs typeface="ORMIEO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4588" y="2759075"/>
            <a:ext cx="7804150" cy="11763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185"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JTSJEP+CMSY10~25" panose="02000500000000000000"/>
                <a:cs typeface="JTSJEP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a</a:t>
            </a:r>
            <a:r>
              <a:rPr kumimoji="0" sz="2050" kern="0" cap="none" spc="18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2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point</a:t>
            </a:r>
            <a:r>
              <a:rPr kumimoji="0" sz="2050" kern="0" cap="none" spc="16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arrives</a:t>
            </a:r>
            <a:r>
              <a:rPr kumimoji="0" sz="2050" kern="0" cap="none" spc="18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where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the</a:t>
            </a:r>
            <a:r>
              <a:rPr kumimoji="0" sz="20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sheet</a:t>
            </a:r>
            <a:r>
              <a:rPr kumimoji="0" sz="2050" kern="0" cap="none" spc="15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must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68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be</a:t>
            </a:r>
            <a:r>
              <a:rPr kumimoji="0" sz="2050" kern="0" cap="none" spc="10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cut.</a:t>
            </a:r>
            <a:endParaRPr kumimoji="0" sz="2050" kern="0" cap="none" spc="0" normalizeH="0" baseline="0" noProof="0">
              <a:solidFill>
                <a:srgbClr val="000000"/>
              </a:solidFill>
              <a:latin typeface="AUCUDK+CMSS10" panose="02000500000000000000"/>
              <a:cs typeface="AUCUDK+CMSS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1560"/>
              </a:spcBef>
              <a:buClrTx/>
              <a:buSzTx/>
              <a:buFontTx/>
              <a:buNone/>
              <a:defRPr/>
            </a:pPr>
            <a:r>
              <a:rPr kumimoji="0" sz="2050" kern="0" cap="none" spc="1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The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system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must</a:t>
            </a:r>
            <a:r>
              <a:rPr kumimoji="0" sz="2050" kern="0" cap="none" spc="20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infer</a:t>
            </a:r>
            <a:r>
              <a:rPr kumimoji="0" sz="2050" kern="0" cap="none" spc="1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7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occurrence</a:t>
            </a:r>
            <a:r>
              <a:rPr kumimoji="0" sz="2050" kern="0" cap="none" spc="14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this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2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event.</a:t>
            </a:r>
            <a:r>
              <a:rPr kumimoji="0" sz="2050" kern="0" cap="none" spc="40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4" normalizeH="0" baseline="0" noProof="0">
                <a:solidFill>
                  <a:srgbClr val="000000"/>
                </a:solidFill>
                <a:latin typeface="GVAJVL+CMBX10" panose="02000500000000000000"/>
                <a:cs typeface="GVAJVL+CMBX10" panose="02000500000000000000"/>
              </a:rPr>
              <a:t>Event</a:t>
            </a:r>
            <a:endParaRPr kumimoji="0" sz="2050" kern="0" cap="none" spc="-24" normalizeH="0" baseline="0" noProof="0">
              <a:solidFill>
                <a:srgbClr val="000000"/>
              </a:solidFill>
              <a:latin typeface="GVAJVL+CMBX10" panose="02000500000000000000"/>
              <a:cs typeface="GVAJVL+CMBX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4588" y="3603625"/>
            <a:ext cx="1943100" cy="704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7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GVAJVL+CMBX10" panose="02000500000000000000"/>
                <a:cs typeface="GVAJVL+CMBX10" panose="02000500000000000000"/>
              </a:rPr>
              <a:t>recognition:</a:t>
            </a:r>
            <a:endParaRPr kumimoji="0" sz="2050" kern="0" cap="none" spc="0" normalizeH="0" baseline="0" noProof="0">
              <a:solidFill>
                <a:srgbClr val="000000"/>
              </a:solidFill>
              <a:latin typeface="GVAJVL+CMBX10" panose="02000500000000000000"/>
              <a:cs typeface="GVAJVL+CMBX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4588" y="4116388"/>
            <a:ext cx="8021638" cy="1746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185"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JTSJEP+CMSY10~25" panose="02000500000000000000"/>
                <a:cs typeface="JTSJEP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Record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point</a:t>
            </a:r>
            <a:r>
              <a:rPr kumimoji="0" sz="2050" kern="0" cap="none" spc="15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time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at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which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plate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arrives.</a:t>
            </a:r>
            <a:endParaRPr kumimoji="0" sz="2050" kern="0" cap="none" spc="0" normalizeH="0" baseline="0" noProof="0">
              <a:solidFill>
                <a:srgbClr val="000000"/>
              </a:solidFill>
              <a:latin typeface="ORMIEO+CMR10" panose="02000500000000000000"/>
              <a:cs typeface="ORMIEO+CMR10" panose="02000500000000000000"/>
            </a:endParaRPr>
          </a:p>
          <a:p>
            <a:pPr marL="210185" marR="0" defTabSz="914400" fontAlgn="auto">
              <a:lnSpc>
                <a:spcPts val="3585"/>
              </a:lnSpc>
              <a:spcBef>
                <a:spcPts val="4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JTSJEP+CMSY10~25" panose="02000500000000000000"/>
                <a:cs typeface="JTSJEP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35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Wait</a:t>
            </a:r>
            <a:r>
              <a:rPr kumimoji="0" sz="2050" kern="0" cap="none" spc="21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for</a:t>
            </a:r>
            <a:r>
              <a:rPr kumimoji="0" sz="2050" kern="0" cap="none" spc="16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time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at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which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desired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point</a:t>
            </a:r>
            <a:r>
              <a:rPr kumimoji="0" sz="2050" kern="0" cap="none" spc="15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is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under</a:t>
            </a:r>
            <a:r>
              <a:rPr kumimoji="0" sz="2050" kern="0" cap="none" spc="16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cutter.</a:t>
            </a:r>
            <a:endParaRPr kumimoji="0" sz="2050" kern="0" cap="none" spc="10" normalizeH="0" baseline="0" noProof="0">
              <a:solidFill>
                <a:srgbClr val="000000"/>
              </a:solidFill>
              <a:latin typeface="ORMIEO+CMR10" panose="02000500000000000000"/>
              <a:cs typeface="ORMIEO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151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Additional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assumption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needed:</a:t>
            </a:r>
            <a:endParaRPr kumimoji="0" sz="2050" kern="0" cap="none" spc="13" normalizeH="0" baseline="0" noProof="0">
              <a:solidFill>
                <a:srgbClr val="000000"/>
              </a:solidFill>
              <a:latin typeface="ORMIEO+CMR10" panose="02000500000000000000"/>
              <a:cs typeface="ORMIEO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138" y="5722938"/>
            <a:ext cx="5403850" cy="8461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JTSJEP+CMSY10~25" panose="02000500000000000000"/>
                <a:cs typeface="JTSJEP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7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Speed</a:t>
            </a:r>
            <a:r>
              <a:rPr kumimoji="0" sz="2050" kern="0" cap="none" spc="14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the</a:t>
            </a:r>
            <a:r>
              <a:rPr kumimoji="0" sz="20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plate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is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HIWBEF+CMMI10" panose="02000500000000000000"/>
                <a:cs typeface="HIWBEF+CMMI10" panose="02000500000000000000"/>
              </a:rPr>
              <a:t>n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meters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/</a:t>
            </a:r>
            <a:r>
              <a:rPr kumimoji="0" sz="2050" kern="0" cap="none" spc="19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second.</a:t>
            </a:r>
            <a:endParaRPr kumimoji="0" sz="2050" kern="0" cap="none" spc="0" normalizeH="0" baseline="0" noProof="0">
              <a:solidFill>
                <a:srgbClr val="000000"/>
              </a:solidFill>
              <a:latin typeface="AUCUDK+CMSS10" panose="02000500000000000000"/>
              <a:cs typeface="AUCUDK+CMSS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JENTRL+CMR7" panose="02000500000000000000"/>
                <a:cs typeface="JENTRL+CMR7" panose="02000500000000000000"/>
              </a:rPr>
              <a:t>39</a:t>
            </a:r>
            <a:endParaRPr kumimoji="0" sz="1450" kern="0" cap="none" spc="0" normalizeH="0" baseline="0" noProof="0">
              <a:solidFill>
                <a:srgbClr val="000000"/>
              </a:solidFill>
              <a:latin typeface="JENTRL+CMR7" panose="02000500000000000000"/>
              <a:cs typeface="JENTRL+CMR7" panose="02000500000000000000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29026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695450"/>
            <a:ext cx="4070350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28" normalizeH="0" baseline="0" noProof="0">
                <a:solidFill>
                  <a:srgbClr val="000000"/>
                </a:solidFill>
                <a:latin typeface="KHCJPR+CMBX12~c" panose="02000500000000000000"/>
                <a:cs typeface="KHCJPR+CMBX12~c" panose="02000500000000000000"/>
              </a:rPr>
              <a:t>Observability</a:t>
            </a:r>
            <a:r>
              <a:rPr kumimoji="0" sz="2500" kern="0" cap="none" spc="29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KHCJPR+CMBX12~c" panose="02000500000000000000"/>
                <a:cs typeface="KHCJPR+CMBX12~c" panose="02000500000000000000"/>
              </a:rPr>
              <a:t>of</a:t>
            </a:r>
            <a:r>
              <a:rPr kumimoji="0" sz="2500" kern="0" cap="none" spc="3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40" normalizeH="0" baseline="0" noProof="0">
                <a:solidFill>
                  <a:srgbClr val="000000"/>
                </a:solidFill>
                <a:latin typeface="KHCJPR+CMBX12~c" panose="02000500000000000000"/>
                <a:cs typeface="KHCJPR+CMBX12~c" panose="02000500000000000000"/>
              </a:rPr>
              <a:t>events</a:t>
            </a:r>
            <a:endParaRPr kumimoji="0" sz="2500" kern="0" cap="none" spc="-40" normalizeH="0" baseline="0" noProof="0">
              <a:solidFill>
                <a:srgbClr val="000000"/>
              </a:solidFill>
              <a:latin typeface="KHCJPR+CMBX12~c" panose="02000500000000000000"/>
              <a:cs typeface="KHCJPR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92475" y="2913063"/>
            <a:ext cx="3154363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QRDFVH+Helvetica" panose="020B0604020202020204"/>
                <a:cs typeface="QRDFVH+Helvetica" panose="020B0604020202020204"/>
              </a:rPr>
              <a:t>decide to take the elevator,</a:t>
            </a:r>
            <a:endParaRPr kumimoji="0" kern="0" cap="none" spc="0" normalizeH="0" baseline="0" noProof="0">
              <a:solidFill>
                <a:srgbClr val="000000"/>
              </a:solidFill>
              <a:latin typeface="QRDFVH+Helvetica" panose="020B0604020202020204"/>
              <a:cs typeface="QRDFVH+Helvetica" panose="020B0604020202020204"/>
            </a:endParaRPr>
          </a:p>
          <a:p>
            <a:pPr marL="165100"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QRDFVH+Helvetica" panose="020B0604020202020204"/>
                <a:cs typeface="QRDFVH+Helvetica" panose="020B0604020202020204"/>
              </a:rPr>
              <a:t>decide to take the stairs</a:t>
            </a:r>
            <a:endParaRPr kumimoji="0" kern="0" cap="none" spc="0" normalizeH="0" baseline="0" noProof="0">
              <a:solidFill>
                <a:srgbClr val="000000"/>
              </a:solidFill>
              <a:latin typeface="QRDFVH+Helvetica" panose="020B0604020202020204"/>
              <a:cs typeface="QRDFVH+Helvetica" panose="020B0604020202020204"/>
            </a:endParaRPr>
          </a:p>
        </p:txBody>
      </p:sp>
      <p:sp>
        <p:nvSpPr>
          <p:cNvPr id="129029" name="object 5"/>
          <p:cNvSpPr txBox="1"/>
          <p:nvPr/>
        </p:nvSpPr>
        <p:spPr>
          <a:xfrm>
            <a:off x="3365500" y="4078288"/>
            <a:ext cx="8382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QRDFVH+Helvetica" panose="020B0604020202020204" charset="0"/>
                <a:ea typeface="宋体" panose="02010600030101010101" pitchFamily="2" charset="-122"/>
                <a:cs typeface="QRDFVH+Helvetica" panose="020B0604020202020204" charset="0"/>
              </a:rPr>
              <a:t>push</a:t>
            </a:r>
            <a:endParaRPr lang="en-US" altLang="zh-CN">
              <a:solidFill>
                <a:srgbClr val="000000"/>
              </a:solidFill>
              <a:latin typeface="QRDFVH+Helvetica" panose="020B0604020202020204" charset="0"/>
              <a:ea typeface="QRDFVH+Helvetica" panose="020B0604020202020204" charset="0"/>
            </a:endParaRPr>
          </a:p>
        </p:txBody>
      </p:sp>
      <p:sp>
        <p:nvSpPr>
          <p:cNvPr id="129030" name="object 6"/>
          <p:cNvSpPr txBox="1"/>
          <p:nvPr/>
        </p:nvSpPr>
        <p:spPr>
          <a:xfrm>
            <a:off x="5083175" y="4078288"/>
            <a:ext cx="8763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QRDFVH+Helvetica" panose="020B0604020202020204" charset="0"/>
                <a:ea typeface="宋体" panose="02010600030101010101" pitchFamily="2" charset="-122"/>
                <a:cs typeface="QRDFVH+Helvetica" panose="020B0604020202020204" charset="0"/>
              </a:rPr>
              <a:t>close</a:t>
            </a:r>
            <a:endParaRPr lang="en-US" altLang="zh-CN">
              <a:solidFill>
                <a:srgbClr val="000000"/>
              </a:solidFill>
              <a:latin typeface="QRDFVH+Helvetica" panose="020B0604020202020204" charset="0"/>
              <a:ea typeface="QRDFVH+Helvetica" panose="020B0604020202020204" charset="0"/>
            </a:endParaRPr>
          </a:p>
        </p:txBody>
      </p:sp>
      <p:sp>
        <p:nvSpPr>
          <p:cNvPr id="129031" name="object 7"/>
          <p:cNvSpPr txBox="1"/>
          <p:nvPr/>
        </p:nvSpPr>
        <p:spPr>
          <a:xfrm>
            <a:off x="4219575" y="4306888"/>
            <a:ext cx="10033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QRDFVH+Helvetica" panose="020B0604020202020204" charset="0"/>
                <a:ea typeface="宋体" panose="02010600030101010101" pitchFamily="2" charset="-122"/>
                <a:cs typeface="QRDFVH+Helvetica" panose="020B0604020202020204" charset="0"/>
              </a:rPr>
              <a:t>Button</a:t>
            </a:r>
            <a:endParaRPr lang="en-US" altLang="zh-CN">
              <a:solidFill>
                <a:srgbClr val="000000"/>
              </a:solidFill>
              <a:latin typeface="QRDFVH+Helvetica" panose="020B0604020202020204" charset="0"/>
              <a:ea typeface="QRDFVH+Helvetica" panose="020B0604020202020204" charset="0"/>
            </a:endParaRPr>
          </a:p>
        </p:txBody>
      </p:sp>
      <p:sp>
        <p:nvSpPr>
          <p:cNvPr id="129032" name="object 8"/>
          <p:cNvSpPr txBox="1"/>
          <p:nvPr/>
        </p:nvSpPr>
        <p:spPr>
          <a:xfrm>
            <a:off x="5799138" y="4306888"/>
            <a:ext cx="21844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QRDFVH+Helvetica" panose="020B0604020202020204" charset="0"/>
                <a:ea typeface="宋体" panose="02010600030101010101" pitchFamily="2" charset="-122"/>
                <a:cs typeface="QRDFVH+Helvetica" panose="020B0604020202020204" charset="0"/>
              </a:rPr>
              <a:t>Elevator controller</a:t>
            </a:r>
            <a:endParaRPr lang="en-US" altLang="zh-CN">
              <a:solidFill>
                <a:srgbClr val="000000"/>
              </a:solidFill>
              <a:latin typeface="QRDFVH+Helvetica" panose="020B0604020202020204" charset="0"/>
              <a:ea typeface="QRDFVH+Helvetica" panose="020B060402020202020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4588" y="5746750"/>
            <a:ext cx="7177088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2" normalizeH="0" baseline="0" noProof="0">
                <a:solidFill>
                  <a:srgbClr val="000000"/>
                </a:solidFill>
                <a:latin typeface="TGHQEB+CMR10" panose="02000500000000000000"/>
                <a:cs typeface="TGHQEB+CMR10" panose="02000500000000000000"/>
              </a:rPr>
              <a:t>What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GHQEB+CMR10" panose="02000500000000000000"/>
                <a:cs typeface="TGHQEB+CMR10" panose="02000500000000000000"/>
              </a:rPr>
              <a:t>is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TGHQEB+CMR10" panose="02000500000000000000"/>
                <a:cs typeface="TGHQEB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31" normalizeH="0" baseline="0" noProof="0">
                <a:solidFill>
                  <a:srgbClr val="000000"/>
                </a:solidFill>
                <a:latin typeface="TGHQEB+CMR10" panose="02000500000000000000"/>
                <a:cs typeface="TGHQEB+CMR10" panose="02000500000000000000"/>
              </a:rPr>
              <a:t>subject</a:t>
            </a:r>
            <a:r>
              <a:rPr kumimoji="0" sz="2050" kern="0" cap="none" spc="12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GHQEB+CMR10" panose="02000500000000000000"/>
                <a:cs typeface="TGHQEB+CMR10" panose="02000500000000000000"/>
              </a:rPr>
              <a:t>domain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GHQEB+CMR10" panose="02000500000000000000"/>
                <a:cs typeface="TGHQEB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TGHQEB+CMR10" panose="02000500000000000000"/>
                <a:cs typeface="TGHQEB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GHQEB+CMR10" panose="02000500000000000000"/>
                <a:cs typeface="TGHQEB+CMR10" panose="02000500000000000000"/>
              </a:rPr>
              <a:t>elevator</a:t>
            </a:r>
            <a:r>
              <a:rPr kumimoji="0" sz="2050" kern="0" cap="none" spc="1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GHQEB+CMR10" panose="02000500000000000000"/>
                <a:cs typeface="TGHQEB+CMR10" panose="02000500000000000000"/>
              </a:rPr>
              <a:t>controller?</a:t>
            </a:r>
            <a:endParaRPr kumimoji="0" sz="2050" kern="0" cap="none" spc="0" normalizeH="0" baseline="0" noProof="0">
              <a:solidFill>
                <a:srgbClr val="000000"/>
              </a:solidFill>
              <a:latin typeface="TGHQEB+CMR10" panose="02000500000000000000"/>
              <a:cs typeface="TGHQEB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ATCABF+CMR7" panose="02000500000000000000"/>
                <a:cs typeface="ATCABF+CMR7" panose="02000500000000000000"/>
              </a:rPr>
              <a:t>40</a:t>
            </a:r>
            <a:endParaRPr kumimoji="0" sz="1450" kern="0" cap="none" spc="0" normalizeH="0" baseline="0" noProof="0">
              <a:solidFill>
                <a:srgbClr val="000000"/>
              </a:solidFill>
              <a:latin typeface="ATCABF+CMR7" panose="02000500000000000000"/>
              <a:cs typeface="ATCABF+CMR7" panose="02000500000000000000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30050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995488"/>
            <a:ext cx="4784725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0" normalizeH="0" baseline="0" noProof="0">
                <a:solidFill>
                  <a:srgbClr val="000000"/>
                </a:solidFill>
                <a:latin typeface="KKEPER+CMBX12~c" panose="02000500000000000000"/>
                <a:cs typeface="KKEPER+CMBX12~c" panose="02000500000000000000"/>
              </a:rPr>
              <a:t>Observing</a:t>
            </a:r>
            <a:r>
              <a:rPr kumimoji="0" sz="2500" kern="0" cap="none" spc="2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KKEPER+CMBX12~c" panose="02000500000000000000"/>
                <a:cs typeface="KKEPER+CMBX12~c" panose="02000500000000000000"/>
              </a:rPr>
              <a:t>temporal</a:t>
            </a:r>
            <a:r>
              <a:rPr kumimoji="0" sz="2500" kern="0" cap="none" spc="3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40" normalizeH="0" baseline="0" noProof="0">
                <a:solidFill>
                  <a:srgbClr val="000000"/>
                </a:solidFill>
                <a:latin typeface="KKEPER+CMBX12~c" panose="02000500000000000000"/>
                <a:cs typeface="KKEPER+CMBX12~c" panose="02000500000000000000"/>
              </a:rPr>
              <a:t>events</a:t>
            </a:r>
            <a:endParaRPr kumimoji="0" sz="2500" kern="0" cap="none" spc="-40" normalizeH="0" baseline="0" noProof="0">
              <a:solidFill>
                <a:srgbClr val="000000"/>
              </a:solidFill>
              <a:latin typeface="KKEPER+CMBX12~c" panose="02000500000000000000"/>
              <a:cs typeface="KKEPER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22513" y="3279775"/>
            <a:ext cx="2293938" cy="534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LMOLPB+Helvetica" panose="020B0604020202020204"/>
                <a:cs typeface="LMOLPB+Helvetica" panose="020B0604020202020204"/>
              </a:rPr>
              <a:t>time to</a:t>
            </a:r>
            <a:r>
              <a:rPr kumimoji="0" sz="1600" kern="0" cap="none" spc="10" normalizeH="0" baseline="0" noProof="0">
                <a:solidFill>
                  <a:srgbClr val="000000"/>
                </a:solidFill>
                <a:latin typeface="LMOLPB+Helvetica" panose="020B0604020202020204"/>
                <a:cs typeface="LMOLPB+Helvetica" panose="020B0604020202020204"/>
              </a:rPr>
              <a:t> </a:t>
            </a:r>
            <a:r>
              <a:rPr kumimoji="0" sz="1600" kern="0" cap="none" spc="0" normalizeH="0" baseline="0" noProof="0">
                <a:solidFill>
                  <a:srgbClr val="000000"/>
                </a:solidFill>
                <a:latin typeface="LMOLPB+Helvetica" panose="020B0604020202020204"/>
                <a:cs typeface="LMOLPB+Helvetica" panose="020B0604020202020204"/>
              </a:rPr>
              <a:t>perform</a:t>
            </a:r>
            <a:r>
              <a:rPr kumimoji="0" sz="1600" kern="0" cap="none" spc="13" normalizeH="0" baseline="0" noProof="0">
                <a:solidFill>
                  <a:srgbClr val="000000"/>
                </a:solidFill>
                <a:latin typeface="LMOLPB+Helvetica" panose="020B0604020202020204"/>
                <a:cs typeface="LMOLPB+Helvetica" panose="020B0604020202020204"/>
              </a:rPr>
              <a:t> </a:t>
            </a:r>
            <a:r>
              <a:rPr kumimoji="0" sz="1600" kern="0" cap="none" spc="0" normalizeH="0" baseline="0" noProof="0">
                <a:solidFill>
                  <a:srgbClr val="000000"/>
                </a:solidFill>
                <a:latin typeface="LMOLPB+Helvetica" panose="020B0604020202020204"/>
                <a:cs typeface="LMOLPB+Helvetica" panose="020B0604020202020204"/>
              </a:rPr>
              <a:t>action</a:t>
            </a:r>
            <a:endParaRPr kumimoji="0" sz="1600" kern="0" cap="none" spc="0" normalizeH="0" baseline="0" noProof="0">
              <a:solidFill>
                <a:srgbClr val="000000"/>
              </a:solidFill>
              <a:latin typeface="LMOLPB+Helvetica" panose="020B0604020202020204"/>
              <a:cs typeface="LMOLPB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97663" y="3279775"/>
            <a:ext cx="854075" cy="144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LMOLPB+Helvetica" panose="020B0604020202020204"/>
                <a:cs typeface="LMOLPB+Helvetica" panose="020B0604020202020204"/>
              </a:rPr>
              <a:t>action</a:t>
            </a:r>
            <a:endParaRPr kumimoji="0" sz="1600" kern="0" cap="none" spc="0" normalizeH="0" baseline="0" noProof="0">
              <a:solidFill>
                <a:srgbClr val="000000"/>
              </a:solidFill>
              <a:latin typeface="LMOLPB+Helvetica" panose="020B0604020202020204"/>
              <a:cs typeface="LMOLPB+Helvetica" panose="020B0604020202020204"/>
            </a:endParaRPr>
          </a:p>
          <a:p>
            <a:pPr marL="34290" marR="0" defTabSz="914400" fontAlgn="auto">
              <a:lnSpc>
                <a:spcPts val="1810"/>
              </a:lnSpc>
              <a:spcBef>
                <a:spcPts val="5385"/>
              </a:spcBef>
              <a:buClrTx/>
              <a:buSzTx/>
              <a:buFontTx/>
              <a:buNone/>
              <a:defRPr/>
            </a:pPr>
            <a:r>
              <a:rPr kumimoji="0" sz="1600" kern="0" cap="none" spc="10" normalizeH="0" baseline="0" noProof="0">
                <a:solidFill>
                  <a:srgbClr val="000000"/>
                </a:solidFill>
                <a:latin typeface="LMOLPB+Helvetica" panose="020B0604020202020204"/>
                <a:cs typeface="LMOLPB+Helvetica" panose="020B0604020202020204"/>
              </a:rPr>
              <a:t>Actor</a:t>
            </a:r>
            <a:endParaRPr kumimoji="0" sz="1600" kern="0" cap="none" spc="10" normalizeH="0" baseline="0" noProof="0">
              <a:solidFill>
                <a:srgbClr val="000000"/>
              </a:solidFill>
              <a:latin typeface="LMOLPB+Helvetica" panose="020B0604020202020204"/>
              <a:cs typeface="LMOLPB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40050" y="4194175"/>
            <a:ext cx="830263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11" normalizeH="0" baseline="0" noProof="0">
                <a:solidFill>
                  <a:srgbClr val="000000"/>
                </a:solidFill>
                <a:latin typeface="LMOLPB+Helvetica" panose="020B0604020202020204"/>
                <a:cs typeface="LMOLPB+Helvetica" panose="020B0604020202020204"/>
              </a:rPr>
              <a:t>Timer</a:t>
            </a:r>
            <a:endParaRPr kumimoji="0" sz="1600" kern="0" cap="none" spc="11" normalizeH="0" baseline="0" noProof="0">
              <a:solidFill>
                <a:srgbClr val="000000"/>
              </a:solidFill>
              <a:latin typeface="LMOLPB+Helvetica" panose="020B0604020202020204"/>
              <a:cs typeface="LMOLPB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59263" y="4194175"/>
            <a:ext cx="207645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LMOLPB+Helvetica" panose="020B0604020202020204"/>
                <a:cs typeface="LMOLPB+Helvetica" panose="020B0604020202020204"/>
              </a:rPr>
              <a:t>Connection </a:t>
            </a:r>
            <a:r>
              <a:rPr kumimoji="0" sz="1600" kern="0" cap="none" spc="10" normalizeH="0" baseline="0" noProof="0">
                <a:solidFill>
                  <a:srgbClr val="000000"/>
                </a:solidFill>
                <a:latin typeface="LMOLPB+Helvetica" panose="020B0604020202020204"/>
                <a:cs typeface="LMOLPB+Helvetica" panose="020B0604020202020204"/>
              </a:rPr>
              <a:t>domain</a:t>
            </a:r>
            <a:endParaRPr kumimoji="0" sz="1600" kern="0" cap="none" spc="10" normalizeH="0" baseline="0" noProof="0">
              <a:solidFill>
                <a:srgbClr val="000000"/>
              </a:solidFill>
              <a:latin typeface="LMOLPB+Helvetica" panose="020B0604020202020204"/>
              <a:cs typeface="LMOLPB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46788" y="4924425"/>
            <a:ext cx="1150938" cy="534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10" normalizeH="0" baseline="0" noProof="0">
                <a:solidFill>
                  <a:srgbClr val="000000"/>
                </a:solidFill>
                <a:latin typeface="LMOLPB+Helvetica" panose="020B0604020202020204"/>
                <a:cs typeface="LMOLPB+Helvetica" panose="020B0604020202020204"/>
              </a:rPr>
              <a:t>response</a:t>
            </a:r>
            <a:endParaRPr kumimoji="0" sz="1600" kern="0" cap="none" spc="10" normalizeH="0" baseline="0" noProof="0">
              <a:solidFill>
                <a:srgbClr val="000000"/>
              </a:solidFill>
              <a:latin typeface="LMOLPB+Helvetica" panose="020B0604020202020204"/>
              <a:cs typeface="LMOLPB+Helvetica" panose="020B0604020202020204"/>
            </a:endParaRPr>
          </a:p>
        </p:txBody>
      </p:sp>
      <p:sp>
        <p:nvSpPr>
          <p:cNvPr id="130057" name="object 9"/>
          <p:cNvSpPr txBox="1"/>
          <p:nvPr/>
        </p:nvSpPr>
        <p:spPr>
          <a:xfrm>
            <a:off x="2368550" y="4948238"/>
            <a:ext cx="1058863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LMOLPB+Helvetica" panose="020B0604020202020204" charset="0"/>
                <a:ea typeface="宋体" panose="02010600030101010101" pitchFamily="2" charset="-122"/>
                <a:cs typeface="LMOLPB+Helvetica" panose="020B0604020202020204" charset="0"/>
              </a:rPr>
              <a:t>stimulus</a:t>
            </a:r>
            <a:endParaRPr lang="en-US" altLang="zh-CN" sz="1600">
              <a:solidFill>
                <a:srgbClr val="000000"/>
              </a:solidFill>
              <a:latin typeface="LMOLPB+Helvetica" panose="020B0604020202020204" charset="0"/>
              <a:ea typeface="LMOLPB+Helvetica" panose="020B0604020202020204" charset="0"/>
            </a:endParaRPr>
          </a:p>
        </p:txBody>
      </p:sp>
      <p:sp>
        <p:nvSpPr>
          <p:cNvPr id="130058" name="object 10"/>
          <p:cNvSpPr txBox="1"/>
          <p:nvPr/>
        </p:nvSpPr>
        <p:spPr>
          <a:xfrm>
            <a:off x="4276725" y="5335588"/>
            <a:ext cx="1812925" cy="5349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LMOLPB+Helvetica" panose="020B0604020202020204" charset="0"/>
                <a:ea typeface="宋体" panose="02010600030101010101" pitchFamily="2" charset="-122"/>
                <a:cs typeface="LMOLPB+Helvetica" panose="020B0604020202020204" charset="0"/>
              </a:rPr>
              <a:t>Reactive system</a:t>
            </a:r>
            <a:endParaRPr lang="en-US" altLang="zh-CN" sz="1600">
              <a:solidFill>
                <a:srgbClr val="000000"/>
              </a:solidFill>
              <a:latin typeface="LMOLPB+Helvetica" panose="020B0604020202020204" charset="0"/>
              <a:ea typeface="LMOLPB+Helvetica" panose="020B060402020202020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HWMJOM+CMR7" panose="02000500000000000000"/>
                <a:cs typeface="HWMJOM+CMR7" panose="02000500000000000000"/>
              </a:rPr>
              <a:t>41</a:t>
            </a:r>
            <a:endParaRPr kumimoji="0" sz="1450" kern="0" cap="none" spc="0" normalizeH="0" baseline="0" noProof="0">
              <a:solidFill>
                <a:srgbClr val="000000"/>
              </a:solidFill>
              <a:latin typeface="HWMJOM+CMR7" panose="02000500000000000000"/>
              <a:cs typeface="HWMJOM+CMR7" panose="02000500000000000000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31074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2132013"/>
            <a:ext cx="4057650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5" normalizeH="0" baseline="0" noProof="0">
                <a:solidFill>
                  <a:srgbClr val="000000"/>
                </a:solidFill>
                <a:latin typeface="UTIGCI+CMBX12~c" panose="02000500000000000000"/>
                <a:cs typeface="UTIGCI+CMBX12~c" panose="02000500000000000000"/>
              </a:rPr>
              <a:t>Realizability</a:t>
            </a:r>
            <a:r>
              <a:rPr kumimoji="0" sz="2500" kern="0" cap="none" spc="29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UTIGCI+CMBX12~c" panose="02000500000000000000"/>
                <a:cs typeface="UTIGCI+CMBX12~c" panose="02000500000000000000"/>
              </a:rPr>
              <a:t>of</a:t>
            </a:r>
            <a:r>
              <a:rPr kumimoji="0" sz="2500" kern="0" cap="none" spc="3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2" normalizeH="0" baseline="0" noProof="0">
                <a:solidFill>
                  <a:srgbClr val="000000"/>
                </a:solidFill>
                <a:latin typeface="UTIGCI+CMBX12~c" panose="02000500000000000000"/>
                <a:cs typeface="UTIGCI+CMBX12~c" panose="02000500000000000000"/>
              </a:rPr>
              <a:t>actions</a:t>
            </a:r>
            <a:endParaRPr kumimoji="0" sz="2500" kern="0" cap="none" spc="-12" normalizeH="0" baseline="0" noProof="0">
              <a:solidFill>
                <a:srgbClr val="000000"/>
              </a:solidFill>
              <a:latin typeface="UTIGCI+CMBX12~c" panose="02000500000000000000"/>
              <a:cs typeface="UTIGCI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19713" y="3228975"/>
            <a:ext cx="1157288" cy="517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kern="0" cap="none" spc="0" normalizeH="0" baseline="0" noProof="0">
                <a:solidFill>
                  <a:srgbClr val="000000"/>
                </a:solidFill>
                <a:latin typeface="GLBPWI+Helvetica" panose="020B0604020202020204"/>
                <a:cs typeface="GLBPWI+Helvetica" panose="020B0604020202020204"/>
              </a:rPr>
              <a:t>Controller</a:t>
            </a:r>
            <a:endParaRPr kumimoji="0" sz="1550" kern="0" cap="none" spc="0" normalizeH="0" baseline="0" noProof="0">
              <a:solidFill>
                <a:srgbClr val="000000"/>
              </a:solidFill>
              <a:latin typeface="GLBPWI+Helvetica" panose="020B0604020202020204"/>
              <a:cs typeface="GLBPWI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00488" y="4497388"/>
            <a:ext cx="1069975" cy="517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kern="0" cap="none" spc="0" normalizeH="0" baseline="0" noProof="0">
                <a:solidFill>
                  <a:srgbClr val="000000"/>
                </a:solidFill>
                <a:latin typeface="GLBPWI+Helvetica" panose="020B0604020202020204"/>
                <a:cs typeface="GLBPWI+Helvetica" panose="020B0604020202020204"/>
              </a:rPr>
              <a:t>Solenoid</a:t>
            </a:r>
            <a:endParaRPr kumimoji="0" sz="1550" kern="0" cap="none" spc="0" normalizeH="0" baseline="0" noProof="0">
              <a:solidFill>
                <a:srgbClr val="000000"/>
              </a:solidFill>
              <a:latin typeface="GLBPWI+Helvetica" panose="020B0604020202020204"/>
              <a:cs typeface="GLBPWI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85063" y="4721225"/>
            <a:ext cx="747713" cy="5191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kern="0" cap="none" spc="10" normalizeH="0" baseline="0" noProof="0">
                <a:solidFill>
                  <a:srgbClr val="000000"/>
                </a:solidFill>
                <a:latin typeface="GLBPWI+Helvetica" panose="020B0604020202020204"/>
                <a:cs typeface="GLBPWI+Helvetica" panose="020B0604020202020204"/>
              </a:rPr>
              <a:t>Tube</a:t>
            </a:r>
            <a:endParaRPr kumimoji="0" sz="1550" kern="0" cap="none" spc="10" normalizeH="0" baseline="0" noProof="0">
              <a:solidFill>
                <a:srgbClr val="000000"/>
              </a:solidFill>
              <a:latin typeface="GLBPWI+Helvetica" panose="020B0604020202020204"/>
              <a:cs typeface="GLBPWI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45063" y="5095875"/>
            <a:ext cx="793750" cy="517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kern="0" cap="none" spc="0" normalizeH="0" baseline="0" noProof="0">
                <a:solidFill>
                  <a:srgbClr val="000000"/>
                </a:solidFill>
                <a:latin typeface="GLBPWI+Helvetica" panose="020B0604020202020204"/>
                <a:cs typeface="GLBPWI+Helvetica" panose="020B0604020202020204"/>
              </a:rPr>
              <a:t>Valve</a:t>
            </a:r>
            <a:endParaRPr kumimoji="0" sz="1550" kern="0" cap="none" spc="0" normalizeH="0" baseline="0" noProof="0">
              <a:solidFill>
                <a:srgbClr val="000000"/>
              </a:solidFill>
              <a:latin typeface="GLBPWI+Helvetica" panose="020B0604020202020204"/>
              <a:cs typeface="GLBPWI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09750" y="5170488"/>
            <a:ext cx="981075" cy="517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kern="0" cap="none" spc="0" normalizeH="0" baseline="0" noProof="0">
                <a:solidFill>
                  <a:srgbClr val="000000"/>
                </a:solidFill>
                <a:latin typeface="GLBPWI+Helvetica" panose="020B0604020202020204"/>
                <a:cs typeface="GLBPWI+Helvetica" panose="020B0604020202020204"/>
              </a:rPr>
              <a:t>Coolant</a:t>
            </a:r>
            <a:endParaRPr kumimoji="0" sz="1550" kern="0" cap="none" spc="0" normalizeH="0" baseline="0" noProof="0">
              <a:solidFill>
                <a:srgbClr val="000000"/>
              </a:solidFill>
              <a:latin typeface="GLBPWI+Helvetica" panose="020B0604020202020204"/>
              <a:cs typeface="GLBPWI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16613" y="5245100"/>
            <a:ext cx="869950" cy="517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kern="0" cap="none" spc="0" normalizeH="0" baseline="0" noProof="0">
                <a:solidFill>
                  <a:srgbClr val="000000"/>
                </a:solidFill>
                <a:latin typeface="GLBPWI+Helvetica" panose="020B0604020202020204"/>
                <a:cs typeface="GLBPWI+Helvetica" panose="020B0604020202020204"/>
              </a:rPr>
              <a:t>Spring</a:t>
            </a:r>
            <a:endParaRPr kumimoji="0" sz="1550" kern="0" cap="none" spc="0" normalizeH="0" baseline="0" noProof="0">
              <a:solidFill>
                <a:srgbClr val="000000"/>
              </a:solidFill>
              <a:latin typeface="GLBPWI+Helvetica" panose="020B0604020202020204"/>
              <a:cs typeface="GLBPWI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SVDUIC+CMR7" panose="02000500000000000000"/>
                <a:cs typeface="SVDUIC+CMR7" panose="02000500000000000000"/>
              </a:rPr>
              <a:t>42</a:t>
            </a:r>
            <a:endParaRPr kumimoji="0" sz="1450" kern="0" cap="none" spc="0" normalizeH="0" baseline="0" noProof="0">
              <a:solidFill>
                <a:srgbClr val="000000"/>
              </a:solidFill>
              <a:latin typeface="SVDUIC+CMR7" panose="02000500000000000000"/>
              <a:cs typeface="SVDUIC+CMR7" panose="02000500000000000000"/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32098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830388"/>
            <a:ext cx="1979613" cy="320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7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GADASN+CMBX10" panose="02000500000000000000"/>
                <a:cs typeface="GADASN+CMBX10" panose="02000500000000000000"/>
              </a:rPr>
              <a:t>Main</a:t>
            </a:r>
            <a:r>
              <a:rPr kumimoji="0" sz="2050" kern="0" cap="none" spc="281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GADASN+CMBX10" panose="02000500000000000000"/>
                <a:cs typeface="GADASN+CMBX10" panose="02000500000000000000"/>
              </a:rPr>
              <a:t>points</a:t>
            </a:r>
            <a:endParaRPr kumimoji="0" sz="2050" kern="0" cap="none" spc="0" normalizeH="0" baseline="0" noProof="0" dirty="0">
              <a:solidFill>
                <a:srgbClr val="000000"/>
              </a:solidFill>
              <a:latin typeface="GADASN+CMBX10" panose="02000500000000000000"/>
              <a:cs typeface="GADASN+CMBX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138" y="2341563"/>
            <a:ext cx="8677275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GTLKOU+CMSY10~25" panose="02000500000000000000"/>
                <a:cs typeface="GTLKOU+CMSY10~25" panose="02000500000000000000"/>
              </a:rPr>
              <a:t>•</a:t>
            </a:r>
            <a:r>
              <a:rPr kumimoji="0" lang="en-US" sz="2050" kern="0" cap="none" spc="0" normalizeH="0" baseline="0" noProof="0" dirty="0">
                <a:solidFill>
                  <a:srgbClr val="000000"/>
                </a:solidFill>
                <a:latin typeface="GTLKOU+CMSY10~25" panose="02000500000000000000"/>
                <a:cs typeface="GTLKOU+CMSY10~25" panose="02000500000000000000"/>
              </a:rPr>
              <a:t> </a:t>
            </a:r>
            <a:r>
              <a:rPr kumimoji="0" sz="2050" b="1" kern="0" cap="none" spc="0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Reactive</a:t>
            </a:r>
            <a:r>
              <a:rPr kumimoji="0" sz="2050" b="1" kern="0" cap="none" spc="171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-11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software</a:t>
            </a:r>
            <a:r>
              <a:rPr kumimoji="0" sz="2050" b="1" kern="0" cap="none" spc="196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0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system</a:t>
            </a:r>
            <a:r>
              <a:rPr kumimoji="0" sz="2050" b="1" kern="0" cap="none" spc="182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0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is</a:t>
            </a:r>
            <a:r>
              <a:rPr kumimoji="0" sz="2050" b="1" kern="0" cap="none" spc="171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12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connected</a:t>
            </a:r>
            <a:r>
              <a:rPr kumimoji="0" sz="2050" b="1" kern="0" cap="none" spc="137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0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to</a:t>
            </a:r>
            <a:r>
              <a:rPr kumimoji="0" sz="2050" b="1" kern="0" cap="none" spc="181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0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interesting</a:t>
            </a:r>
            <a:r>
              <a:rPr kumimoji="0" sz="2050" b="1" kern="0" cap="none" spc="162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-12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events</a:t>
            </a:r>
            <a:r>
              <a:rPr kumimoji="0" sz="2050" b="1" kern="0" cap="none" spc="178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10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and</a:t>
            </a:r>
            <a:endParaRPr kumimoji="0" sz="2050" b="1" kern="0" cap="none" spc="10" normalizeH="0" baseline="0" noProof="0" dirty="0">
              <a:solidFill>
                <a:srgbClr val="000000"/>
              </a:solidFill>
              <a:latin typeface="OVJFRF+CMR10" panose="02000500000000000000"/>
              <a:cs typeface="OVJFRF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075" y="2713038"/>
            <a:ext cx="487997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b="1" kern="0" cap="none" spc="0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actions</a:t>
            </a:r>
            <a:r>
              <a:rPr kumimoji="0" sz="2050" b="1" kern="0" cap="none" spc="157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-47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by</a:t>
            </a:r>
            <a:r>
              <a:rPr kumimoji="0" sz="2050" b="1" kern="0" cap="none" spc="241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0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a</a:t>
            </a:r>
            <a:r>
              <a:rPr kumimoji="0" sz="2050" b="1" kern="0" cap="none" spc="178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0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communication</a:t>
            </a:r>
            <a:r>
              <a:rPr kumimoji="0" sz="2050" b="1" kern="0" cap="none" spc="181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0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channel.</a:t>
            </a:r>
            <a:endParaRPr kumimoji="0" sz="2050" b="1" kern="0" cap="none" spc="0" normalizeH="0" baseline="0" noProof="0" dirty="0">
              <a:solidFill>
                <a:srgbClr val="000000"/>
              </a:solidFill>
              <a:latin typeface="OVJFRF+CMR10" panose="02000500000000000000"/>
              <a:cs typeface="OVJFRF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138" y="3232150"/>
            <a:ext cx="7440613" cy="2257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359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GTLKOU+CMSY10~25" panose="02000500000000000000"/>
                <a:ea typeface="GTLKOU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Stimulus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is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event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observation.</a:t>
            </a:r>
            <a:endParaRPr lang="en-US" altLang="zh-CN" sz="2000" b="1">
              <a:solidFill>
                <a:srgbClr val="000000"/>
              </a:solidFill>
              <a:latin typeface="OVJFRF+CMR10" panose="02000500000000000000"/>
              <a:ea typeface="OVJFRF+CMR10" panose="02000500000000000000"/>
            </a:endParaRPr>
          </a:p>
          <a:p>
            <a:pPr>
              <a:lnSpc>
                <a:spcPts val="3590"/>
              </a:lnSpc>
              <a:spcBef>
                <a:spcPts val="50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GTLKOU+CMSY10~25" panose="02000500000000000000"/>
                <a:ea typeface="GTLKOU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Response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is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assumed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to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cause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desired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action.</a:t>
            </a:r>
            <a:endParaRPr lang="en-US" altLang="zh-CN" sz="2000" b="1">
              <a:solidFill>
                <a:srgbClr val="000000"/>
              </a:solidFill>
              <a:latin typeface="OVJFRF+CMR10" panose="02000500000000000000"/>
              <a:ea typeface="OVJFRF+CMR10" panose="02000500000000000000"/>
            </a:endParaRPr>
          </a:p>
          <a:p>
            <a:pPr>
              <a:lnSpc>
                <a:spcPts val="3590"/>
              </a:lnSpc>
              <a:spcBef>
                <a:spcPts val="45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GTLKOU+CMSY10~25" panose="02000500000000000000"/>
                <a:ea typeface="GTLKOU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If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assumptions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about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environment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are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true,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(stimulus,</a:t>
            </a:r>
            <a:endParaRPr lang="en-US" altLang="zh-CN" sz="2000" b="1">
              <a:solidFill>
                <a:srgbClr val="000000"/>
              </a:solidFill>
              <a:latin typeface="OVJFRF+CMR10" panose="02000500000000000000"/>
              <a:ea typeface="OVJFRF+CMR10" panose="02000500000000000000"/>
            </a:endParaRPr>
          </a:p>
          <a:p>
            <a:pPr>
              <a:lnSpc>
                <a:spcPts val="2515"/>
              </a:lnSpc>
              <a:spcBef>
                <a:spcPts val="465"/>
              </a:spcBef>
              <a:buNone/>
            </a:pP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response)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pairs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are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desirable;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otherwise,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they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may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be</a:t>
            </a:r>
            <a:endParaRPr lang="en-US" altLang="zh-CN" sz="2000" b="1">
              <a:solidFill>
                <a:srgbClr val="000000"/>
              </a:solidFill>
              <a:latin typeface="OVJFRF+CMR10" panose="02000500000000000000"/>
              <a:ea typeface="OVJFRF+CMR10" panose="02000500000000000000"/>
            </a:endParaRPr>
          </a:p>
          <a:p>
            <a:pPr>
              <a:lnSpc>
                <a:spcPts val="2515"/>
              </a:lnSpc>
              <a:spcBef>
                <a:spcPts val="415"/>
              </a:spcBef>
              <a:buNone/>
            </a:pP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undesirable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or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in diﬀerent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.</a:t>
            </a:r>
            <a:endParaRPr lang="en-US" altLang="zh-CN" sz="2000" b="1">
              <a:solidFill>
                <a:srgbClr val="000000"/>
              </a:solidFill>
              <a:latin typeface="OVJFRF+CMR10" panose="02000500000000000000"/>
              <a:ea typeface="OVJFRF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138" y="5530850"/>
            <a:ext cx="6961188" cy="45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GTLKOU+CMSY10~25" panose="02000500000000000000"/>
                <a:cs typeface="GTLKOU+CMSY10~25" panose="02000500000000000000"/>
              </a:rPr>
              <a:t>•</a:t>
            </a:r>
            <a:r>
              <a:rPr kumimoji="0" lang="en-US" sz="2050" kern="0" cap="none" spc="0" normalizeH="0" baseline="0" noProof="0" dirty="0">
                <a:solidFill>
                  <a:srgbClr val="000000"/>
                </a:solidFill>
                <a:latin typeface="GTLKOU+CMSY10~25" panose="02000500000000000000"/>
                <a:cs typeface="GTLKOU+CMSY10~25" panose="02000500000000000000"/>
              </a:rPr>
              <a:t> </a:t>
            </a:r>
            <a:r>
              <a:rPr kumimoji="0" sz="2050" b="1" kern="0" cap="none" spc="0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Assumptions</a:t>
            </a:r>
            <a:r>
              <a:rPr kumimoji="0" sz="2050" b="1" kern="0" cap="none" spc="169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10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cannot</a:t>
            </a:r>
            <a:r>
              <a:rPr kumimoji="0" sz="2050" b="1" kern="0" cap="none" spc="157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73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be</a:t>
            </a:r>
            <a:r>
              <a:rPr kumimoji="0" sz="2050" b="1" kern="0" cap="none" spc="100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0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guaranteed</a:t>
            </a:r>
            <a:r>
              <a:rPr kumimoji="0" sz="2050" b="1" kern="0" cap="none" spc="182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-47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by</a:t>
            </a:r>
            <a:r>
              <a:rPr kumimoji="0" sz="2050" b="1" kern="0" cap="none" spc="229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11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the</a:t>
            </a:r>
            <a:r>
              <a:rPr kumimoji="0" sz="2050" b="1" kern="0" cap="none" spc="162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0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system.</a:t>
            </a:r>
            <a:endParaRPr kumimoji="0" sz="2050" b="1" kern="0" cap="none" spc="0" normalizeH="0" baseline="0" noProof="0" dirty="0">
              <a:solidFill>
                <a:srgbClr val="000000"/>
              </a:solidFill>
              <a:latin typeface="OVJFRF+CMR10" panose="02000500000000000000"/>
              <a:cs typeface="OVJFRF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OQBBOH+CMR7" panose="02000500000000000000"/>
                <a:cs typeface="OQBBOH+CMR7" panose="02000500000000000000"/>
              </a:rPr>
              <a:t>43</a:t>
            </a:r>
            <a:endParaRPr kumimoji="0" sz="1450" kern="0" cap="none" spc="0" normalizeH="0" baseline="0" noProof="0">
              <a:solidFill>
                <a:srgbClr val="000000"/>
              </a:solidFill>
              <a:latin typeface="OQBBOH+CMR7" panose="02000500000000000000"/>
              <a:cs typeface="OQBBOH+CMR7" panose="0200050000000000000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AS_NET" val="4.0.30319.42000"/>
  <p:tag name="AS_OS" val="Microsoft Windows NT 6.1.7601 Service Pack 1"/>
  <p:tag name="AS_RELEASE_DATE" val="2017.08.21"/>
  <p:tag name="AS_TITLE" val="Aspose.Slides for .NET 2.0"/>
  <p:tag name="AS_VERSION" val="17.8"/>
</p:tagLst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4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5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6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7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8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9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0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1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2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3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4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25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26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7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8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29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30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31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2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33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34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35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36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37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38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39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40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41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42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14188</Words>
  <Application>WPS 演示</Application>
  <PresentationFormat>自定义</PresentationFormat>
  <Paragraphs>1068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232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43</vt:i4>
      </vt:variant>
    </vt:vector>
  </HeadingPairs>
  <TitlesOfParts>
    <vt:vector size="318" baseType="lpstr">
      <vt:lpstr>Arial</vt:lpstr>
      <vt:lpstr>宋体</vt:lpstr>
      <vt:lpstr>Wingdings</vt:lpstr>
      <vt:lpstr>LFEVQI+CMBX12</vt:lpstr>
      <vt:lpstr>Times New Roman</vt:lpstr>
      <vt:lpstr>CGDCWJ+CMBX12~c</vt:lpstr>
      <vt:lpstr>AKCTOU+CMSY10</vt:lpstr>
      <vt:lpstr>NVKCUG+CMR7</vt:lpstr>
      <vt:lpstr>NOQEBU+CMBX12</vt:lpstr>
      <vt:lpstr>LVTAPM+CMR10</vt:lpstr>
      <vt:lpstr>Times New Roman</vt:lpstr>
      <vt:lpstr>WINBNS+CMR7</vt:lpstr>
      <vt:lpstr>PITSQT+CMR10</vt:lpstr>
      <vt:lpstr>BFUIBT+CMR7</vt:lpstr>
      <vt:lpstr>VMNEKW+CMBX12~c</vt:lpstr>
      <vt:lpstr>FSLOUU+CMSY10~25</vt:lpstr>
      <vt:lpstr>DULTBC+CMR10</vt:lpstr>
      <vt:lpstr>WKRDRJ+CMBX10</vt:lpstr>
      <vt:lpstr>AMSSCV+CMR7</vt:lpstr>
      <vt:lpstr>TIBGJM+CMBX12~c</vt:lpstr>
      <vt:lpstr>MLQTQL+CMR10</vt:lpstr>
      <vt:lpstr>HDARUG+CMSY10~25</vt:lpstr>
      <vt:lpstr>MTWNEK+CMTI10</vt:lpstr>
      <vt:lpstr>EVUOWM+CMR7</vt:lpstr>
      <vt:lpstr>AQSSHW+CMBX12~c</vt:lpstr>
      <vt:lpstr>DDSIUO+CMR10</vt:lpstr>
      <vt:lpstr>QQUKGD+CMSY10~25</vt:lpstr>
      <vt:lpstr>FELSTD+CMTI10</vt:lpstr>
      <vt:lpstr>VEUNLC+CMSS10</vt:lpstr>
      <vt:lpstr>ASJNJU+CMR7</vt:lpstr>
      <vt:lpstr>DHJRHO+CMBX12~c</vt:lpstr>
      <vt:lpstr>MBJIGG+CMR10</vt:lpstr>
      <vt:lpstr>ARUPLI+CMSY10~25</vt:lpstr>
      <vt:lpstr>RKLDTT+CMTI10</vt:lpstr>
      <vt:lpstr>MFVIVE+CMSS10</vt:lpstr>
      <vt:lpstr>FEDNKH+CMR7</vt:lpstr>
      <vt:lpstr>NSIMAC+CMBX12~c</vt:lpstr>
      <vt:lpstr>IQRRKC+CMR10</vt:lpstr>
      <vt:lpstr>OMHNSH+CMBX10</vt:lpstr>
      <vt:lpstr>HWIFEB+CMSY10~25</vt:lpstr>
      <vt:lpstr>CIRERW+CMR7</vt:lpstr>
      <vt:lpstr>NJFAPJ+CMBX12~c</vt:lpstr>
      <vt:lpstr>KNVJVP+CMSY10~25</vt:lpstr>
      <vt:lpstr>KJRGFG+CMR10</vt:lpstr>
      <vt:lpstr>APSUKI+CMR7</vt:lpstr>
      <vt:lpstr>MBWAMW+CMBX12~c</vt:lpstr>
      <vt:lpstr>ATNREK+CMR10</vt:lpstr>
      <vt:lpstr>TUTGMR+CMSY10~25</vt:lpstr>
      <vt:lpstr>IPSQBS+CMR7</vt:lpstr>
      <vt:lpstr>微软雅黑</vt:lpstr>
      <vt:lpstr>Arial Unicode MS</vt:lpstr>
      <vt:lpstr>Calibri</vt:lpstr>
      <vt:lpstr>QVLGWH+CMBX12~c</vt:lpstr>
      <vt:lpstr>COJGMA+CMR10</vt:lpstr>
      <vt:lpstr>NLGRRV+CMSY10~25</vt:lpstr>
      <vt:lpstr>RMSWIO+CMR7</vt:lpstr>
      <vt:lpstr>AICAMU+CMBX12~c</vt:lpstr>
      <vt:lpstr>FHVVQC+Helvetica</vt:lpstr>
      <vt:lpstr>FHVVQC+Helvetica</vt:lpstr>
      <vt:lpstr>QRMGAW+CMR7</vt:lpstr>
      <vt:lpstr>MCJDBG+Helvetica-BoldOblique</vt:lpstr>
      <vt:lpstr>QQEIGD+Helvetica</vt:lpstr>
      <vt:lpstr>QQEIGD+Helvetica</vt:lpstr>
      <vt:lpstr>NFCOSN+CMR7</vt:lpstr>
      <vt:lpstr>OWEHHP+CMBX12~c</vt:lpstr>
      <vt:lpstr>POAUKU+Helvetica</vt:lpstr>
      <vt:lpstr>LRHPRQ+Helvetica-BoldOblique</vt:lpstr>
      <vt:lpstr>POAUKU+Helvetica</vt:lpstr>
      <vt:lpstr>KITNLQ+CMR7</vt:lpstr>
      <vt:lpstr>KVEMOK+CMBX12~c</vt:lpstr>
      <vt:lpstr>OTGJAG+Helvetica-BoldOblique</vt:lpstr>
      <vt:lpstr>WKRCIF+Helvetica</vt:lpstr>
      <vt:lpstr>WKRCIF+Helvetica</vt:lpstr>
      <vt:lpstr>GSSEQG+CMR7</vt:lpstr>
      <vt:lpstr>ILAPHV+CMBX12~c</vt:lpstr>
      <vt:lpstr>SAOGKC+CMR10</vt:lpstr>
      <vt:lpstr>ERAEUN+CMSY10~25</vt:lpstr>
      <vt:lpstr>OVWCTU+CMR7</vt:lpstr>
      <vt:lpstr>LWJSJM+CMBX12~c</vt:lpstr>
      <vt:lpstr>QTMWNU+CMR10</vt:lpstr>
      <vt:lpstr>KRMTWB+CMSY10~25</vt:lpstr>
      <vt:lpstr>BBUSMG+CMBX10</vt:lpstr>
      <vt:lpstr>KUCOEL+CMR9</vt:lpstr>
      <vt:lpstr>PVDWHM+CMR7</vt:lpstr>
      <vt:lpstr>LVJIMO+CMBX12~c</vt:lpstr>
      <vt:lpstr>AFMEIB+CMSY10~25</vt:lpstr>
      <vt:lpstr>GTHBTS+CMBX10</vt:lpstr>
      <vt:lpstr>TJUOTQ+CMR10</vt:lpstr>
      <vt:lpstr>PJDPEQ+CMR7</vt:lpstr>
      <vt:lpstr>FFMUIN+CMBX12~c</vt:lpstr>
      <vt:lpstr>DKAKAB+CMR10</vt:lpstr>
      <vt:lpstr>AMPPIU+CMTI10</vt:lpstr>
      <vt:lpstr>NEBHUL+CMSY10~25</vt:lpstr>
      <vt:lpstr>MKRUVB+CMBX10</vt:lpstr>
      <vt:lpstr>DMGWKL+CMR9</vt:lpstr>
      <vt:lpstr>WLHSFR+CMR7</vt:lpstr>
      <vt:lpstr>ULBQUQ+CMBX12~c</vt:lpstr>
      <vt:lpstr>TLKQWI+Helvetica</vt:lpstr>
      <vt:lpstr>TLKQWI+Helvetica</vt:lpstr>
      <vt:lpstr>NVQEEA+CMR10</vt:lpstr>
      <vt:lpstr>QHUCIK+CMR7</vt:lpstr>
      <vt:lpstr>PVMFCN+CMBX12~c</vt:lpstr>
      <vt:lpstr>GAJSUE+Helvetica-Bold</vt:lpstr>
      <vt:lpstr>LRQEVW+Helvetica</vt:lpstr>
      <vt:lpstr>LRQEVW+Helvetica</vt:lpstr>
      <vt:lpstr>JHMIPM+CMR10</vt:lpstr>
      <vt:lpstr>AUEPAQ+CMR7</vt:lpstr>
      <vt:lpstr>NKNVFT+CMBX12~c</vt:lpstr>
      <vt:lpstr>VHLJLJ+Helvetica</vt:lpstr>
      <vt:lpstr>FLLJRL+Helvetica-Bold</vt:lpstr>
      <vt:lpstr>VHLJLJ+Helvetica</vt:lpstr>
      <vt:lpstr>JLCMVW+Helvetica-BoldOblique</vt:lpstr>
      <vt:lpstr>LUMRLR+CMR10</vt:lpstr>
      <vt:lpstr>OLSHRU+CMR7</vt:lpstr>
      <vt:lpstr>RWUSIW+CMBX12~c</vt:lpstr>
      <vt:lpstr>QKFAVO+Helvetica-Bold</vt:lpstr>
      <vt:lpstr>OVMISC+Helvetica</vt:lpstr>
      <vt:lpstr>OVMISC+Helvetica</vt:lpstr>
      <vt:lpstr>ANJRMT+CMR7</vt:lpstr>
      <vt:lpstr>QFJUHM+CMBX12~c</vt:lpstr>
      <vt:lpstr>QBOTJT+CMSY10~25</vt:lpstr>
      <vt:lpstr>HUCMLC+CMBX10</vt:lpstr>
      <vt:lpstr>LKECWN+CMR10</vt:lpstr>
      <vt:lpstr>ABDBUL+CMR7</vt:lpstr>
      <vt:lpstr>FSJBKD+CMBX12~c</vt:lpstr>
      <vt:lpstr>FVPRQO+CMSY10~25</vt:lpstr>
      <vt:lpstr>OGWTLC+CMR10</vt:lpstr>
      <vt:lpstr>SGFVOW+CMTI10</vt:lpstr>
      <vt:lpstr>EATHEQ+CMBX10</vt:lpstr>
      <vt:lpstr>JNOIVJ+CMR7</vt:lpstr>
      <vt:lpstr>RMRNBB+CMBX12~c</vt:lpstr>
      <vt:lpstr>KKMRTM+Helvetica</vt:lpstr>
      <vt:lpstr>GNVNWT+Helvetica-Bold</vt:lpstr>
      <vt:lpstr>KKMRTM+Helvetica</vt:lpstr>
      <vt:lpstr>GNVNWT+Helvetica-Bold</vt:lpstr>
      <vt:lpstr>PSIFAS+CMR7</vt:lpstr>
      <vt:lpstr>HDJSSC+CMBX12~c</vt:lpstr>
      <vt:lpstr>SRVNTF+Helvetica-Bold</vt:lpstr>
      <vt:lpstr>CHDHTO+Helvetica</vt:lpstr>
      <vt:lpstr>SRVNTF+Helvetica-Bold</vt:lpstr>
      <vt:lpstr>CHDHTO+Helvetica</vt:lpstr>
      <vt:lpstr>SLIFGE+CMR7</vt:lpstr>
      <vt:lpstr>AOGAJW+CMBX12~c</vt:lpstr>
      <vt:lpstr>LKPVLL+CMR10</vt:lpstr>
      <vt:lpstr>OQPDKP+CMSY10~25</vt:lpstr>
      <vt:lpstr>NDHVRT+CMTI10</vt:lpstr>
      <vt:lpstr>BSEKCU+CMR7</vt:lpstr>
      <vt:lpstr>SMSTAR+CMBX12~c</vt:lpstr>
      <vt:lpstr>OPJBSN+CMSY10~25</vt:lpstr>
      <vt:lpstr>APTFTD+CMR10</vt:lpstr>
      <vt:lpstr>GENBDN+CMR7</vt:lpstr>
      <vt:lpstr>WNUIMU+CMBX12~c</vt:lpstr>
      <vt:lpstr>PHUDND+Helvetica-BoldOblique</vt:lpstr>
      <vt:lpstr>PWOCJS+Helvetica</vt:lpstr>
      <vt:lpstr>PWOCJS+Helvetica</vt:lpstr>
      <vt:lpstr>OLOGMC+CMR10</vt:lpstr>
      <vt:lpstr>MARALE+CMSY10~25</vt:lpstr>
      <vt:lpstr>UUAMOA+CMR7</vt:lpstr>
      <vt:lpstr>HSCIRF+CMBX12~c</vt:lpstr>
      <vt:lpstr>BJEEEW+Helvetica-BoldOblique</vt:lpstr>
      <vt:lpstr>WIVIDM+Helvetica</vt:lpstr>
      <vt:lpstr>BJEEEW+Helvetica-BoldOblique</vt:lpstr>
      <vt:lpstr>WIVIDM+Helvetica</vt:lpstr>
      <vt:lpstr>KSUGBA+CMR10</vt:lpstr>
      <vt:lpstr>OCDDVI+CMSY10~25</vt:lpstr>
      <vt:lpstr>HREPNH+CMSS10</vt:lpstr>
      <vt:lpstr>DSRCTW+CMR7</vt:lpstr>
      <vt:lpstr>JDWTTR+CMBX12~c</vt:lpstr>
      <vt:lpstr>DRQHQS+Helvetica-BoldOblique</vt:lpstr>
      <vt:lpstr>IPJOOR+Helvetica</vt:lpstr>
      <vt:lpstr>IPJOOR+Helvetica</vt:lpstr>
      <vt:lpstr>QMADEQ+CMR10</vt:lpstr>
      <vt:lpstr>KMHGHF+CMSY10~25</vt:lpstr>
      <vt:lpstr>TILMVJ+CMR7</vt:lpstr>
      <vt:lpstr>LBBSHS+CMBX12~c</vt:lpstr>
      <vt:lpstr>VBOTMU+Helvetica-BoldOblique</vt:lpstr>
      <vt:lpstr>FRBPBJ+Helvetica</vt:lpstr>
      <vt:lpstr>FRBPBJ+Helvetica</vt:lpstr>
      <vt:lpstr>VBOTMU+Helvetica-BoldOblique</vt:lpstr>
      <vt:lpstr>CNOQJG+CMR10</vt:lpstr>
      <vt:lpstr>RNAAFM+CMSS10</vt:lpstr>
      <vt:lpstr>JTAIDT+CMMI10</vt:lpstr>
      <vt:lpstr>JVRSFM+CMSY10~25</vt:lpstr>
      <vt:lpstr>EJOESQ+CMR7</vt:lpstr>
      <vt:lpstr>SJHUVK+CMBX12~c</vt:lpstr>
      <vt:lpstr>RIFGVC+CMSY10~25</vt:lpstr>
      <vt:lpstr>KKGWRV+CMR10</vt:lpstr>
      <vt:lpstr>NPIDNT+CMTI10</vt:lpstr>
      <vt:lpstr>LKWHPN+CMBX10</vt:lpstr>
      <vt:lpstr>SUOPOQ+CMR7</vt:lpstr>
      <vt:lpstr>WLLRSW+CMBX12~c</vt:lpstr>
      <vt:lpstr>CNDRFH+Helvetica</vt:lpstr>
      <vt:lpstr>CNDRFH+Helvetica</vt:lpstr>
      <vt:lpstr>WOERHA+CMR7</vt:lpstr>
      <vt:lpstr>TDMAFF+CMBX12~c</vt:lpstr>
      <vt:lpstr>SGLDDE+CMR10</vt:lpstr>
      <vt:lpstr>RBGKGA+CMSY10~25</vt:lpstr>
      <vt:lpstr>OLUGQW+CMR7</vt:lpstr>
      <vt:lpstr>KOCEKA+CMBX12~c</vt:lpstr>
      <vt:lpstr>KTVDRF+Helvetica</vt:lpstr>
      <vt:lpstr>KTVDRF+Helvetica</vt:lpstr>
      <vt:lpstr>IIQSWB+CMR7</vt:lpstr>
      <vt:lpstr>BODLJG+CMBX12~c</vt:lpstr>
      <vt:lpstr>DFRUMU+Helvetica</vt:lpstr>
      <vt:lpstr>DFRUMU+Helvetica</vt:lpstr>
      <vt:lpstr>JALBDD+CMSY10~25</vt:lpstr>
      <vt:lpstr>KVCSKI+CMR10</vt:lpstr>
      <vt:lpstr>SWNCSN+CMSS10</vt:lpstr>
      <vt:lpstr>IIVBWJ+CMR7</vt:lpstr>
      <vt:lpstr>GLRFGF+CMBX12~c</vt:lpstr>
      <vt:lpstr>ORMIEO+CMR10</vt:lpstr>
      <vt:lpstr>JTSJEP+CMSY10~25</vt:lpstr>
      <vt:lpstr>AUCUDK+CMSS10</vt:lpstr>
      <vt:lpstr>GVAJVL+CMBX10</vt:lpstr>
      <vt:lpstr>HIWBEF+CMMI10</vt:lpstr>
      <vt:lpstr>JENTRL+CMR7</vt:lpstr>
      <vt:lpstr>KHCJPR+CMBX12~c</vt:lpstr>
      <vt:lpstr>QRDFVH+Helvetica</vt:lpstr>
      <vt:lpstr>QRDFVH+Helvetica</vt:lpstr>
      <vt:lpstr>TGHQEB+CMR10</vt:lpstr>
      <vt:lpstr>ATCABF+CMR7</vt:lpstr>
      <vt:lpstr>KKEPER+CMBX12~c</vt:lpstr>
      <vt:lpstr>LMOLPB+Helvetica</vt:lpstr>
      <vt:lpstr>LMOLPB+Helvetica</vt:lpstr>
      <vt:lpstr>HWMJOM+CMR7</vt:lpstr>
      <vt:lpstr>UTIGCI+CMBX12~c</vt:lpstr>
      <vt:lpstr>GLBPWI+Helvetica</vt:lpstr>
      <vt:lpstr>SVDUIC+CMR7</vt:lpstr>
      <vt:lpstr>GADASN+CMBX10</vt:lpstr>
      <vt:lpstr>GTLKOU+CMSY10~25</vt:lpstr>
      <vt:lpstr>OVJFRF+CMR10</vt:lpstr>
      <vt:lpstr>OQBBOH+CMR7</vt:lpstr>
      <vt:lpstr>Theme Office</vt:lpstr>
      <vt:lpstr>1_Theme Office</vt:lpstr>
      <vt:lpstr>2_Theme Office</vt:lpstr>
      <vt:lpstr>3_Theme Office</vt:lpstr>
      <vt:lpstr>4_Theme Office</vt:lpstr>
      <vt:lpstr>5_Theme Office</vt:lpstr>
      <vt:lpstr>6_Theme Office</vt:lpstr>
      <vt:lpstr>7_Theme Office</vt:lpstr>
      <vt:lpstr>8_Theme Office</vt:lpstr>
      <vt:lpstr>9_Theme Office</vt:lpstr>
      <vt:lpstr>10_Theme Office</vt:lpstr>
      <vt:lpstr>11_Theme Office</vt:lpstr>
      <vt:lpstr>12_Theme Office</vt:lpstr>
      <vt:lpstr>13_Theme Office</vt:lpstr>
      <vt:lpstr>14_Theme Office</vt:lpstr>
      <vt:lpstr>15_Theme Office</vt:lpstr>
      <vt:lpstr>16_Theme Office</vt:lpstr>
      <vt:lpstr>17_Theme Office</vt:lpstr>
      <vt:lpstr>18_Theme Office</vt:lpstr>
      <vt:lpstr>19_Theme Office</vt:lpstr>
      <vt:lpstr>20_Theme Office</vt:lpstr>
      <vt:lpstr>21_Theme Office</vt:lpstr>
      <vt:lpstr>22_Theme Office</vt:lpstr>
      <vt:lpstr>23_Theme Office</vt:lpstr>
      <vt:lpstr>24_Theme Office</vt:lpstr>
      <vt:lpstr>25_Theme Office</vt:lpstr>
      <vt:lpstr>26_Theme Office</vt:lpstr>
      <vt:lpstr>27_Theme Office</vt:lpstr>
      <vt:lpstr>28_Theme Office</vt:lpstr>
      <vt:lpstr>29_Theme Office</vt:lpstr>
      <vt:lpstr>30_Theme Office</vt:lpstr>
      <vt:lpstr>31_Theme Office</vt:lpstr>
      <vt:lpstr>32_Theme Office</vt:lpstr>
      <vt:lpstr>33_Theme Office</vt:lpstr>
      <vt:lpstr>34_Theme Office</vt:lpstr>
      <vt:lpstr>35_Theme Office</vt:lpstr>
      <vt:lpstr>36_Theme Office</vt:lpstr>
      <vt:lpstr>37_Theme Office</vt:lpstr>
      <vt:lpstr>38_Theme Office</vt:lpstr>
      <vt:lpstr>39_Theme Office</vt:lpstr>
      <vt:lpstr>40_Theme Office</vt:lpstr>
      <vt:lpstr>41_Theme Office</vt:lpstr>
      <vt:lpstr>42_Theme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HeMa</dc:creator>
  <cp:lastModifiedBy>MX</cp:lastModifiedBy>
  <cp:revision>6</cp:revision>
  <dcterms:created xsi:type="dcterms:W3CDTF">2026-04-04T07:43:00Z</dcterms:created>
  <dcterms:modified xsi:type="dcterms:W3CDTF">2026-04-04T07:46:16Z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8CC0249A9B49433BB914A2604ACFBA4F_12</vt:lpwstr>
  </property>
  <property fmtid="{D5CDD505-2E9C-101B-9397-08002B2CF9AE}" pid="3" name="KSOProductBuildVer">
    <vt:lpwstr>2052-12.1.0.23542</vt:lpwstr>
  </property>
</Properties>
</file>