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516" r:id="rId3"/>
    <p:sldId id="513" r:id="rId4"/>
    <p:sldId id="502" r:id="rId6"/>
    <p:sldId id="501" r:id="rId7"/>
    <p:sldId id="504" r:id="rId8"/>
    <p:sldId id="503" r:id="rId9"/>
    <p:sldId id="506" r:id="rId10"/>
    <p:sldId id="507" r:id="rId11"/>
    <p:sldId id="508" r:id="rId12"/>
    <p:sldId id="509" r:id="rId13"/>
    <p:sldId id="505" r:id="rId14"/>
    <p:sldId id="511" r:id="rId15"/>
    <p:sldId id="510" r:id="rId16"/>
    <p:sldId id="514" r:id="rId17"/>
    <p:sldId id="500" r:id="rId18"/>
    <p:sldId id="517" r:id="rId19"/>
  </p:sldIdLst>
  <p:sldSz cx="9144000" cy="6858000" type="screen4x3"/>
  <p:notesSz cx="6858000" cy="9144000"/>
  <p:custDataLst>
    <p:tags r:id="rId28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7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tags" Target="tags/tag6.xml"/><Relationship Id="rId27" Type="http://schemas.openxmlformats.org/officeDocument/2006/relationships/customXml" Target="../customXml/item5.xml"/><Relationship Id="rId26" Type="http://schemas.openxmlformats.org/officeDocument/2006/relationships/customXml" Target="../customXml/item4.xml"/><Relationship Id="rId25" Type="http://schemas.openxmlformats.org/officeDocument/2006/relationships/customXml" Target="../customXml/item3.xml"/><Relationship Id="rId24" Type="http://schemas.openxmlformats.org/officeDocument/2006/relationships/customXml" Target="../customXml/item2.xml"/><Relationship Id="rId23" Type="http://schemas.openxmlformats.org/officeDocument/2006/relationships/customXml" Target="../customXml/item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Calibri" panose="020F0502020204030204" pitchFamily="34" charset="0"/>
              </a:defRPr>
            </a:lvl1pPr>
          </a:lstStyle>
          <a:p>
            <a:endParaRPr lang="zh-CN" altLang="zh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6EF47F14-67CB-4B58-BD4D-A66EC61FECA2}" type="datetimeFigureOut">
              <a:rPr lang="en-US" altLang="zh-CN"/>
            </a:fld>
            <a:endParaRPr lang="en-US" alt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  <a:endParaRPr lang="en-US" noProof="0" smtClean="0"/>
          </a:p>
          <a:p>
            <a:pPr lvl="1"/>
            <a:r>
              <a:rPr lang="en-US" noProof="0" smtClean="0"/>
              <a:t>Second level</a:t>
            </a:r>
            <a:endParaRPr lang="en-US" noProof="0" smtClean="0"/>
          </a:p>
          <a:p>
            <a:pPr lvl="2"/>
            <a:r>
              <a:rPr lang="en-US" noProof="0" smtClean="0"/>
              <a:t>Third level</a:t>
            </a:r>
            <a:endParaRPr lang="en-US" noProof="0" smtClean="0"/>
          </a:p>
          <a:p>
            <a:pPr lvl="3"/>
            <a:r>
              <a:rPr lang="en-US" noProof="0" smtClean="0"/>
              <a:t>Fourth level</a:t>
            </a:r>
            <a:endParaRPr lang="en-US" noProof="0" smtClean="0"/>
          </a:p>
          <a:p>
            <a:pPr lvl="4"/>
            <a:r>
              <a:rPr lang="en-US" noProof="0" smtClean="0"/>
              <a:t>Fifth level</a:t>
            </a:r>
            <a:endParaRPr lang="en-US" noProof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Calibri" panose="020F0502020204030204" pitchFamily="34" charset="0"/>
              </a:defRPr>
            </a:lvl1pPr>
          </a:lstStyle>
          <a:p>
            <a:endParaRPr lang="zh-CN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C87F1617-B7D1-4B42-9FC4-2DA6C1832A38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3D157-AF01-4D4F-8F66-7ED718412FB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任意多边形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A727323-1DC8-484B-A5DD-815513EBFD49}" type="datetime1">
              <a:rPr lang="en-US" altLang="zh-CN" smtClean="0"/>
            </a:fld>
            <a:endParaRPr lang="en-US" altLang="zh-CN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Copyright 1992-2012 by Pearson Education, Inc. All Rights Reserved.</a:t>
            </a:r>
            <a:endParaRPr 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931444A-6549-448B-8861-B45E1BAF0AC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27323-1DC8-484B-A5DD-815513EBFD49}" type="datetime1">
              <a:rPr lang="en-US" altLang="zh-CN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Copyright 1992-2012 by Pearson Education, Inc. All Rights Reserved.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1444A-6549-448B-8861-B45E1BAF0AC3}" type="slidenum">
              <a:rPr lang="en-US" altLang="zh-CN" smtClean="0"/>
            </a:fld>
            <a:endParaRPr lang="en-US" altLang="zh-CN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27323-1DC8-484B-A5DD-815513EBFD49}" type="datetime1">
              <a:rPr lang="en-US" altLang="zh-CN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Copyright 1992-2012 by Pearson Education, Inc. All Rights Reserved.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1444A-6549-448B-8861-B45E1BAF0AC3}" type="slidenum">
              <a:rPr lang="en-US" altLang="zh-CN" smtClean="0"/>
            </a:fld>
            <a:endParaRPr lang="en-US" altLang="zh-CN"/>
          </a:p>
        </p:txBody>
      </p:sp>
      <p:sp>
        <p:nvSpPr>
          <p:cNvPr id="7" name="燕尾形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燕尾形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27323-1DC8-484B-A5DD-815513EBFD49}" type="datetime1">
              <a:rPr lang="en-US" altLang="zh-CN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Copyright 1992-2012 by Pearson Education, Inc. All Rights Reserved.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1444A-6549-448B-8861-B45E1BAF0AC3}" type="slidenum">
              <a:rPr lang="en-US" altLang="zh-CN" smtClean="0"/>
            </a:fld>
            <a:endParaRPr lang="en-US" altLang="zh-CN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27323-1DC8-484B-A5DD-815513EBFD49}" type="datetime1">
              <a:rPr lang="en-US" altLang="zh-CN" smtClean="0"/>
            </a:fld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Copyright 1992-2012 by Pearson Education, Inc. All Rights Reserved.</a:t>
            </a:r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1444A-6549-448B-8861-B45E1BAF0AC3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27323-1DC8-484B-A5DD-815513EBFD49}" type="datetime1">
              <a:rPr lang="en-US" altLang="zh-CN" smtClean="0"/>
            </a:fld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Copyright 1992-2012 by Pearson Education, Inc. All Rights Reserved.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1444A-6549-448B-8861-B45E1BAF0AC3}" type="slidenum">
              <a:rPr lang="en-US" altLang="zh-CN" smtClean="0"/>
            </a:fld>
            <a:endParaRPr lang="en-US" altLang="zh-CN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27323-1DC8-484B-A5DD-815513EBFD49}" type="datetime1">
              <a:rPr lang="en-US" altLang="zh-CN" smtClean="0"/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Copyright 1992-2012 by Pearson Education, Inc. All Rights Reserved.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1444A-6549-448B-8861-B45E1BAF0AC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8A727323-1DC8-484B-A5DD-815513EBFD49}" type="datetime1">
              <a:rPr lang="en-US" altLang="zh-CN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Copyright 1992-2012 by Pearson Education, Inc. All Rights Reserved.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1444A-6549-448B-8861-B45E1BAF0AC3}" type="slidenum">
              <a:rPr lang="en-US" altLang="zh-CN" smtClean="0"/>
            </a:fld>
            <a:endParaRPr lang="en-US" altLang="zh-C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415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A727323-1DC8-484B-A5DD-815513EBFD49}" type="datetime1">
              <a:rPr lang="en-US" altLang="zh-CN" smtClean="0"/>
            </a:fld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Copyright 1992-2012 by Pearson Education, Inc. All Rights Reserved.</a:t>
            </a:r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931444A-6549-448B-8861-B45E1BAF0AC3}" type="slidenum">
              <a:rPr lang="en-US" altLang="zh-CN" smtClean="0"/>
            </a:fld>
            <a:endParaRPr lang="en-US" altLang="zh-CN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8" name="任意多边形 7"/>
          <p:cNvSpPr/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任意多边形 8"/>
          <p:cNvSpPr/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角三角形 9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燕尾形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燕尾形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27323-1DC8-484B-A5DD-815513EBFD49}" type="datetime1">
              <a:rPr lang="en-US" altLang="zh-CN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Copyright 1992-2012 by Pearson Education, Inc. All Rights Reserved.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1444A-6549-448B-8861-B45E1BAF0AC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 eaLnBrk="1" latinLnBrk="0" hangingPunct="1"/>
            <a:r>
              <a:rPr lang="zh-CN" altLang="en-US" smtClean="0"/>
              <a:t>第二级</a:t>
            </a:r>
            <a:endParaRPr lang="zh-CN" altLang="en-US" smtClean="0"/>
          </a:p>
          <a:p>
            <a:pPr lvl="2" eaLnBrk="1" latinLnBrk="0" hangingPunct="1"/>
            <a:r>
              <a:rPr lang="zh-CN" altLang="en-US" smtClean="0"/>
              <a:t>第三级</a:t>
            </a:r>
            <a:endParaRPr lang="zh-CN" altLang="en-US" smtClean="0"/>
          </a:p>
          <a:p>
            <a:pPr lvl="3" eaLnBrk="1" latinLnBrk="0" hangingPunct="1"/>
            <a:r>
              <a:rPr lang="zh-CN" altLang="en-US" smtClean="0"/>
              <a:t>第四级</a:t>
            </a:r>
            <a:endParaRPr lang="zh-CN" altLang="en-US" smtClean="0"/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27323-1DC8-484B-A5DD-815513EBFD49}" type="datetime1">
              <a:rPr lang="en-US" altLang="zh-CN" smtClean="0"/>
            </a:fld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Copyright 1992-2012 by Pearson Education, Inc. All Rights Reserved.</a:t>
            </a:r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1444A-6549-448B-8861-B45E1BAF0AC3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/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任意多边形 11"/>
          <p:cNvSpPr/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/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  <a:endParaRPr kumimoji="0" lang="zh-CN" altLang="en-US" smtClean="0"/>
          </a:p>
          <a:p>
            <a:pPr lvl="1" eaLnBrk="1" latinLnBrk="0" hangingPunct="1"/>
            <a:r>
              <a:rPr kumimoji="0" lang="zh-CN" altLang="en-US" smtClean="0"/>
              <a:t>第二级</a:t>
            </a:r>
            <a:endParaRPr kumimoji="0" lang="zh-CN" altLang="en-US" smtClean="0"/>
          </a:p>
          <a:p>
            <a:pPr lvl="2" eaLnBrk="1" latinLnBrk="0" hangingPunct="1"/>
            <a:r>
              <a:rPr kumimoji="0" lang="zh-CN" altLang="en-US" smtClean="0"/>
              <a:t>第三级</a:t>
            </a:r>
            <a:endParaRPr kumimoji="0" lang="zh-CN" altLang="en-US" smtClean="0"/>
          </a:p>
          <a:p>
            <a:pPr lvl="3" eaLnBrk="1" latinLnBrk="0" hangingPunct="1"/>
            <a:r>
              <a:rPr kumimoji="0" lang="zh-CN" altLang="en-US" smtClean="0"/>
              <a:t>第四级</a:t>
            </a:r>
            <a:endParaRPr kumimoji="0" lang="zh-CN" altLang="en-US" smtClean="0"/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fld id="{8A727323-1DC8-484B-A5DD-815513EBFD49}" type="datetime1">
              <a:rPr lang="en-US" altLang="zh-CN" smtClean="0"/>
            </a:fld>
            <a:endParaRPr lang="en-US" altLang="zh-CN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US" smtClean="0"/>
              <a:t>© Copyright 1992-2012 by Pearson Education, Inc. All Rights Reserved.</a:t>
            </a:r>
            <a:endParaRPr 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C931444A-6549-448B-8861-B45E1BAF0AC3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365760" indent="-255905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 panose="05040102010807070707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665" indent="-228600" algn="l" rtl="0" eaLnBrk="1" latinLnBrk="0" hangingPunct="1">
        <a:spcBef>
          <a:spcPts val="325"/>
        </a:spcBef>
        <a:buClr>
          <a:schemeClr val="accent1"/>
        </a:buClr>
        <a:buFont typeface="Verdana" panose="020B0604030504040204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790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 panose="05020102010507070707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 algn="l" eaLnBrk="0" hangingPunct="0">
              <a:buClr>
                <a:srgbClr val="FF0000"/>
              </a:buClr>
              <a:buSzPct val="120000"/>
              <a:buFont typeface="Wingdings" panose="05000000000000000000" pitchFamily="2" charset="2"/>
              <a:buChar char="Ø"/>
              <a:defRPr sz="3200" b="1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742950" indent="-285750" algn="l" eaLnBrk="0" hangingPunct="0">
              <a:spcBef>
                <a:spcPct val="0"/>
              </a:spcBef>
              <a:buClr>
                <a:schemeClr val="tx1"/>
              </a:buClr>
              <a:buSzPct val="110000"/>
              <a:buFont typeface="Wingdings" panose="05000000000000000000" pitchFamily="2" charset="2"/>
              <a:buChar char="u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defRPr>
            </a:lvl2pPr>
            <a:lvl3pPr marL="1143000" indent="-228600" algn="l" eaLnBrk="0" hangingPunct="0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l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Char char="ü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方正姚体" panose="02010601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方正姚体" panose="02010601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方正姚体" panose="02010601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方正姚体" panose="02010601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ü"/>
              <a:defRPr sz="2000" b="1">
                <a:solidFill>
                  <a:schemeClr val="tx1"/>
                </a:solidFill>
                <a:latin typeface="Arial" panose="020B0604020202020204" pitchFamily="34" charset="0"/>
                <a:ea typeface="方正姚体" panose="02010601030101010101" pitchFamily="2" charset="-122"/>
              </a:defRPr>
            </a:lvl9pPr>
          </a:lstStyle>
          <a:p>
            <a:pPr algn="r" eaLnBrk="1" hangingPunct="1">
              <a:buClrTx/>
              <a:buSzTx/>
              <a:buFontTx/>
              <a:buNone/>
            </a:pPr>
            <a:r>
              <a:rPr lang="en-US" altLang="zh-CN" sz="1800" smtClean="0">
                <a:solidFill>
                  <a:srgbClr val="000074"/>
                </a:solidFill>
                <a:ea typeface="宋体" panose="02010600030101010101" pitchFamily="2" charset="-122"/>
              </a:rPr>
              <a:t>P</a:t>
            </a:r>
            <a:fld id="{99B13906-73A0-46B3-804F-E824B47661A7}" type="slidenum">
              <a:rPr lang="en-US" altLang="zh-CN" sz="1800" smtClean="0">
                <a:solidFill>
                  <a:srgbClr val="000074"/>
                </a:solidFill>
                <a:ea typeface="宋体" panose="02010600030101010101" pitchFamily="2" charset="-122"/>
              </a:rPr>
            </a:fld>
            <a:endParaRPr lang="en-US" altLang="zh-CN" sz="1800" smtClean="0">
              <a:solidFill>
                <a:srgbClr val="000074"/>
              </a:solidFill>
              <a:ea typeface="宋体" panose="02010600030101010101" pitchFamily="2" charset="-122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2286000"/>
            <a:ext cx="8077200" cy="4038600"/>
          </a:xfrm>
        </p:spPr>
        <p:txBody>
          <a:bodyPr/>
          <a:lstStyle/>
          <a:p>
            <a:pPr eaLnBrk="1" hangingPunct="1">
              <a:spcBef>
                <a:spcPts val="500"/>
              </a:spcBef>
            </a:pPr>
            <a:r>
              <a:rPr lang="en-US" altLang="zh-CN" sz="2800" dirty="0" err="1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TicTacToe</a:t>
            </a:r>
            <a:r>
              <a:rPr lang="en-US" altLang="zh-CN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Game v 1.0  -- </a:t>
            </a:r>
            <a:r>
              <a:rPr lang="zh-CN" altLang="en-US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无脑人机对弈</a:t>
            </a:r>
            <a:endParaRPr lang="en-US" altLang="zh-CN" sz="2800" dirty="0" smtClean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eaLnBrk="1" hangingPunct="1">
              <a:spcBef>
                <a:spcPts val="500"/>
              </a:spcBef>
            </a:pPr>
            <a:r>
              <a:rPr lang="en-US" altLang="zh-CN" sz="2800" dirty="0" err="1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TicTacToe</a:t>
            </a:r>
            <a:r>
              <a:rPr lang="en-US" altLang="zh-CN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Game v 2.88  --  </a:t>
            </a:r>
            <a:r>
              <a:rPr lang="zh-CN" altLang="en-US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无敌人机对弈</a:t>
            </a:r>
            <a:endParaRPr lang="en-US" altLang="zh-CN" sz="2800" dirty="0" smtClean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eaLnBrk="1" hangingPunct="1">
              <a:spcBef>
                <a:spcPts val="500"/>
              </a:spcBef>
            </a:pPr>
            <a:r>
              <a:rPr lang="en-US" altLang="zh-CN" sz="2800" dirty="0" err="1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TicTacToe</a:t>
            </a:r>
            <a:r>
              <a:rPr lang="en-US" altLang="zh-CN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Game v 3.89  --  </a:t>
            </a:r>
            <a:r>
              <a:rPr lang="zh-CN" altLang="en-US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智慧人机对弈</a:t>
            </a:r>
            <a:endParaRPr lang="en-US" altLang="zh-CN" sz="2800" dirty="0" smtClean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eaLnBrk="1" hangingPunct="1">
              <a:spcBef>
                <a:spcPts val="500"/>
              </a:spcBef>
            </a:pPr>
            <a:r>
              <a:rPr lang="en-US" altLang="zh-CN" sz="2800" dirty="0" err="1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TicTacToe</a:t>
            </a:r>
            <a:r>
              <a:rPr lang="en-US" altLang="zh-CN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Derby v 3.89  --  </a:t>
            </a:r>
            <a:r>
              <a:rPr lang="zh-CN" altLang="en-US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智慧</a:t>
            </a:r>
            <a:r>
              <a:rPr lang="en-US" altLang="zh-CN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Derby</a:t>
            </a:r>
            <a:r>
              <a:rPr lang="zh-CN" altLang="en-US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测试</a:t>
            </a:r>
            <a:endParaRPr lang="en-US" altLang="zh-CN" sz="2800" dirty="0" smtClean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eaLnBrk="1" hangingPunct="1">
              <a:spcBef>
                <a:spcPts val="500"/>
              </a:spcBef>
            </a:pPr>
            <a:endParaRPr lang="en-US" altLang="zh-CN" sz="2800" dirty="0" smtClean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endParaRPr lang="en-US" altLang="zh-CN" sz="2800" dirty="0" smtClean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381000" y="685800"/>
            <a:ext cx="847344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p>
            <a:pPr lvl="0" algn="ctr">
              <a:spcBef>
                <a:spcPts val="600"/>
              </a:spcBef>
              <a:defRPr/>
            </a:pPr>
            <a:r>
              <a:rPr kumimoji="0" lang="en-US" altLang="zh-CN" sz="480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uLnTx/>
                <a:uFillTx/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TicTacToe</a:t>
            </a:r>
            <a:endParaRPr kumimoji="0" lang="en-US" altLang="zh-CN" sz="4800" i="0" u="none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609600"/>
            <a:ext cx="9144000" cy="1665914"/>
          </a:xfrm>
          <a:prstGeom prst="rect">
            <a:avLst/>
          </a:prstGeom>
        </p:spPr>
        <p:txBody>
          <a:bodyPr vert="horz" lIns="91429" tIns="45714" rIns="91429" bIns="45714" anchor="ctr">
            <a:no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 defTabSz="1018540">
              <a:spcBef>
                <a:spcPts val="670"/>
              </a:spcBef>
              <a:defRPr/>
            </a:pPr>
            <a:r>
              <a:rPr lang="en-US" altLang="en-US" sz="4800" b="1" dirty="0" err="1" smtClean="0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rPr>
              <a:t>TicTacToe</a:t>
            </a:r>
            <a:r>
              <a:rPr lang="en-US" altLang="en-US" sz="4800" b="1" dirty="0" smtClean="0">
                <a:solidFill>
                  <a:srgbClr val="002060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rPr>
              <a:t> Game v1.0</a:t>
            </a:r>
            <a:endParaRPr lang="zh-CN" altLang="zh-CN" sz="4800" b="1" dirty="0" smtClean="0">
              <a:solidFill>
                <a:srgbClr val="002060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Calibri" panose="020F0502020204030204" pitchFamily="34" charset="0"/>
              <a:ea typeface="+mj-ea"/>
              <a:cs typeface="+mj-cs"/>
            </a:endParaRPr>
          </a:p>
        </p:txBody>
      </p:sp>
      <p:sp>
        <p:nvSpPr>
          <p:cNvPr id="5" name="Subtitle 3"/>
          <p:cNvSpPr txBox="1"/>
          <p:nvPr/>
        </p:nvSpPr>
        <p:spPr>
          <a:xfrm>
            <a:off x="685800" y="2590800"/>
            <a:ext cx="8153400" cy="335280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65760" marR="0" lvl="0" indent="-25590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68000"/>
              <a:defRPr/>
            </a:pPr>
            <a:r>
              <a:rPr kumimoji="0" lang="en-US" altLang="zh-CN" sz="360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+mn-cs"/>
              </a:rPr>
              <a:t>Tool.java</a:t>
            </a:r>
            <a:endParaRPr kumimoji="0" lang="en-US" altLang="zh-CN" sz="360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onsolas" panose="020B0609020204030204" pitchFamily="49" charset="0"/>
              <a:cs typeface="+mn-cs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68000"/>
              <a:defRPr/>
            </a:pPr>
            <a:r>
              <a:rPr lang="en-US" altLang="zh-CN" sz="3600" dirty="0" smtClean="0">
                <a:solidFill>
                  <a:srgbClr val="002060"/>
                </a:solidFill>
                <a:latin typeface="Consolas" panose="020B0609020204030204" pitchFamily="49" charset="0"/>
                <a:cs typeface="+mn-cs"/>
              </a:rPr>
              <a:t>Move.java</a:t>
            </a:r>
            <a:endParaRPr lang="en-US" altLang="zh-CN" sz="3600" dirty="0" smtClean="0">
              <a:solidFill>
                <a:srgbClr val="002060"/>
              </a:solidFill>
              <a:latin typeface="Consolas" panose="020B0609020204030204" pitchFamily="49" charset="0"/>
              <a:cs typeface="+mn-cs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68000"/>
              <a:defRPr/>
            </a:pPr>
            <a:r>
              <a:rPr kumimoji="0" lang="en-US" altLang="zh-CN" sz="360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+mn-cs"/>
              </a:rPr>
              <a:t>Board.java</a:t>
            </a:r>
            <a:endParaRPr kumimoji="0" lang="en-US" altLang="zh-CN" sz="360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onsolas" panose="020B0609020204030204" pitchFamily="49" charset="0"/>
              <a:cs typeface="+mn-cs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68000"/>
              <a:defRPr/>
            </a:pPr>
            <a:r>
              <a:rPr lang="en-US" altLang="zh-CN" sz="3600" dirty="0" smtClean="0">
                <a:solidFill>
                  <a:srgbClr val="002060"/>
                </a:solidFill>
                <a:latin typeface="Consolas" panose="020B0609020204030204" pitchFamily="49" charset="0"/>
                <a:cs typeface="+mn-cs"/>
              </a:rPr>
              <a:t>TicTacToe.java</a:t>
            </a:r>
            <a:endParaRPr lang="en-US" altLang="zh-CN" sz="3600" dirty="0" smtClean="0">
              <a:solidFill>
                <a:srgbClr val="002060"/>
              </a:solidFill>
              <a:latin typeface="Consolas" panose="020B0609020204030204" pitchFamily="49" charset="0"/>
              <a:cs typeface="+mn-cs"/>
            </a:endParaRPr>
          </a:p>
          <a:p>
            <a:pPr marL="365760" marR="0" lvl="0" indent="-255905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ct val="68000"/>
              <a:defRPr/>
            </a:pPr>
            <a:r>
              <a:rPr kumimoji="0" lang="en-US" altLang="zh-CN" sz="3600" i="0" u="none" strike="noStrike" kern="120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nsolas" panose="020B0609020204030204" pitchFamily="49" charset="0"/>
                <a:cs typeface="+mn-cs"/>
              </a:rPr>
              <a:t>TicTacToeGame.java</a:t>
            </a:r>
            <a:endParaRPr kumimoji="0" lang="en-US" altLang="zh-CN" sz="3600" i="0" u="none" strike="noStrike" kern="120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Consolas" panose="020B0609020204030204" pitchFamily="49" charset="0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66713" y="1924050"/>
            <a:ext cx="8410575" cy="30099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76238" y="757238"/>
            <a:ext cx="8391525" cy="5343525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6675" y="1152525"/>
            <a:ext cx="9010650" cy="455295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1438" y="1019175"/>
            <a:ext cx="9001125" cy="481965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627776"/>
            <a:ext cx="9144000" cy="5620624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" y="200912"/>
            <a:ext cx="9144000" cy="6352288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52513" y="1"/>
            <a:ext cx="7038975" cy="68580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76200" y="0"/>
            <a:ext cx="8991600" cy="68580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" y="603209"/>
            <a:ext cx="9143999" cy="5385267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66675" y="504825"/>
            <a:ext cx="9010650" cy="584835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934150"/>
            <a:ext cx="9144000" cy="470465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066800" y="914400"/>
            <a:ext cx="6991350" cy="4581525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36000" y="72000"/>
            <a:ext cx="9067800" cy="670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274638"/>
            <a:ext cx="7924800" cy="79216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CN" sz="4800" b="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More in html</a:t>
            </a:r>
            <a:endParaRPr lang="zh-CN" altLang="en-US" sz="4800" b="0" dirty="0" smtClean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077200" cy="4038600"/>
          </a:xfrm>
        </p:spPr>
        <p:txBody>
          <a:bodyPr/>
          <a:lstStyle/>
          <a:p>
            <a:pPr eaLnBrk="1" hangingPunct="1">
              <a:spcBef>
                <a:spcPts val="500"/>
              </a:spcBef>
            </a:pPr>
            <a:r>
              <a:rPr lang="en-US" altLang="zh-CN" sz="2800" dirty="0" err="1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TicTacToe</a:t>
            </a:r>
            <a:r>
              <a:rPr lang="en-US" altLang="zh-CN" sz="2800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Game v 1.0  -- </a:t>
            </a:r>
            <a:r>
              <a:rPr lang="zh-CN" altLang="en-US" sz="2800" dirty="0" smtClean="0">
                <a:solidFill>
                  <a:schemeClr val="tx2">
                    <a:lumMod val="40000"/>
                    <a:lumOff val="60000"/>
                  </a:schemeClr>
                </a:solidFill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无脑人机对弈</a:t>
            </a:r>
            <a:endParaRPr lang="en-US" altLang="zh-CN" sz="2800" dirty="0" smtClean="0">
              <a:solidFill>
                <a:schemeClr val="tx2">
                  <a:lumMod val="40000"/>
                  <a:lumOff val="60000"/>
                </a:schemeClr>
              </a:solidFill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eaLnBrk="1" hangingPunct="1">
              <a:spcBef>
                <a:spcPts val="500"/>
              </a:spcBef>
            </a:pPr>
            <a:r>
              <a:rPr lang="en-US" altLang="zh-CN" sz="2800" dirty="0" err="1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TicTacToe</a:t>
            </a:r>
            <a:r>
              <a:rPr lang="en-US" altLang="zh-CN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Game v 2.88  --  </a:t>
            </a:r>
            <a:r>
              <a:rPr lang="zh-CN" altLang="en-US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无敌人机对弈 </a:t>
            </a:r>
            <a:r>
              <a:rPr lang="en-US" altLang="zh-CN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(html)</a:t>
            </a:r>
            <a:endParaRPr lang="en-US" altLang="zh-CN" sz="2800" dirty="0" smtClean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r>
              <a:rPr lang="en-US" altLang="zh-CN" sz="2800" dirty="0" err="1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TicTacToe</a:t>
            </a:r>
            <a:r>
              <a:rPr lang="en-US" altLang="zh-CN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Game v 3.89  --  </a:t>
            </a:r>
            <a:r>
              <a:rPr lang="zh-CN" altLang="en-US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智慧人机对弈  </a:t>
            </a:r>
            <a:r>
              <a:rPr lang="en-US" altLang="zh-CN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(html)</a:t>
            </a:r>
            <a:endParaRPr lang="en-US" altLang="zh-CN" sz="2800" dirty="0" smtClean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>
              <a:spcBef>
                <a:spcPts val="500"/>
              </a:spcBef>
            </a:pPr>
            <a:r>
              <a:rPr lang="en-US" altLang="zh-CN" sz="2800" dirty="0" err="1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TicTacToe</a:t>
            </a:r>
            <a:r>
              <a:rPr lang="en-US" altLang="zh-CN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Derby v 3.89  --  </a:t>
            </a:r>
            <a:r>
              <a:rPr lang="zh-CN" altLang="en-US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智慧</a:t>
            </a:r>
            <a:r>
              <a:rPr lang="en-US" altLang="zh-CN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Derby</a:t>
            </a:r>
            <a:r>
              <a:rPr lang="zh-CN" altLang="en-US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测试  </a:t>
            </a:r>
            <a:r>
              <a:rPr lang="en-US" altLang="zh-CN" sz="2800" dirty="0" smtClean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(html)</a:t>
            </a:r>
            <a:endParaRPr lang="en-US" altLang="zh-CN" sz="2800" dirty="0" smtClean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  <a:p>
            <a:pPr eaLnBrk="1" hangingPunct="1">
              <a:spcBef>
                <a:spcPts val="500"/>
              </a:spcBef>
            </a:pPr>
            <a:endParaRPr lang="en-US" altLang="zh-CN" sz="2800" dirty="0" smtClean="0">
              <a:latin typeface="Calibri" panose="020F0502020204030204" pitchFamily="34" charset="0"/>
              <a:ea typeface="黑体" panose="02010609060101010101" pitchFamily="49" charset="-122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6.xml><?xml version="1.0" encoding="utf-8"?>
<p:tagLst xmlns:p="http://schemas.openxmlformats.org/presentationml/2006/main">
  <p:tag name="commondata" val="eyJoZGlkIjoiZTI3MzEzOWFkYWIyMzJmZWY3NTJiMTllNTNhYmFjYzk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聚合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WikiEditForm</Display>
  <Edit>WikiEditForm</Edit>
  <New>WikiEditForm</New>
</FormTemplates>
</file>

<file path=customXml/item2.xml><?xml version="1.0" encoding="utf-8"?>
<p:properties xmlns:p="http://schemas.microsoft.com/office/2006/metadata/properties" xmlns:xsi="http://www.w3.org/2001/XMLSchema-instance">
  <documentManagement>
    <WikiField xmlns="http://schemas.microsoft.com/sharepoint/v3" xsi:nil="true"/>
  </documentManagement>
</p:properties>
</file>

<file path=customXml/item3.xml><?xml version="1.0" encoding="utf-8"?>
<LongProperties xmlns="http://schemas.microsoft.com/office/2006/metadata/longProperties"/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Wiki Page" ma:contentTypeID="0x01010800C661CDCFE8494F4E9AB730BE44130AE2" ma:contentTypeVersion="1" ma:contentTypeDescription="Create a new wiki page." ma:contentTypeScope="" ma:versionID="ac3f0c655fe2ae58085a4548e8dc0796">
  <xsd:schema xmlns:xsd="http://www.w3.org/2001/XMLSchema" xmlns:xs="http://www.w3.org/2001/XMLSchema" xmlns:p="http://schemas.microsoft.com/office/2006/metadata/properties" xmlns:ns1="http://schemas.microsoft.com/sharepoint/v3" xmlns:ns2="e5222bea-0a0f-4f8c-b9f7-21e1ae72cb64" targetNamespace="http://schemas.microsoft.com/office/2006/metadata/properties" ma:root="true" ma:fieldsID="35dc98d1b06bd8f9f810fb7c0d70b157" ns1:_="" ns2:_="">
    <xsd:import namespace="http://schemas.microsoft.com/sharepoint/v3"/>
    <xsd:import namespace="e5222bea-0a0f-4f8c-b9f7-21e1ae72cb64"/>
    <xsd:element name="properties">
      <xsd:complexType>
        <xsd:sequence>
          <xsd:element name="documentManagement">
            <xsd:complexType>
              <xsd:all>
                <xsd:element ref="ns1:WikiField" minOccurs="0"/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WikiField" ma:index="7" nillable="true" ma:displayName="Wiki Content" ma:internalName="WikiField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222bea-0a0f-4f8c-b9f7-21e1ae72cb6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903CD9ED-76EC-4567-97C9-FBFE46AD5D55}">
  <ds:schemaRefs/>
</ds:datastoreItem>
</file>

<file path=customXml/itemProps2.xml><?xml version="1.0" encoding="utf-8"?>
<ds:datastoreItem xmlns:ds="http://schemas.openxmlformats.org/officeDocument/2006/customXml" ds:itemID="{26BB1B3E-F7F0-4465-A9C7-021CE901EB43}">
  <ds:schemaRefs/>
</ds:datastoreItem>
</file>

<file path=customXml/itemProps3.xml><?xml version="1.0" encoding="utf-8"?>
<ds:datastoreItem xmlns:ds="http://schemas.openxmlformats.org/officeDocument/2006/customXml" ds:itemID="{5FA13652-7292-443E-A75B-44FD2E5C69FC}">
  <ds:schemaRefs/>
</ds:datastoreItem>
</file>

<file path=customXml/itemProps4.xml><?xml version="1.0" encoding="utf-8"?>
<ds:datastoreItem xmlns:ds="http://schemas.openxmlformats.org/officeDocument/2006/customXml" ds:itemID="{6BA0C541-8701-407C-AD49-DD3025243DCB}">
  <ds:schemaRefs/>
</ds:datastoreItem>
</file>

<file path=customXml/itemProps5.xml><?xml version="1.0" encoding="utf-8"?>
<ds:datastoreItem xmlns:ds="http://schemas.openxmlformats.org/officeDocument/2006/customXml" ds:itemID="{C7EAA0D7-4A6B-4162-98F5-0EDFE39916A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0</TotalTime>
  <Words>393</Words>
  <Application>WPS 演示</Application>
  <PresentationFormat>全屏显示(4:3)</PresentationFormat>
  <Paragraphs>27</Paragraphs>
  <Slides>16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宋体</vt:lpstr>
      <vt:lpstr>Wingdings</vt:lpstr>
      <vt:lpstr>Wingdings 3</vt:lpstr>
      <vt:lpstr>Verdana</vt:lpstr>
      <vt:lpstr>Wingdings 2</vt:lpstr>
      <vt:lpstr>Calibri</vt:lpstr>
      <vt:lpstr>黑体</vt:lpstr>
      <vt:lpstr>Wingdings 3</vt:lpstr>
      <vt:lpstr>Wingdings</vt:lpstr>
      <vt:lpstr>Lucida Sans Unicode</vt:lpstr>
      <vt:lpstr>楷体_GB2312</vt:lpstr>
      <vt:lpstr>新宋体</vt:lpstr>
      <vt:lpstr>方正姚体</vt:lpstr>
      <vt:lpstr>Consolas</vt:lpstr>
      <vt:lpstr>微软雅黑</vt:lpstr>
      <vt:lpstr>Arial Unicode MS</vt:lpstr>
      <vt:lpstr>聚合</vt:lpstr>
      <vt:lpstr>内容提要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More in html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and ArrayLists</dc:title>
  <dc:creator>paul</dc:creator>
  <cp:lastModifiedBy>MX</cp:lastModifiedBy>
  <cp:revision>102</cp:revision>
  <dcterms:created xsi:type="dcterms:W3CDTF">2009-05-08T18:20:00Z</dcterms:created>
  <dcterms:modified xsi:type="dcterms:W3CDTF">2025-04-24T05:32:11Z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">
    <vt:lpwstr>4DEH7KH7T3PT-106-13158</vt:lpwstr>
  </property>
  <property fmtid="{D5CDD505-2E9C-101B-9397-08002B2CF9AE}" pid="3" name="_dlc_DocIdItemGuid">
    <vt:lpwstr>ee2aae8b-1dc1-4a40-87a4-572c6fd78a73</vt:lpwstr>
  </property>
  <property fmtid="{D5CDD505-2E9C-101B-9397-08002B2CF9AE}" pid="4" name="_dlc_DocIdUrl">
    <vt:lpwstr>http://web.cerritos.edu/jwilson/_layouts/DocIdRedir.aspx?ID=4DEH7KH7T3PT-106-13158, 4DEH7KH7T3PT-106-13158</vt:lpwstr>
  </property>
  <property fmtid="{D5CDD505-2E9C-101B-9397-08002B2CF9AE}" pid="5" name="ICV">
    <vt:lpwstr>FE0361070888487384652EC478DAD73B_12</vt:lpwstr>
  </property>
  <property fmtid="{D5CDD505-2E9C-101B-9397-08002B2CF9AE}" pid="6" name="KSOProductBuildVer">
    <vt:lpwstr>2052-12.1.0.18240</vt:lpwstr>
  </property>
</Properties>
</file>