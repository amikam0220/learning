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97" r:id="rId2"/>
    <p:sldId id="391" r:id="rId3"/>
    <p:sldId id="401" r:id="rId4"/>
    <p:sldId id="411" r:id="rId5"/>
    <p:sldId id="403" r:id="rId6"/>
    <p:sldId id="389" r:id="rId7"/>
    <p:sldId id="412" r:id="rId8"/>
  </p:sldIdLst>
  <p:sldSz cx="9144000" cy="6858000" type="screen4x3"/>
  <p:notesSz cx="7102475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MS PGothic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charset="0"/>
        <a:ea typeface="MS PGothic" pitchFamily="34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6" frameSlides="1"/>
  <p:clrMru>
    <a:srgbClr val="741621"/>
    <a:srgbClr val="8B008C"/>
    <a:srgbClr val="0009CC"/>
    <a:srgbClr val="E41900"/>
    <a:srgbClr val="FCFF8D"/>
    <a:srgbClr val="FCFFE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1944" y="-2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30774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62" tIns="49531" rIns="99062" bIns="49531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5001" y="1"/>
            <a:ext cx="30774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62" tIns="49531" rIns="99062" bIns="49531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317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40"/>
            <a:ext cx="30774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62" tIns="49531" rIns="99062" bIns="49531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317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5001" y="9723440"/>
            <a:ext cx="30774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62" tIns="49531" rIns="99062" bIns="49531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fld id="{93747AD9-77A5-4608-BC85-8D482E1AFD8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30774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62" tIns="49531" rIns="99062" bIns="49531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5001" y="1"/>
            <a:ext cx="30774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62" tIns="49531" rIns="99062" bIns="49531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3775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7527" y="4860926"/>
            <a:ext cx="5207423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62" tIns="49531" rIns="99062" bIns="495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40"/>
            <a:ext cx="30774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62" tIns="49531" rIns="99062" bIns="49531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12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5001" y="9723440"/>
            <a:ext cx="30774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62" tIns="49531" rIns="99062" bIns="49531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fld id="{489434A3-6426-40F8-B09E-2F1DEDE7FCE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MS PGothic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75E577-FBDD-4A14-8F3E-A4F68CC3EE0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7E41E6-E85C-4056-B2F9-19472C5D735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593377-DBBA-4BC8-82A3-372C5E4D17F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423E42-6A03-4EE5-9D7F-9FFF1D68245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AAFC62-19CD-416F-A4FB-2E8E318AB19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F49D3E-7246-4846-B17C-BEC6852DBE7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ED7418-85C1-4EF6-8C6C-685959B9FE8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D83509-55A2-4BBA-824F-5867687D0DE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AEA214-3EA0-42E1-9DCC-D0F7B0567AB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5D42F5-4CA3-4CE3-B08B-461E79EE522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3BECC9-E2E3-4024-8F70-A16B7228BF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664FA49C-DAEB-4209-A9B1-F5CE9B3EC28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itchFamily="34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charset="0"/>
          <a:ea typeface="MS PGothic" pitchFamily="34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charset="0"/>
          <a:ea typeface="MS PGothic" pitchFamily="34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charset="0"/>
          <a:ea typeface="MS PGothic" pitchFamily="34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charset="0"/>
          <a:ea typeface="MS PGothic" pitchFamily="34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MS PGothic" pitchFamily="34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MS PGothic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MS PGothic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MS PGothic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MS PGothic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28600" y="1752600"/>
            <a:ext cx="8534400" cy="10572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6000" u="sng" dirty="0" smtClean="0">
                <a:solidFill>
                  <a:srgbClr val="224645"/>
                </a:solidFill>
                <a:latin typeface="Calibri" pitchFamily="34" charset="0"/>
                <a:cs typeface="VSQOOW+Calibri"/>
              </a:rPr>
              <a:t>Class Rational</a:t>
            </a:r>
            <a:endParaRPr lang="en-US" altLang="zh-CN" sz="6000" u="sng" dirty="0">
              <a:solidFill>
                <a:srgbClr val="224645"/>
              </a:solidFill>
              <a:latin typeface="Calibri" pitchFamily="34" charset="0"/>
              <a:cs typeface="VSQOOW+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6582" y="458598"/>
            <a:ext cx="7171407" cy="39349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矩形 3"/>
          <p:cNvSpPr/>
          <p:nvPr/>
        </p:nvSpPr>
        <p:spPr>
          <a:xfrm>
            <a:off x="1111542" y="4727023"/>
            <a:ext cx="4777530" cy="100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1800" dirty="0" smtClean="0">
                <a:solidFill>
                  <a:srgbClr val="0070C0"/>
                </a:solidFill>
                <a:latin typeface="Calibri" pitchFamily="34" charset="0"/>
              </a:rPr>
              <a:t>The output may be something like:</a:t>
            </a:r>
          </a:p>
          <a:p>
            <a:pPr>
              <a:lnSpc>
                <a:spcPct val="110000"/>
              </a:lnSpc>
            </a:pPr>
            <a:r>
              <a:rPr lang="en-US" altLang="zh-CN" sz="1800" dirty="0" smtClean="0">
                <a:solidFill>
                  <a:srgbClr val="002060"/>
                </a:solidFill>
                <a:latin typeface="Consolas" pitchFamily="49" charset="0"/>
              </a:rPr>
              <a:t>1|2 + 1|3 = 5|6</a:t>
            </a:r>
          </a:p>
          <a:p>
            <a:pPr>
              <a:lnSpc>
                <a:spcPct val="110000"/>
              </a:lnSpc>
            </a:pPr>
            <a:r>
              <a:rPr lang="en-US" altLang="zh-CN" sz="1800" dirty="0" smtClean="0">
                <a:solidFill>
                  <a:srgbClr val="002060"/>
                </a:solidFill>
                <a:latin typeface="Consolas" pitchFamily="49" charset="0"/>
              </a:rPr>
              <a:t>1_1|6 / 2|3 = 1_3|4</a:t>
            </a:r>
            <a:endParaRPr lang="zh-CN" alt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-2217"/>
            <a:ext cx="8000999" cy="6860217"/>
          </a:xfrm>
          <a:prstGeom prst="rect">
            <a:avLst/>
          </a:prstGeom>
          <a:noFill/>
          <a:ln w="19050">
            <a:solidFill>
              <a:schemeClr val="accent1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0"/>
            <a:ext cx="8010446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-1"/>
            <a:ext cx="8431101" cy="6858001"/>
          </a:xfrm>
          <a:prstGeom prst="rect">
            <a:avLst/>
          </a:prstGeom>
          <a:noFill/>
          <a:ln w="19050">
            <a:solidFill>
              <a:schemeClr val="accent1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000" y="381000"/>
            <a:ext cx="9070669" cy="5715000"/>
          </a:xfrm>
          <a:prstGeom prst="rect">
            <a:avLst/>
          </a:prstGeom>
          <a:noFill/>
          <a:ln w="19050">
            <a:solidFill>
              <a:schemeClr val="accent1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81200" y="1295400"/>
            <a:ext cx="5029200" cy="285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arrow"/>
        </a:ln>
        <a:effectLst/>
      </a:spPr>
      <a:bodyPr/>
      <a:lstStyle/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2828</TotalTime>
  <Words>19</Words>
  <Application>Microsoft Office PowerPoint</Application>
  <PresentationFormat>全屏显示(4:3)</PresentationFormat>
  <Paragraphs>4</Paragraphs>
  <Slides>7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8" baseType="lpstr">
      <vt:lpstr>Blank Presentation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</vt:vector>
  </TitlesOfParts>
  <Company>University of Georgia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CS100J</dc:title>
  <dc:creator>Trial User</dc:creator>
  <cp:lastModifiedBy>NTKO</cp:lastModifiedBy>
  <cp:revision>287</cp:revision>
  <cp:lastPrinted>2009-08-26T12:39:05Z</cp:lastPrinted>
  <dcterms:created xsi:type="dcterms:W3CDTF">2010-01-22T18:17:38Z</dcterms:created>
  <dcterms:modified xsi:type="dcterms:W3CDTF">2020-04-20T07:54:02Z</dcterms:modified>
</cp:coreProperties>
</file>